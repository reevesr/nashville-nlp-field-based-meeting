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notesSlides/notesSlide1.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2.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2"/>
  </p:notesMasterIdLst>
  <p:handoutMasterIdLst>
    <p:handoutMasterId r:id="rId43"/>
  </p:handoutMasterIdLst>
  <p:sldIdLst>
    <p:sldId id="256" r:id="rId2"/>
    <p:sldId id="258" r:id="rId3"/>
    <p:sldId id="257" r:id="rId4"/>
    <p:sldId id="260" r:id="rId5"/>
    <p:sldId id="262" r:id="rId6"/>
    <p:sldId id="288" r:id="rId7"/>
    <p:sldId id="271" r:id="rId8"/>
    <p:sldId id="281" r:id="rId9"/>
    <p:sldId id="283" r:id="rId10"/>
    <p:sldId id="284" r:id="rId11"/>
    <p:sldId id="286" r:id="rId12"/>
    <p:sldId id="287" r:id="rId13"/>
    <p:sldId id="269" r:id="rId14"/>
    <p:sldId id="282" r:id="rId15"/>
    <p:sldId id="302" r:id="rId16"/>
    <p:sldId id="272" r:id="rId17"/>
    <p:sldId id="273" r:id="rId18"/>
    <p:sldId id="274" r:id="rId19"/>
    <p:sldId id="275" r:id="rId20"/>
    <p:sldId id="276" r:id="rId21"/>
    <p:sldId id="278" r:id="rId22"/>
    <p:sldId id="277" r:id="rId23"/>
    <p:sldId id="263" r:id="rId24"/>
    <p:sldId id="264" r:id="rId25"/>
    <p:sldId id="289" r:id="rId26"/>
    <p:sldId id="290" r:id="rId27"/>
    <p:sldId id="291" r:id="rId28"/>
    <p:sldId id="292" r:id="rId29"/>
    <p:sldId id="261" r:id="rId30"/>
    <p:sldId id="293" r:id="rId31"/>
    <p:sldId id="298" r:id="rId32"/>
    <p:sldId id="299" r:id="rId33"/>
    <p:sldId id="294" r:id="rId34"/>
    <p:sldId id="295" r:id="rId35"/>
    <p:sldId id="297" r:id="rId36"/>
    <p:sldId id="296" r:id="rId37"/>
    <p:sldId id="301" r:id="rId38"/>
    <p:sldId id="265" r:id="rId39"/>
    <p:sldId id="279" r:id="rId40"/>
    <p:sldId id="280"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94755" autoAdjust="0"/>
  </p:normalViewPr>
  <p:slideViewPr>
    <p:cSldViewPr>
      <p:cViewPr>
        <p:scale>
          <a:sx n="75" d="100"/>
          <a:sy n="75" d="100"/>
        </p:scale>
        <p:origin x="-750" y="-4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59" d="100"/>
          <a:sy n="59" d="100"/>
        </p:scale>
        <p:origin x="-250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oleObject" Target="https://vaww.r04.cdw.va.gov/PSCICancerTracking/PSCITeam/Shared%20Documents/CCTS%20Evaluation/0.%20Evaluation%20Plan.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https://vaww.r04.cdw.va.gov/PSCICancerTracking/PSCITeam/Shared%20Documents/CCTS%20Evaluation/0.%20Evaluation%20Plan.xlsx" TargetMode="Externa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2" Type="http://schemas.openxmlformats.org/officeDocument/2006/relationships/oleObject" Target="file:///C:\Documents%20and%20Settings\vhaconerdosj\Desktop\mw_slides\08_08_13_mount_washington.xls"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Lung Stage Migration - West Haven</a:t>
            </a:r>
            <a:br>
              <a:rPr lang="en-US"/>
            </a:br>
            <a:r>
              <a:rPr lang="en-US"/>
              <a:t>2010 - 2015</a:t>
            </a:r>
          </a:p>
        </c:rich>
      </c:tx>
      <c:layout/>
      <c:overlay val="0"/>
    </c:title>
    <c:autoTitleDeleted val="0"/>
    <c:plotArea>
      <c:layout/>
      <c:barChart>
        <c:barDir val="bar"/>
        <c:grouping val="percentStacked"/>
        <c:varyColors val="0"/>
        <c:ser>
          <c:idx val="0"/>
          <c:order val="0"/>
          <c:tx>
            <c:strRef>
              <c:f>Results!$B$25</c:f>
              <c:strCache>
                <c:ptCount val="1"/>
                <c:pt idx="0">
                  <c:v>Stage I</c:v>
                </c:pt>
              </c:strCache>
            </c:strRef>
          </c:tx>
          <c:invertIfNegative val="0"/>
          <c:dLbls>
            <c:showLegendKey val="0"/>
            <c:showVal val="1"/>
            <c:showCatName val="0"/>
            <c:showSerName val="0"/>
            <c:showPercent val="0"/>
            <c:showBubbleSize val="0"/>
            <c:showLeaderLines val="0"/>
          </c:dLbls>
          <c:cat>
            <c:numRef>
              <c:f>Results!$A$31:$A$36</c:f>
              <c:numCache>
                <c:formatCode>General</c:formatCode>
                <c:ptCount val="6"/>
                <c:pt idx="0">
                  <c:v>2010</c:v>
                </c:pt>
                <c:pt idx="1">
                  <c:v>2011</c:v>
                </c:pt>
                <c:pt idx="2">
                  <c:v>2012</c:v>
                </c:pt>
                <c:pt idx="3">
                  <c:v>2013</c:v>
                </c:pt>
                <c:pt idx="4">
                  <c:v>2014</c:v>
                </c:pt>
                <c:pt idx="5">
                  <c:v>2015</c:v>
                </c:pt>
              </c:numCache>
            </c:numRef>
          </c:cat>
          <c:val>
            <c:numRef>
              <c:f>Results!$C$31:$C$36</c:f>
              <c:numCache>
                <c:formatCode>0%</c:formatCode>
                <c:ptCount val="6"/>
                <c:pt idx="0">
                  <c:v>0.37</c:v>
                </c:pt>
                <c:pt idx="1">
                  <c:v>0.52</c:v>
                </c:pt>
                <c:pt idx="2">
                  <c:v>0.37</c:v>
                </c:pt>
                <c:pt idx="3">
                  <c:v>0.5</c:v>
                </c:pt>
                <c:pt idx="4">
                  <c:v>0.53</c:v>
                </c:pt>
                <c:pt idx="5">
                  <c:v>0.54</c:v>
                </c:pt>
              </c:numCache>
            </c:numRef>
          </c:val>
        </c:ser>
        <c:ser>
          <c:idx val="1"/>
          <c:order val="1"/>
          <c:tx>
            <c:strRef>
              <c:f>Results!$D$25</c:f>
              <c:strCache>
                <c:ptCount val="1"/>
                <c:pt idx="0">
                  <c:v>Stage II</c:v>
                </c:pt>
              </c:strCache>
            </c:strRef>
          </c:tx>
          <c:invertIfNegative val="0"/>
          <c:dLbls>
            <c:showLegendKey val="0"/>
            <c:showVal val="1"/>
            <c:showCatName val="0"/>
            <c:showSerName val="0"/>
            <c:showPercent val="0"/>
            <c:showBubbleSize val="0"/>
            <c:showLeaderLines val="0"/>
          </c:dLbls>
          <c:cat>
            <c:numRef>
              <c:f>Results!$A$31:$A$36</c:f>
              <c:numCache>
                <c:formatCode>General</c:formatCode>
                <c:ptCount val="6"/>
                <c:pt idx="0">
                  <c:v>2010</c:v>
                </c:pt>
                <c:pt idx="1">
                  <c:v>2011</c:v>
                </c:pt>
                <c:pt idx="2">
                  <c:v>2012</c:v>
                </c:pt>
                <c:pt idx="3">
                  <c:v>2013</c:v>
                </c:pt>
                <c:pt idx="4">
                  <c:v>2014</c:v>
                </c:pt>
                <c:pt idx="5">
                  <c:v>2015</c:v>
                </c:pt>
              </c:numCache>
            </c:numRef>
          </c:cat>
          <c:val>
            <c:numRef>
              <c:f>Results!$E$31:$E$36</c:f>
              <c:numCache>
                <c:formatCode>0%</c:formatCode>
                <c:ptCount val="6"/>
                <c:pt idx="0">
                  <c:v>7.0000000000000007E-2</c:v>
                </c:pt>
                <c:pt idx="1">
                  <c:v>0.06</c:v>
                </c:pt>
                <c:pt idx="2">
                  <c:v>0.06</c:v>
                </c:pt>
                <c:pt idx="3">
                  <c:v>0.12</c:v>
                </c:pt>
                <c:pt idx="4">
                  <c:v>0.06</c:v>
                </c:pt>
                <c:pt idx="5">
                  <c:v>0.12</c:v>
                </c:pt>
              </c:numCache>
            </c:numRef>
          </c:val>
        </c:ser>
        <c:ser>
          <c:idx val="2"/>
          <c:order val="2"/>
          <c:tx>
            <c:strRef>
              <c:f>Results!$F$25</c:f>
              <c:strCache>
                <c:ptCount val="1"/>
                <c:pt idx="0">
                  <c:v>Stage III</c:v>
                </c:pt>
              </c:strCache>
            </c:strRef>
          </c:tx>
          <c:invertIfNegative val="0"/>
          <c:dLbls>
            <c:showLegendKey val="0"/>
            <c:showVal val="1"/>
            <c:showCatName val="0"/>
            <c:showSerName val="0"/>
            <c:showPercent val="0"/>
            <c:showBubbleSize val="0"/>
            <c:showLeaderLines val="0"/>
          </c:dLbls>
          <c:cat>
            <c:numRef>
              <c:f>Results!$A$31:$A$36</c:f>
              <c:numCache>
                <c:formatCode>General</c:formatCode>
                <c:ptCount val="6"/>
                <c:pt idx="0">
                  <c:v>2010</c:v>
                </c:pt>
                <c:pt idx="1">
                  <c:v>2011</c:v>
                </c:pt>
                <c:pt idx="2">
                  <c:v>2012</c:v>
                </c:pt>
                <c:pt idx="3">
                  <c:v>2013</c:v>
                </c:pt>
                <c:pt idx="4">
                  <c:v>2014</c:v>
                </c:pt>
                <c:pt idx="5">
                  <c:v>2015</c:v>
                </c:pt>
              </c:numCache>
            </c:numRef>
          </c:cat>
          <c:val>
            <c:numRef>
              <c:f>Results!$G$31:$G$36</c:f>
              <c:numCache>
                <c:formatCode>0%</c:formatCode>
                <c:ptCount val="6"/>
                <c:pt idx="0">
                  <c:v>0.24</c:v>
                </c:pt>
                <c:pt idx="1">
                  <c:v>0.18</c:v>
                </c:pt>
                <c:pt idx="2">
                  <c:v>0.32</c:v>
                </c:pt>
                <c:pt idx="3">
                  <c:v>0.16</c:v>
                </c:pt>
                <c:pt idx="4">
                  <c:v>0.18</c:v>
                </c:pt>
                <c:pt idx="5">
                  <c:v>0.13</c:v>
                </c:pt>
              </c:numCache>
            </c:numRef>
          </c:val>
        </c:ser>
        <c:ser>
          <c:idx val="3"/>
          <c:order val="3"/>
          <c:tx>
            <c:strRef>
              <c:f>Results!$H$25</c:f>
              <c:strCache>
                <c:ptCount val="1"/>
                <c:pt idx="0">
                  <c:v>Stage IV</c:v>
                </c:pt>
              </c:strCache>
            </c:strRef>
          </c:tx>
          <c:invertIfNegative val="0"/>
          <c:dLbls>
            <c:showLegendKey val="0"/>
            <c:showVal val="1"/>
            <c:showCatName val="0"/>
            <c:showSerName val="0"/>
            <c:showPercent val="0"/>
            <c:showBubbleSize val="0"/>
            <c:showLeaderLines val="0"/>
          </c:dLbls>
          <c:cat>
            <c:numRef>
              <c:f>Results!$A$31:$A$36</c:f>
              <c:numCache>
                <c:formatCode>General</c:formatCode>
                <c:ptCount val="6"/>
                <c:pt idx="0">
                  <c:v>2010</c:v>
                </c:pt>
                <c:pt idx="1">
                  <c:v>2011</c:v>
                </c:pt>
                <c:pt idx="2">
                  <c:v>2012</c:v>
                </c:pt>
                <c:pt idx="3">
                  <c:v>2013</c:v>
                </c:pt>
                <c:pt idx="4">
                  <c:v>2014</c:v>
                </c:pt>
                <c:pt idx="5">
                  <c:v>2015</c:v>
                </c:pt>
              </c:numCache>
            </c:numRef>
          </c:cat>
          <c:val>
            <c:numRef>
              <c:f>Results!$I$31:$I$36</c:f>
              <c:numCache>
                <c:formatCode>0%</c:formatCode>
                <c:ptCount val="6"/>
                <c:pt idx="0">
                  <c:v>0.27</c:v>
                </c:pt>
                <c:pt idx="1">
                  <c:v>0.21</c:v>
                </c:pt>
                <c:pt idx="2">
                  <c:v>0.21</c:v>
                </c:pt>
                <c:pt idx="3">
                  <c:v>0.19</c:v>
                </c:pt>
                <c:pt idx="4">
                  <c:v>0.2</c:v>
                </c:pt>
                <c:pt idx="5">
                  <c:v>0.21</c:v>
                </c:pt>
              </c:numCache>
            </c:numRef>
          </c:val>
        </c:ser>
        <c:ser>
          <c:idx val="4"/>
          <c:order val="4"/>
          <c:tx>
            <c:strRef>
              <c:f>Results!$J$25</c:f>
              <c:strCache>
                <c:ptCount val="1"/>
                <c:pt idx="0">
                  <c:v>Unknown</c:v>
                </c:pt>
              </c:strCache>
            </c:strRef>
          </c:tx>
          <c:invertIfNegative val="0"/>
          <c:cat>
            <c:numRef>
              <c:f>Results!$A$31:$A$36</c:f>
              <c:numCache>
                <c:formatCode>General</c:formatCode>
                <c:ptCount val="6"/>
                <c:pt idx="0">
                  <c:v>2010</c:v>
                </c:pt>
                <c:pt idx="1">
                  <c:v>2011</c:v>
                </c:pt>
                <c:pt idx="2">
                  <c:v>2012</c:v>
                </c:pt>
                <c:pt idx="3">
                  <c:v>2013</c:v>
                </c:pt>
                <c:pt idx="4">
                  <c:v>2014</c:v>
                </c:pt>
                <c:pt idx="5">
                  <c:v>2015</c:v>
                </c:pt>
              </c:numCache>
            </c:numRef>
          </c:cat>
          <c:val>
            <c:numRef>
              <c:f>Results!$K$31:$K$36</c:f>
              <c:numCache>
                <c:formatCode>0%</c:formatCode>
                <c:ptCount val="6"/>
                <c:pt idx="0">
                  <c:v>0.05</c:v>
                </c:pt>
                <c:pt idx="1">
                  <c:v>0.03</c:v>
                </c:pt>
                <c:pt idx="2">
                  <c:v>0.04</c:v>
                </c:pt>
                <c:pt idx="3">
                  <c:v>0.03</c:v>
                </c:pt>
                <c:pt idx="4">
                  <c:v>0.03</c:v>
                </c:pt>
              </c:numCache>
            </c:numRef>
          </c:val>
        </c:ser>
        <c:dLbls>
          <c:showLegendKey val="0"/>
          <c:showVal val="0"/>
          <c:showCatName val="0"/>
          <c:showSerName val="0"/>
          <c:showPercent val="0"/>
          <c:showBubbleSize val="0"/>
        </c:dLbls>
        <c:gapWidth val="150"/>
        <c:overlap val="100"/>
        <c:axId val="84862848"/>
        <c:axId val="84864384"/>
      </c:barChart>
      <c:catAx>
        <c:axId val="84862848"/>
        <c:scaling>
          <c:orientation val="minMax"/>
        </c:scaling>
        <c:delete val="0"/>
        <c:axPos val="l"/>
        <c:numFmt formatCode="General" sourceLinked="1"/>
        <c:majorTickMark val="out"/>
        <c:minorTickMark val="none"/>
        <c:tickLblPos val="nextTo"/>
        <c:crossAx val="84864384"/>
        <c:crosses val="autoZero"/>
        <c:auto val="1"/>
        <c:lblAlgn val="ctr"/>
        <c:lblOffset val="100"/>
        <c:noMultiLvlLbl val="0"/>
      </c:catAx>
      <c:valAx>
        <c:axId val="84864384"/>
        <c:scaling>
          <c:orientation val="minMax"/>
        </c:scaling>
        <c:delete val="0"/>
        <c:axPos val="b"/>
        <c:majorGridlines>
          <c:spPr>
            <a:ln>
              <a:noFill/>
            </a:ln>
          </c:spPr>
        </c:majorGridlines>
        <c:numFmt formatCode="0%" sourceLinked="1"/>
        <c:majorTickMark val="out"/>
        <c:minorTickMark val="none"/>
        <c:tickLblPos val="nextTo"/>
        <c:crossAx val="84862848"/>
        <c:crosses val="autoZero"/>
        <c:crossBetween val="between"/>
      </c:valAx>
    </c:plotArea>
    <c:legend>
      <c:legendPos val="r"/>
      <c:layout/>
      <c:overlay val="0"/>
    </c:legend>
    <c:plotVisOnly val="1"/>
    <c:dispBlanksAs val="gap"/>
    <c:showDLblsOverMax val="0"/>
  </c:chart>
  <c:txPr>
    <a:bodyPr/>
    <a:lstStyle/>
    <a:p>
      <a:pPr>
        <a:defRPr b="1">
          <a:solidFill>
            <a:schemeClr val="bg1"/>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Liver Stage Migration - West Haven</a:t>
            </a:r>
            <a:br>
              <a:rPr lang="en-US"/>
            </a:br>
            <a:r>
              <a:rPr lang="en-US"/>
              <a:t>2010 - 2015</a:t>
            </a:r>
          </a:p>
        </c:rich>
      </c:tx>
      <c:layout/>
      <c:overlay val="0"/>
    </c:title>
    <c:autoTitleDeleted val="0"/>
    <c:plotArea>
      <c:layout/>
      <c:barChart>
        <c:barDir val="bar"/>
        <c:grouping val="percentStacked"/>
        <c:varyColors val="0"/>
        <c:ser>
          <c:idx val="0"/>
          <c:order val="0"/>
          <c:tx>
            <c:strRef>
              <c:f>Results!$B$9</c:f>
              <c:strCache>
                <c:ptCount val="1"/>
                <c:pt idx="0">
                  <c:v>Stage I</c:v>
                </c:pt>
              </c:strCache>
            </c:strRef>
          </c:tx>
          <c:invertIfNegative val="0"/>
          <c:dLbls>
            <c:showLegendKey val="0"/>
            <c:showVal val="1"/>
            <c:showCatName val="0"/>
            <c:showSerName val="0"/>
            <c:showPercent val="0"/>
            <c:showBubbleSize val="0"/>
            <c:showLeaderLines val="0"/>
          </c:dLbls>
          <c:cat>
            <c:numRef>
              <c:f>Results!$A$15:$A$20</c:f>
              <c:numCache>
                <c:formatCode>General</c:formatCode>
                <c:ptCount val="6"/>
                <c:pt idx="0">
                  <c:v>2010</c:v>
                </c:pt>
                <c:pt idx="1">
                  <c:v>2011</c:v>
                </c:pt>
                <c:pt idx="2">
                  <c:v>2012</c:v>
                </c:pt>
                <c:pt idx="3">
                  <c:v>2013</c:v>
                </c:pt>
                <c:pt idx="4">
                  <c:v>2014</c:v>
                </c:pt>
                <c:pt idx="5">
                  <c:v>2015</c:v>
                </c:pt>
              </c:numCache>
            </c:numRef>
          </c:cat>
          <c:val>
            <c:numRef>
              <c:f>Results!$C$15:$C$20</c:f>
              <c:numCache>
                <c:formatCode>0%</c:formatCode>
                <c:ptCount val="6"/>
                <c:pt idx="0">
                  <c:v>0.47826086956521741</c:v>
                </c:pt>
                <c:pt idx="1">
                  <c:v>0.51724137931034486</c:v>
                </c:pt>
                <c:pt idx="2">
                  <c:v>0.44444444444444442</c:v>
                </c:pt>
                <c:pt idx="3">
                  <c:v>0.45161290322580644</c:v>
                </c:pt>
                <c:pt idx="4">
                  <c:v>0.52941176470588236</c:v>
                </c:pt>
                <c:pt idx="5">
                  <c:v>0.44186046511627908</c:v>
                </c:pt>
              </c:numCache>
            </c:numRef>
          </c:val>
        </c:ser>
        <c:ser>
          <c:idx val="1"/>
          <c:order val="1"/>
          <c:tx>
            <c:strRef>
              <c:f>Results!$D$9</c:f>
              <c:strCache>
                <c:ptCount val="1"/>
                <c:pt idx="0">
                  <c:v>Stage II</c:v>
                </c:pt>
              </c:strCache>
            </c:strRef>
          </c:tx>
          <c:invertIfNegative val="0"/>
          <c:dLbls>
            <c:showLegendKey val="0"/>
            <c:showVal val="1"/>
            <c:showCatName val="0"/>
            <c:showSerName val="0"/>
            <c:showPercent val="0"/>
            <c:showBubbleSize val="0"/>
            <c:showLeaderLines val="0"/>
          </c:dLbls>
          <c:cat>
            <c:numRef>
              <c:f>Results!$A$15:$A$20</c:f>
              <c:numCache>
                <c:formatCode>General</c:formatCode>
                <c:ptCount val="6"/>
                <c:pt idx="0">
                  <c:v>2010</c:v>
                </c:pt>
                <c:pt idx="1">
                  <c:v>2011</c:v>
                </c:pt>
                <c:pt idx="2">
                  <c:v>2012</c:v>
                </c:pt>
                <c:pt idx="3">
                  <c:v>2013</c:v>
                </c:pt>
                <c:pt idx="4">
                  <c:v>2014</c:v>
                </c:pt>
                <c:pt idx="5">
                  <c:v>2015</c:v>
                </c:pt>
              </c:numCache>
            </c:numRef>
          </c:cat>
          <c:val>
            <c:numRef>
              <c:f>Results!$E$15:$E$20</c:f>
              <c:numCache>
                <c:formatCode>0%</c:formatCode>
                <c:ptCount val="6"/>
                <c:pt idx="0">
                  <c:v>0.13043478260869565</c:v>
                </c:pt>
                <c:pt idx="1">
                  <c:v>0.34482758620689657</c:v>
                </c:pt>
                <c:pt idx="2">
                  <c:v>0.25925925925925924</c:v>
                </c:pt>
                <c:pt idx="3">
                  <c:v>0.25806451612903225</c:v>
                </c:pt>
                <c:pt idx="4">
                  <c:v>0.29411764705882354</c:v>
                </c:pt>
                <c:pt idx="5">
                  <c:v>0.20930232558139536</c:v>
                </c:pt>
              </c:numCache>
            </c:numRef>
          </c:val>
        </c:ser>
        <c:ser>
          <c:idx val="2"/>
          <c:order val="2"/>
          <c:tx>
            <c:strRef>
              <c:f>Results!$F$9</c:f>
              <c:strCache>
                <c:ptCount val="1"/>
                <c:pt idx="0">
                  <c:v>Stage III</c:v>
                </c:pt>
              </c:strCache>
            </c:strRef>
          </c:tx>
          <c:invertIfNegative val="0"/>
          <c:dLbls>
            <c:showLegendKey val="0"/>
            <c:showVal val="1"/>
            <c:showCatName val="0"/>
            <c:showSerName val="0"/>
            <c:showPercent val="0"/>
            <c:showBubbleSize val="0"/>
            <c:showLeaderLines val="0"/>
          </c:dLbls>
          <c:cat>
            <c:numRef>
              <c:f>Results!$A$15:$A$20</c:f>
              <c:numCache>
                <c:formatCode>General</c:formatCode>
                <c:ptCount val="6"/>
                <c:pt idx="0">
                  <c:v>2010</c:v>
                </c:pt>
                <c:pt idx="1">
                  <c:v>2011</c:v>
                </c:pt>
                <c:pt idx="2">
                  <c:v>2012</c:v>
                </c:pt>
                <c:pt idx="3">
                  <c:v>2013</c:v>
                </c:pt>
                <c:pt idx="4">
                  <c:v>2014</c:v>
                </c:pt>
                <c:pt idx="5">
                  <c:v>2015</c:v>
                </c:pt>
              </c:numCache>
            </c:numRef>
          </c:cat>
          <c:val>
            <c:numRef>
              <c:f>Results!$G$15:$G$20</c:f>
              <c:numCache>
                <c:formatCode>0%</c:formatCode>
                <c:ptCount val="6"/>
                <c:pt idx="0">
                  <c:v>0.17391304347826086</c:v>
                </c:pt>
                <c:pt idx="1">
                  <c:v>0.10344827586206896</c:v>
                </c:pt>
                <c:pt idx="2">
                  <c:v>0.18518518518518517</c:v>
                </c:pt>
                <c:pt idx="3">
                  <c:v>0.12903225806451613</c:v>
                </c:pt>
                <c:pt idx="4">
                  <c:v>0.11764705882352941</c:v>
                </c:pt>
                <c:pt idx="5">
                  <c:v>0.16279069767441862</c:v>
                </c:pt>
              </c:numCache>
            </c:numRef>
          </c:val>
        </c:ser>
        <c:ser>
          <c:idx val="3"/>
          <c:order val="3"/>
          <c:tx>
            <c:strRef>
              <c:f>Results!$H$9</c:f>
              <c:strCache>
                <c:ptCount val="1"/>
                <c:pt idx="0">
                  <c:v>Stage IV</c:v>
                </c:pt>
              </c:strCache>
            </c:strRef>
          </c:tx>
          <c:invertIfNegative val="0"/>
          <c:dLbls>
            <c:dLbl>
              <c:idx val="1"/>
              <c:layout>
                <c:manualLayout>
                  <c:x val="2.20125786163522E-2"/>
                  <c:y val="0"/>
                </c:manualLayout>
              </c:layout>
              <c:showLegendKey val="0"/>
              <c:showVal val="1"/>
              <c:showCatName val="0"/>
              <c:showSerName val="0"/>
              <c:showPercent val="0"/>
              <c:showBubbleSize val="0"/>
            </c:dLbl>
            <c:dLbl>
              <c:idx val="4"/>
              <c:layout>
                <c:manualLayout>
                  <c:x val="6.2893081761006293E-3"/>
                  <c:y val="0"/>
                </c:manualLayout>
              </c:layout>
              <c:showLegendKey val="0"/>
              <c:showVal val="1"/>
              <c:showCatName val="0"/>
              <c:showSerName val="0"/>
              <c:showPercent val="0"/>
              <c:showBubbleSize val="0"/>
            </c:dLbl>
            <c:showLegendKey val="0"/>
            <c:showVal val="1"/>
            <c:showCatName val="0"/>
            <c:showSerName val="0"/>
            <c:showPercent val="0"/>
            <c:showBubbleSize val="0"/>
            <c:showLeaderLines val="0"/>
          </c:dLbls>
          <c:cat>
            <c:numRef>
              <c:f>Results!$A$15:$A$20</c:f>
              <c:numCache>
                <c:formatCode>General</c:formatCode>
                <c:ptCount val="6"/>
                <c:pt idx="0">
                  <c:v>2010</c:v>
                </c:pt>
                <c:pt idx="1">
                  <c:v>2011</c:v>
                </c:pt>
                <c:pt idx="2">
                  <c:v>2012</c:v>
                </c:pt>
                <c:pt idx="3">
                  <c:v>2013</c:v>
                </c:pt>
                <c:pt idx="4">
                  <c:v>2014</c:v>
                </c:pt>
                <c:pt idx="5">
                  <c:v>2015</c:v>
                </c:pt>
              </c:numCache>
            </c:numRef>
          </c:cat>
          <c:val>
            <c:numRef>
              <c:f>Results!$I$15:$I$20</c:f>
              <c:numCache>
                <c:formatCode>0%</c:formatCode>
                <c:ptCount val="6"/>
                <c:pt idx="0">
                  <c:v>0.13043478260869565</c:v>
                </c:pt>
                <c:pt idx="1">
                  <c:v>0</c:v>
                </c:pt>
                <c:pt idx="2">
                  <c:v>7.407407407407407E-2</c:v>
                </c:pt>
                <c:pt idx="3">
                  <c:v>9.6774193548387094E-2</c:v>
                </c:pt>
                <c:pt idx="4">
                  <c:v>2.9411764705882353E-2</c:v>
                </c:pt>
                <c:pt idx="5">
                  <c:v>0.13953488372093023</c:v>
                </c:pt>
              </c:numCache>
            </c:numRef>
          </c:val>
        </c:ser>
        <c:ser>
          <c:idx val="4"/>
          <c:order val="4"/>
          <c:tx>
            <c:strRef>
              <c:f>Results!$J$9</c:f>
              <c:strCache>
                <c:ptCount val="1"/>
                <c:pt idx="0">
                  <c:v>Unknown</c:v>
                </c:pt>
              </c:strCache>
            </c:strRef>
          </c:tx>
          <c:invertIfNegative val="0"/>
          <c:cat>
            <c:numRef>
              <c:f>Results!$A$15:$A$20</c:f>
              <c:numCache>
                <c:formatCode>General</c:formatCode>
                <c:ptCount val="6"/>
                <c:pt idx="0">
                  <c:v>2010</c:v>
                </c:pt>
                <c:pt idx="1">
                  <c:v>2011</c:v>
                </c:pt>
                <c:pt idx="2">
                  <c:v>2012</c:v>
                </c:pt>
                <c:pt idx="3">
                  <c:v>2013</c:v>
                </c:pt>
                <c:pt idx="4">
                  <c:v>2014</c:v>
                </c:pt>
                <c:pt idx="5">
                  <c:v>2015</c:v>
                </c:pt>
              </c:numCache>
            </c:numRef>
          </c:cat>
          <c:val>
            <c:numRef>
              <c:f>Results!$K$15:$K$20</c:f>
              <c:numCache>
                <c:formatCode>0%</c:formatCode>
                <c:ptCount val="6"/>
                <c:pt idx="0">
                  <c:v>8.6956521739130432E-2</c:v>
                </c:pt>
                <c:pt idx="1">
                  <c:v>3.4482758620689655E-2</c:v>
                </c:pt>
                <c:pt idx="2">
                  <c:v>3.7037037037037035E-2</c:v>
                </c:pt>
                <c:pt idx="3">
                  <c:v>6.4516129032258063E-2</c:v>
                </c:pt>
                <c:pt idx="4">
                  <c:v>2.9411764705882353E-2</c:v>
                </c:pt>
                <c:pt idx="5">
                  <c:v>4.6511627906976744E-2</c:v>
                </c:pt>
              </c:numCache>
            </c:numRef>
          </c:val>
        </c:ser>
        <c:dLbls>
          <c:showLegendKey val="0"/>
          <c:showVal val="0"/>
          <c:showCatName val="0"/>
          <c:showSerName val="0"/>
          <c:showPercent val="0"/>
          <c:showBubbleSize val="0"/>
        </c:dLbls>
        <c:gapWidth val="150"/>
        <c:overlap val="100"/>
        <c:axId val="85381504"/>
        <c:axId val="85383040"/>
      </c:barChart>
      <c:catAx>
        <c:axId val="85381504"/>
        <c:scaling>
          <c:orientation val="minMax"/>
        </c:scaling>
        <c:delete val="0"/>
        <c:axPos val="l"/>
        <c:numFmt formatCode="General" sourceLinked="1"/>
        <c:majorTickMark val="out"/>
        <c:minorTickMark val="none"/>
        <c:tickLblPos val="nextTo"/>
        <c:crossAx val="85383040"/>
        <c:crosses val="autoZero"/>
        <c:auto val="1"/>
        <c:lblAlgn val="ctr"/>
        <c:lblOffset val="100"/>
        <c:noMultiLvlLbl val="0"/>
      </c:catAx>
      <c:valAx>
        <c:axId val="85383040"/>
        <c:scaling>
          <c:orientation val="minMax"/>
        </c:scaling>
        <c:delete val="0"/>
        <c:axPos val="b"/>
        <c:majorGridlines>
          <c:spPr>
            <a:ln>
              <a:noFill/>
            </a:ln>
          </c:spPr>
        </c:majorGridlines>
        <c:numFmt formatCode="0%" sourceLinked="1"/>
        <c:majorTickMark val="out"/>
        <c:minorTickMark val="none"/>
        <c:tickLblPos val="nextTo"/>
        <c:crossAx val="85381504"/>
        <c:crosses val="autoZero"/>
        <c:crossBetween val="between"/>
      </c:valAx>
    </c:plotArea>
    <c:legend>
      <c:legendPos val="r"/>
      <c:layout/>
      <c:overlay val="0"/>
    </c:legend>
    <c:plotVisOnly val="1"/>
    <c:dispBlanksAs val="gap"/>
    <c:showDLblsOverMax val="0"/>
  </c:chart>
  <c:txPr>
    <a:bodyPr/>
    <a:lstStyle/>
    <a:p>
      <a:pPr>
        <a:defRPr>
          <a:solidFill>
            <a:schemeClr val="bg1"/>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percentStacked"/>
        <c:varyColors val="0"/>
        <c:ser>
          <c:idx val="0"/>
          <c:order val="0"/>
          <c:tx>
            <c:strRef>
              <c:f>Sheet1!$B$1</c:f>
              <c:strCache>
                <c:ptCount val="1"/>
                <c:pt idx="0">
                  <c:v>BCLC 0</c:v>
                </c:pt>
              </c:strCache>
            </c:strRef>
          </c:tx>
          <c:invertIfNegative val="0"/>
          <c:dLbls>
            <c:dLbl>
              <c:idx val="0"/>
              <c:layout/>
              <c:tx>
                <c:rich>
                  <a:bodyPr/>
                  <a:lstStyle/>
                  <a:p>
                    <a:r>
                      <a:rPr lang="en-US" smtClean="0"/>
                      <a:t>9.4%</a:t>
                    </a:r>
                    <a:endParaRPr lang="en-US"/>
                  </a:p>
                </c:rich>
              </c:tx>
              <c:showLegendKey val="0"/>
              <c:showVal val="1"/>
              <c:showCatName val="0"/>
              <c:showSerName val="0"/>
              <c:showPercent val="0"/>
              <c:showBubbleSize val="0"/>
            </c:dLbl>
            <c:dLbl>
              <c:idx val="1"/>
              <c:layout>
                <c:manualLayout>
                  <c:x val="2.0370370370370372E-2"/>
                  <c:y val="0"/>
                </c:manualLayout>
              </c:layout>
              <c:tx>
                <c:rich>
                  <a:bodyPr/>
                  <a:lstStyle/>
                  <a:p>
                    <a:r>
                      <a:rPr lang="en-US" dirty="0" smtClean="0"/>
                      <a:t>1.3%</a:t>
                    </a:r>
                    <a:endParaRPr lang="en-US" dirty="0"/>
                  </a:p>
                </c:rich>
              </c:tx>
              <c:showLegendKey val="0"/>
              <c:showVal val="1"/>
              <c:showCatName val="0"/>
              <c:showSerName val="0"/>
              <c:showPercent val="0"/>
              <c:showBubbleSize val="0"/>
            </c:dLbl>
            <c:showLegendKey val="0"/>
            <c:showVal val="1"/>
            <c:showCatName val="0"/>
            <c:showSerName val="0"/>
            <c:showPercent val="0"/>
            <c:showBubbleSize val="0"/>
            <c:showLeaderLines val="0"/>
          </c:dLbls>
          <c:cat>
            <c:strRef>
              <c:f>Sheet1!$A$2:$A$3</c:f>
              <c:strCache>
                <c:ptCount val="2"/>
                <c:pt idx="0">
                  <c:v>Post-CCTS</c:v>
                </c:pt>
                <c:pt idx="1">
                  <c:v>Pre-CCTS</c:v>
                </c:pt>
              </c:strCache>
            </c:strRef>
          </c:cat>
          <c:val>
            <c:numRef>
              <c:f>Sheet1!$B$2:$B$3</c:f>
              <c:numCache>
                <c:formatCode>General</c:formatCode>
                <c:ptCount val="2"/>
                <c:pt idx="0">
                  <c:v>9.4</c:v>
                </c:pt>
                <c:pt idx="1">
                  <c:v>1.3</c:v>
                </c:pt>
              </c:numCache>
            </c:numRef>
          </c:val>
        </c:ser>
        <c:ser>
          <c:idx val="1"/>
          <c:order val="1"/>
          <c:tx>
            <c:strRef>
              <c:f>Sheet1!$C$1</c:f>
              <c:strCache>
                <c:ptCount val="1"/>
                <c:pt idx="0">
                  <c:v>BCLC A</c:v>
                </c:pt>
              </c:strCache>
            </c:strRef>
          </c:tx>
          <c:invertIfNegative val="0"/>
          <c:dLbls>
            <c:dLbl>
              <c:idx val="0"/>
              <c:layout/>
              <c:tx>
                <c:rich>
                  <a:bodyPr/>
                  <a:lstStyle/>
                  <a:p>
                    <a:r>
                      <a:rPr lang="en-US" smtClean="0"/>
                      <a:t>42.7%</a:t>
                    </a:r>
                    <a:endParaRPr lang="en-US"/>
                  </a:p>
                </c:rich>
              </c:tx>
              <c:showLegendKey val="0"/>
              <c:showVal val="1"/>
              <c:showCatName val="0"/>
              <c:showSerName val="0"/>
              <c:showPercent val="0"/>
              <c:showBubbleSize val="0"/>
            </c:dLbl>
            <c:dLbl>
              <c:idx val="1"/>
              <c:layout/>
              <c:tx>
                <c:rich>
                  <a:bodyPr/>
                  <a:lstStyle/>
                  <a:p>
                    <a:r>
                      <a:rPr lang="en-US" smtClean="0"/>
                      <a:t>33.3%</a:t>
                    </a:r>
                    <a:endParaRPr lang="en-US"/>
                  </a:p>
                </c:rich>
              </c:tx>
              <c:showLegendKey val="0"/>
              <c:showVal val="1"/>
              <c:showCatName val="0"/>
              <c:showSerName val="0"/>
              <c:showPercent val="0"/>
              <c:showBubbleSize val="0"/>
            </c:dLbl>
            <c:showLegendKey val="0"/>
            <c:showVal val="1"/>
            <c:showCatName val="0"/>
            <c:showSerName val="0"/>
            <c:showPercent val="0"/>
            <c:showBubbleSize val="0"/>
            <c:showLeaderLines val="0"/>
          </c:dLbls>
          <c:cat>
            <c:strRef>
              <c:f>Sheet1!$A$2:$A$3</c:f>
              <c:strCache>
                <c:ptCount val="2"/>
                <c:pt idx="0">
                  <c:v>Post-CCTS</c:v>
                </c:pt>
                <c:pt idx="1">
                  <c:v>Pre-CCTS</c:v>
                </c:pt>
              </c:strCache>
            </c:strRef>
          </c:cat>
          <c:val>
            <c:numRef>
              <c:f>Sheet1!$C$2:$C$3</c:f>
              <c:numCache>
                <c:formatCode>General</c:formatCode>
                <c:ptCount val="2"/>
                <c:pt idx="0">
                  <c:v>42.7</c:v>
                </c:pt>
                <c:pt idx="1">
                  <c:v>33.299999999999997</c:v>
                </c:pt>
              </c:numCache>
            </c:numRef>
          </c:val>
        </c:ser>
        <c:ser>
          <c:idx val="2"/>
          <c:order val="2"/>
          <c:tx>
            <c:strRef>
              <c:f>Sheet1!$D$1</c:f>
              <c:strCache>
                <c:ptCount val="1"/>
                <c:pt idx="0">
                  <c:v>BCLC B</c:v>
                </c:pt>
              </c:strCache>
            </c:strRef>
          </c:tx>
          <c:invertIfNegative val="0"/>
          <c:dLbls>
            <c:dLbl>
              <c:idx val="0"/>
              <c:layout/>
              <c:tx>
                <c:rich>
                  <a:bodyPr/>
                  <a:lstStyle/>
                  <a:p>
                    <a:r>
                      <a:rPr lang="en-US" smtClean="0"/>
                      <a:t>18.8%</a:t>
                    </a:r>
                    <a:endParaRPr lang="en-US"/>
                  </a:p>
                </c:rich>
              </c:tx>
              <c:showLegendKey val="0"/>
              <c:showVal val="1"/>
              <c:showCatName val="0"/>
              <c:showSerName val="0"/>
              <c:showPercent val="0"/>
              <c:showBubbleSize val="0"/>
            </c:dLbl>
            <c:dLbl>
              <c:idx val="1"/>
              <c:layout/>
              <c:tx>
                <c:rich>
                  <a:bodyPr/>
                  <a:lstStyle/>
                  <a:p>
                    <a:r>
                      <a:rPr lang="en-US" smtClean="0"/>
                      <a:t>7.7%</a:t>
                    </a:r>
                    <a:endParaRPr lang="en-US"/>
                  </a:p>
                </c:rich>
              </c:tx>
              <c:showLegendKey val="0"/>
              <c:showVal val="1"/>
              <c:showCatName val="0"/>
              <c:showSerName val="0"/>
              <c:showPercent val="0"/>
              <c:showBubbleSize val="0"/>
            </c:dLbl>
            <c:showLegendKey val="0"/>
            <c:showVal val="1"/>
            <c:showCatName val="0"/>
            <c:showSerName val="0"/>
            <c:showPercent val="0"/>
            <c:showBubbleSize val="0"/>
            <c:showLeaderLines val="0"/>
          </c:dLbls>
          <c:cat>
            <c:strRef>
              <c:f>Sheet1!$A$2:$A$3</c:f>
              <c:strCache>
                <c:ptCount val="2"/>
                <c:pt idx="0">
                  <c:v>Post-CCTS</c:v>
                </c:pt>
                <c:pt idx="1">
                  <c:v>Pre-CCTS</c:v>
                </c:pt>
              </c:strCache>
            </c:strRef>
          </c:cat>
          <c:val>
            <c:numRef>
              <c:f>Sheet1!$D$2:$D$3</c:f>
              <c:numCache>
                <c:formatCode>General</c:formatCode>
                <c:ptCount val="2"/>
                <c:pt idx="0">
                  <c:v>18.8</c:v>
                </c:pt>
                <c:pt idx="1">
                  <c:v>7.7</c:v>
                </c:pt>
              </c:numCache>
            </c:numRef>
          </c:val>
        </c:ser>
        <c:ser>
          <c:idx val="3"/>
          <c:order val="3"/>
          <c:tx>
            <c:strRef>
              <c:f>Sheet1!$E$1</c:f>
              <c:strCache>
                <c:ptCount val="1"/>
                <c:pt idx="0">
                  <c:v>BCLC C</c:v>
                </c:pt>
              </c:strCache>
            </c:strRef>
          </c:tx>
          <c:invertIfNegative val="0"/>
          <c:dLbls>
            <c:dLbl>
              <c:idx val="0"/>
              <c:layout/>
              <c:tx>
                <c:rich>
                  <a:bodyPr/>
                  <a:lstStyle/>
                  <a:p>
                    <a:r>
                      <a:rPr lang="en-US" smtClean="0"/>
                      <a:t>16.7%</a:t>
                    </a:r>
                    <a:endParaRPr lang="en-US"/>
                  </a:p>
                </c:rich>
              </c:tx>
              <c:showLegendKey val="0"/>
              <c:showVal val="1"/>
              <c:showCatName val="0"/>
              <c:showSerName val="0"/>
              <c:showPercent val="0"/>
              <c:showBubbleSize val="0"/>
            </c:dLbl>
            <c:dLbl>
              <c:idx val="1"/>
              <c:layout/>
              <c:tx>
                <c:rich>
                  <a:bodyPr/>
                  <a:lstStyle/>
                  <a:p>
                    <a:r>
                      <a:rPr lang="en-US" smtClean="0"/>
                      <a:t>32.1%</a:t>
                    </a:r>
                    <a:endParaRPr lang="en-US"/>
                  </a:p>
                </c:rich>
              </c:tx>
              <c:showLegendKey val="0"/>
              <c:showVal val="1"/>
              <c:showCatName val="0"/>
              <c:showSerName val="0"/>
              <c:showPercent val="0"/>
              <c:showBubbleSize val="0"/>
            </c:dLbl>
            <c:showLegendKey val="0"/>
            <c:showVal val="1"/>
            <c:showCatName val="0"/>
            <c:showSerName val="0"/>
            <c:showPercent val="0"/>
            <c:showBubbleSize val="0"/>
            <c:showLeaderLines val="0"/>
          </c:dLbls>
          <c:cat>
            <c:strRef>
              <c:f>Sheet1!$A$2:$A$3</c:f>
              <c:strCache>
                <c:ptCount val="2"/>
                <c:pt idx="0">
                  <c:v>Post-CCTS</c:v>
                </c:pt>
                <c:pt idx="1">
                  <c:v>Pre-CCTS</c:v>
                </c:pt>
              </c:strCache>
            </c:strRef>
          </c:cat>
          <c:val>
            <c:numRef>
              <c:f>Sheet1!$E$2:$E$3</c:f>
              <c:numCache>
                <c:formatCode>General</c:formatCode>
                <c:ptCount val="2"/>
                <c:pt idx="0">
                  <c:v>16.7</c:v>
                </c:pt>
                <c:pt idx="1">
                  <c:v>32.1</c:v>
                </c:pt>
              </c:numCache>
            </c:numRef>
          </c:val>
        </c:ser>
        <c:ser>
          <c:idx val="4"/>
          <c:order val="4"/>
          <c:tx>
            <c:strRef>
              <c:f>Sheet1!$F$1</c:f>
              <c:strCache>
                <c:ptCount val="1"/>
                <c:pt idx="0">
                  <c:v>BCLC D</c:v>
                </c:pt>
              </c:strCache>
            </c:strRef>
          </c:tx>
          <c:invertIfNegative val="0"/>
          <c:dLbls>
            <c:dLbl>
              <c:idx val="0"/>
              <c:layout/>
              <c:tx>
                <c:rich>
                  <a:bodyPr/>
                  <a:lstStyle/>
                  <a:p>
                    <a:r>
                      <a:rPr lang="en-US" smtClean="0"/>
                      <a:t>12.5%</a:t>
                    </a:r>
                    <a:endParaRPr lang="en-US"/>
                  </a:p>
                </c:rich>
              </c:tx>
              <c:showLegendKey val="0"/>
              <c:showVal val="1"/>
              <c:showCatName val="0"/>
              <c:showSerName val="0"/>
              <c:showPercent val="0"/>
              <c:showBubbleSize val="0"/>
            </c:dLbl>
            <c:dLbl>
              <c:idx val="1"/>
              <c:layout/>
              <c:tx>
                <c:rich>
                  <a:bodyPr/>
                  <a:lstStyle/>
                  <a:p>
                    <a:r>
                      <a:rPr lang="en-US" smtClean="0"/>
                      <a:t>25.6%</a:t>
                    </a:r>
                    <a:endParaRPr lang="en-US"/>
                  </a:p>
                </c:rich>
              </c:tx>
              <c:showLegendKey val="0"/>
              <c:showVal val="1"/>
              <c:showCatName val="0"/>
              <c:showSerName val="0"/>
              <c:showPercent val="0"/>
              <c:showBubbleSize val="0"/>
            </c:dLbl>
            <c:showLegendKey val="0"/>
            <c:showVal val="1"/>
            <c:showCatName val="0"/>
            <c:showSerName val="0"/>
            <c:showPercent val="0"/>
            <c:showBubbleSize val="0"/>
            <c:showLeaderLines val="0"/>
          </c:dLbls>
          <c:cat>
            <c:strRef>
              <c:f>Sheet1!$A$2:$A$3</c:f>
              <c:strCache>
                <c:ptCount val="2"/>
                <c:pt idx="0">
                  <c:v>Post-CCTS</c:v>
                </c:pt>
                <c:pt idx="1">
                  <c:v>Pre-CCTS</c:v>
                </c:pt>
              </c:strCache>
            </c:strRef>
          </c:cat>
          <c:val>
            <c:numRef>
              <c:f>Sheet1!$F$2:$F$3</c:f>
              <c:numCache>
                <c:formatCode>General</c:formatCode>
                <c:ptCount val="2"/>
                <c:pt idx="0">
                  <c:v>12.5</c:v>
                </c:pt>
                <c:pt idx="1">
                  <c:v>25.6</c:v>
                </c:pt>
              </c:numCache>
            </c:numRef>
          </c:val>
        </c:ser>
        <c:dLbls>
          <c:showLegendKey val="0"/>
          <c:showVal val="0"/>
          <c:showCatName val="0"/>
          <c:showSerName val="0"/>
          <c:showPercent val="0"/>
          <c:showBubbleSize val="0"/>
        </c:dLbls>
        <c:gapWidth val="150"/>
        <c:overlap val="100"/>
        <c:axId val="43433344"/>
        <c:axId val="117630080"/>
      </c:barChart>
      <c:catAx>
        <c:axId val="43433344"/>
        <c:scaling>
          <c:orientation val="minMax"/>
        </c:scaling>
        <c:delete val="0"/>
        <c:axPos val="l"/>
        <c:majorTickMark val="out"/>
        <c:minorTickMark val="none"/>
        <c:tickLblPos val="nextTo"/>
        <c:crossAx val="117630080"/>
        <c:crosses val="autoZero"/>
        <c:auto val="1"/>
        <c:lblAlgn val="ctr"/>
        <c:lblOffset val="100"/>
        <c:noMultiLvlLbl val="0"/>
      </c:catAx>
      <c:valAx>
        <c:axId val="117630080"/>
        <c:scaling>
          <c:orientation val="minMax"/>
        </c:scaling>
        <c:delete val="0"/>
        <c:axPos val="b"/>
        <c:majorGridlines/>
        <c:numFmt formatCode="0%" sourceLinked="1"/>
        <c:majorTickMark val="out"/>
        <c:minorTickMark val="none"/>
        <c:tickLblPos val="nextTo"/>
        <c:crossAx val="43433344"/>
        <c:crosses val="autoZero"/>
        <c:crossBetween val="between"/>
      </c:valAx>
    </c:plotArea>
    <c:legend>
      <c:legendPos val="r"/>
      <c:layout/>
      <c:overlay val="0"/>
    </c:legend>
    <c:plotVisOnly val="1"/>
    <c:dispBlanksAs val="gap"/>
    <c:showDLblsOverMax val="0"/>
  </c:chart>
  <c:txPr>
    <a:bodyPr/>
    <a:lstStyle/>
    <a:p>
      <a:pPr>
        <a:defRPr sz="1800" b="1">
          <a:solidFill>
            <a:schemeClr val="bg1"/>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Stage I &amp; II (VACT)</c:v>
                </c:pt>
              </c:strCache>
            </c:strRef>
          </c:tx>
          <c:invertIfNegative val="0"/>
          <c:cat>
            <c:numRef>
              <c:f>Sheet1!$A$2:$A$5</c:f>
              <c:numCache>
                <c:formatCode>General</c:formatCode>
                <c:ptCount val="4"/>
                <c:pt idx="0">
                  <c:v>2010</c:v>
                </c:pt>
                <c:pt idx="1">
                  <c:v>2011</c:v>
                </c:pt>
                <c:pt idx="2">
                  <c:v>2012</c:v>
                </c:pt>
                <c:pt idx="3">
                  <c:v>2013</c:v>
                </c:pt>
              </c:numCache>
            </c:numRef>
          </c:cat>
          <c:val>
            <c:numRef>
              <c:f>Sheet1!$B$2:$B$5</c:f>
              <c:numCache>
                <c:formatCode>General</c:formatCode>
                <c:ptCount val="4"/>
                <c:pt idx="0">
                  <c:v>61</c:v>
                </c:pt>
                <c:pt idx="1">
                  <c:v>87</c:v>
                </c:pt>
                <c:pt idx="2">
                  <c:v>71</c:v>
                </c:pt>
                <c:pt idx="3">
                  <c:v>71</c:v>
                </c:pt>
              </c:numCache>
            </c:numRef>
          </c:val>
        </c:ser>
        <c:ser>
          <c:idx val="1"/>
          <c:order val="1"/>
          <c:tx>
            <c:strRef>
              <c:f>Sheet1!$C$1</c:f>
              <c:strCache>
                <c:ptCount val="1"/>
                <c:pt idx="0">
                  <c:v>Stage I &amp; II (NCDB)</c:v>
                </c:pt>
              </c:strCache>
            </c:strRef>
          </c:tx>
          <c:invertIfNegative val="0"/>
          <c:cat>
            <c:numRef>
              <c:f>Sheet1!$A$2:$A$5</c:f>
              <c:numCache>
                <c:formatCode>General</c:formatCode>
                <c:ptCount val="4"/>
                <c:pt idx="0">
                  <c:v>2010</c:v>
                </c:pt>
                <c:pt idx="1">
                  <c:v>2011</c:v>
                </c:pt>
                <c:pt idx="2">
                  <c:v>2012</c:v>
                </c:pt>
                <c:pt idx="3">
                  <c:v>2013</c:v>
                </c:pt>
              </c:numCache>
            </c:numRef>
          </c:cat>
          <c:val>
            <c:numRef>
              <c:f>Sheet1!$C$2:$C$5</c:f>
              <c:numCache>
                <c:formatCode>General</c:formatCode>
                <c:ptCount val="4"/>
                <c:pt idx="0">
                  <c:v>47</c:v>
                </c:pt>
                <c:pt idx="1">
                  <c:v>47</c:v>
                </c:pt>
                <c:pt idx="2">
                  <c:v>48</c:v>
                </c:pt>
                <c:pt idx="3">
                  <c:v>50</c:v>
                </c:pt>
              </c:numCache>
            </c:numRef>
          </c:val>
        </c:ser>
        <c:dLbls>
          <c:showLegendKey val="0"/>
          <c:showVal val="0"/>
          <c:showCatName val="0"/>
          <c:showSerName val="0"/>
          <c:showPercent val="0"/>
          <c:showBubbleSize val="0"/>
        </c:dLbls>
        <c:gapWidth val="150"/>
        <c:axId val="42987520"/>
        <c:axId val="42989056"/>
      </c:barChart>
      <c:catAx>
        <c:axId val="42987520"/>
        <c:scaling>
          <c:orientation val="minMax"/>
        </c:scaling>
        <c:delete val="0"/>
        <c:axPos val="b"/>
        <c:numFmt formatCode="General" sourceLinked="1"/>
        <c:majorTickMark val="out"/>
        <c:minorTickMark val="none"/>
        <c:tickLblPos val="nextTo"/>
        <c:crossAx val="42989056"/>
        <c:crosses val="autoZero"/>
        <c:auto val="1"/>
        <c:lblAlgn val="ctr"/>
        <c:lblOffset val="100"/>
        <c:noMultiLvlLbl val="0"/>
      </c:catAx>
      <c:valAx>
        <c:axId val="42989056"/>
        <c:scaling>
          <c:orientation val="minMax"/>
        </c:scaling>
        <c:delete val="0"/>
        <c:axPos val="l"/>
        <c:majorGridlines/>
        <c:numFmt formatCode="General" sourceLinked="1"/>
        <c:majorTickMark val="out"/>
        <c:minorTickMark val="none"/>
        <c:tickLblPos val="nextTo"/>
        <c:crossAx val="42987520"/>
        <c:crosses val="autoZero"/>
        <c:crossBetween val="between"/>
      </c:valAx>
    </c:plotArea>
    <c:legend>
      <c:legendPos val="r"/>
      <c:layout/>
      <c:overlay val="0"/>
    </c:legend>
    <c:plotVisOnly val="1"/>
    <c:dispBlanksAs val="gap"/>
    <c:showDLblsOverMax val="0"/>
  </c:chart>
  <c:txPr>
    <a:bodyPr/>
    <a:lstStyle/>
    <a:p>
      <a:pPr>
        <a:defRPr sz="1800">
          <a:solidFill>
            <a:schemeClr val="bg1"/>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Stage I &amp; II (VACT)</c:v>
                </c:pt>
              </c:strCache>
            </c:strRef>
          </c:tx>
          <c:invertIfNegative val="0"/>
          <c:cat>
            <c:numRef>
              <c:f>Sheet1!$A$2:$A$5</c:f>
              <c:numCache>
                <c:formatCode>General</c:formatCode>
                <c:ptCount val="4"/>
                <c:pt idx="0">
                  <c:v>2010</c:v>
                </c:pt>
                <c:pt idx="1">
                  <c:v>2011</c:v>
                </c:pt>
                <c:pt idx="2">
                  <c:v>2012</c:v>
                </c:pt>
                <c:pt idx="3">
                  <c:v>2013</c:v>
                </c:pt>
              </c:numCache>
            </c:numRef>
          </c:cat>
          <c:val>
            <c:numRef>
              <c:f>Sheet1!$B$2:$B$5</c:f>
              <c:numCache>
                <c:formatCode>General</c:formatCode>
                <c:ptCount val="4"/>
                <c:pt idx="0">
                  <c:v>44</c:v>
                </c:pt>
                <c:pt idx="1">
                  <c:v>58</c:v>
                </c:pt>
                <c:pt idx="2">
                  <c:v>43</c:v>
                </c:pt>
                <c:pt idx="3">
                  <c:v>62</c:v>
                </c:pt>
              </c:numCache>
            </c:numRef>
          </c:val>
        </c:ser>
        <c:ser>
          <c:idx val="1"/>
          <c:order val="1"/>
          <c:tx>
            <c:strRef>
              <c:f>Sheet1!$C$1</c:f>
              <c:strCache>
                <c:ptCount val="1"/>
                <c:pt idx="0">
                  <c:v>Stage I &amp; II (NCDB)</c:v>
                </c:pt>
              </c:strCache>
            </c:strRef>
          </c:tx>
          <c:invertIfNegative val="0"/>
          <c:cat>
            <c:numRef>
              <c:f>Sheet1!$A$2:$A$5</c:f>
              <c:numCache>
                <c:formatCode>General</c:formatCode>
                <c:ptCount val="4"/>
                <c:pt idx="0">
                  <c:v>2010</c:v>
                </c:pt>
                <c:pt idx="1">
                  <c:v>2011</c:v>
                </c:pt>
                <c:pt idx="2">
                  <c:v>2012</c:v>
                </c:pt>
                <c:pt idx="3">
                  <c:v>2013</c:v>
                </c:pt>
              </c:numCache>
            </c:numRef>
          </c:cat>
          <c:val>
            <c:numRef>
              <c:f>Sheet1!$C$2:$C$5</c:f>
              <c:numCache>
                <c:formatCode>General</c:formatCode>
                <c:ptCount val="4"/>
                <c:pt idx="0">
                  <c:v>37</c:v>
                </c:pt>
                <c:pt idx="1">
                  <c:v>38</c:v>
                </c:pt>
                <c:pt idx="2">
                  <c:v>38</c:v>
                </c:pt>
                <c:pt idx="3">
                  <c:v>39</c:v>
                </c:pt>
              </c:numCache>
            </c:numRef>
          </c:val>
        </c:ser>
        <c:dLbls>
          <c:showLegendKey val="0"/>
          <c:showVal val="0"/>
          <c:showCatName val="0"/>
          <c:showSerName val="0"/>
          <c:showPercent val="0"/>
          <c:showBubbleSize val="0"/>
        </c:dLbls>
        <c:gapWidth val="150"/>
        <c:axId val="125488128"/>
        <c:axId val="125494016"/>
      </c:barChart>
      <c:catAx>
        <c:axId val="125488128"/>
        <c:scaling>
          <c:orientation val="minMax"/>
        </c:scaling>
        <c:delete val="0"/>
        <c:axPos val="b"/>
        <c:numFmt formatCode="General" sourceLinked="1"/>
        <c:majorTickMark val="out"/>
        <c:minorTickMark val="none"/>
        <c:tickLblPos val="nextTo"/>
        <c:crossAx val="125494016"/>
        <c:crosses val="autoZero"/>
        <c:auto val="1"/>
        <c:lblAlgn val="ctr"/>
        <c:lblOffset val="100"/>
        <c:noMultiLvlLbl val="0"/>
      </c:catAx>
      <c:valAx>
        <c:axId val="125494016"/>
        <c:scaling>
          <c:orientation val="minMax"/>
        </c:scaling>
        <c:delete val="0"/>
        <c:axPos val="l"/>
        <c:majorGridlines/>
        <c:numFmt formatCode="General" sourceLinked="1"/>
        <c:majorTickMark val="out"/>
        <c:minorTickMark val="none"/>
        <c:tickLblPos val="nextTo"/>
        <c:crossAx val="125488128"/>
        <c:crosses val="autoZero"/>
        <c:crossBetween val="between"/>
      </c:valAx>
    </c:plotArea>
    <c:legend>
      <c:legendPos val="r"/>
      <c:layout/>
      <c:overlay val="0"/>
    </c:legend>
    <c:plotVisOnly val="1"/>
    <c:dispBlanksAs val="gap"/>
    <c:showDLblsOverMax val="0"/>
  </c:chart>
  <c:txPr>
    <a:bodyPr/>
    <a:lstStyle/>
    <a:p>
      <a:pPr>
        <a:defRPr sz="1800">
          <a:solidFill>
            <a:schemeClr val="bg1"/>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Pre</c:v>
                </c:pt>
              </c:strCache>
            </c:strRef>
          </c:tx>
          <c:invertIfNegative val="0"/>
          <c:dLbls>
            <c:dLblPos val="inEnd"/>
            <c:showLegendKey val="0"/>
            <c:showVal val="1"/>
            <c:showCatName val="0"/>
            <c:showSerName val="0"/>
            <c:showPercent val="0"/>
            <c:showBubbleSize val="0"/>
            <c:showLeaderLines val="0"/>
          </c:dLbls>
          <c:cat>
            <c:strRef>
              <c:f>Sheet1!$A$2:$A$6</c:f>
              <c:strCache>
                <c:ptCount val="5"/>
                <c:pt idx="0">
                  <c:v>Hudson</c:v>
                </c:pt>
                <c:pt idx="1">
                  <c:v>East Orange*</c:v>
                </c:pt>
                <c:pt idx="2">
                  <c:v>Northport</c:v>
                </c:pt>
                <c:pt idx="3">
                  <c:v>NY Harbor</c:v>
                </c:pt>
                <c:pt idx="4">
                  <c:v>Bronx</c:v>
                </c:pt>
              </c:strCache>
            </c:strRef>
          </c:cat>
          <c:val>
            <c:numRef>
              <c:f>Sheet1!$B$2:$B$6</c:f>
              <c:numCache>
                <c:formatCode>General</c:formatCode>
                <c:ptCount val="5"/>
                <c:pt idx="0">
                  <c:v>93</c:v>
                </c:pt>
                <c:pt idx="1">
                  <c:v>61</c:v>
                </c:pt>
                <c:pt idx="2">
                  <c:v>87.5</c:v>
                </c:pt>
                <c:pt idx="3">
                  <c:v>33</c:v>
                </c:pt>
                <c:pt idx="4">
                  <c:v>33.5</c:v>
                </c:pt>
              </c:numCache>
            </c:numRef>
          </c:val>
        </c:ser>
        <c:ser>
          <c:idx val="1"/>
          <c:order val="1"/>
          <c:tx>
            <c:strRef>
              <c:f>Sheet1!$C$1</c:f>
              <c:strCache>
                <c:ptCount val="1"/>
                <c:pt idx="0">
                  <c:v>Post</c:v>
                </c:pt>
              </c:strCache>
            </c:strRef>
          </c:tx>
          <c:invertIfNegative val="0"/>
          <c:dLbls>
            <c:dLblPos val="inEnd"/>
            <c:showLegendKey val="0"/>
            <c:showVal val="1"/>
            <c:showCatName val="0"/>
            <c:showSerName val="0"/>
            <c:showPercent val="0"/>
            <c:showBubbleSize val="0"/>
            <c:showLeaderLines val="0"/>
          </c:dLbls>
          <c:cat>
            <c:strRef>
              <c:f>Sheet1!$A$2:$A$6</c:f>
              <c:strCache>
                <c:ptCount val="5"/>
                <c:pt idx="0">
                  <c:v>Hudson</c:v>
                </c:pt>
                <c:pt idx="1">
                  <c:v>East Orange*</c:v>
                </c:pt>
                <c:pt idx="2">
                  <c:v>Northport</c:v>
                </c:pt>
                <c:pt idx="3">
                  <c:v>NY Harbor</c:v>
                </c:pt>
                <c:pt idx="4">
                  <c:v>Bronx</c:v>
                </c:pt>
              </c:strCache>
            </c:strRef>
          </c:cat>
          <c:val>
            <c:numRef>
              <c:f>Sheet1!$C$2:$C$6</c:f>
              <c:numCache>
                <c:formatCode>General</c:formatCode>
                <c:ptCount val="5"/>
                <c:pt idx="0">
                  <c:v>31</c:v>
                </c:pt>
                <c:pt idx="1">
                  <c:v>57.5</c:v>
                </c:pt>
                <c:pt idx="2">
                  <c:v>28.5</c:v>
                </c:pt>
                <c:pt idx="3">
                  <c:v>24</c:v>
                </c:pt>
                <c:pt idx="4">
                  <c:v>10</c:v>
                </c:pt>
              </c:numCache>
            </c:numRef>
          </c:val>
        </c:ser>
        <c:dLbls>
          <c:showLegendKey val="0"/>
          <c:showVal val="0"/>
          <c:showCatName val="0"/>
          <c:showSerName val="0"/>
          <c:showPercent val="0"/>
          <c:showBubbleSize val="0"/>
        </c:dLbls>
        <c:gapWidth val="150"/>
        <c:axId val="125516800"/>
        <c:axId val="125526784"/>
      </c:barChart>
      <c:catAx>
        <c:axId val="125516800"/>
        <c:scaling>
          <c:orientation val="minMax"/>
        </c:scaling>
        <c:delete val="0"/>
        <c:axPos val="b"/>
        <c:majorTickMark val="out"/>
        <c:minorTickMark val="none"/>
        <c:tickLblPos val="nextTo"/>
        <c:crossAx val="125526784"/>
        <c:crosses val="autoZero"/>
        <c:auto val="1"/>
        <c:lblAlgn val="ctr"/>
        <c:lblOffset val="100"/>
        <c:noMultiLvlLbl val="0"/>
      </c:catAx>
      <c:valAx>
        <c:axId val="125526784"/>
        <c:scaling>
          <c:orientation val="minMax"/>
        </c:scaling>
        <c:delete val="0"/>
        <c:axPos val="l"/>
        <c:majorGridlines>
          <c:spPr>
            <a:ln>
              <a:noFill/>
            </a:ln>
          </c:spPr>
        </c:majorGridlines>
        <c:title>
          <c:tx>
            <c:rich>
              <a:bodyPr rot="-5400000" vert="horz"/>
              <a:lstStyle/>
              <a:p>
                <a:pPr>
                  <a:defRPr/>
                </a:pPr>
                <a:r>
                  <a:rPr lang="en-US"/>
                  <a:t>Days between diagnosis &amp; treatment</a:t>
                </a:r>
              </a:p>
            </c:rich>
          </c:tx>
          <c:layout/>
          <c:overlay val="0"/>
        </c:title>
        <c:numFmt formatCode="General" sourceLinked="1"/>
        <c:majorTickMark val="out"/>
        <c:minorTickMark val="none"/>
        <c:tickLblPos val="nextTo"/>
        <c:crossAx val="125516800"/>
        <c:crosses val="autoZero"/>
        <c:crossBetween val="between"/>
        <c:majorUnit val="20"/>
      </c:valAx>
    </c:plotArea>
    <c:legend>
      <c:legendPos val="r"/>
      <c:layout/>
      <c:overlay val="0"/>
    </c:legend>
    <c:plotVisOnly val="1"/>
    <c:dispBlanksAs val="gap"/>
    <c:showDLblsOverMax val="0"/>
  </c:chart>
  <c:txPr>
    <a:bodyPr/>
    <a:lstStyle/>
    <a:p>
      <a:pPr>
        <a:defRPr sz="1800">
          <a:solidFill>
            <a:schemeClr val="bg1"/>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75" b="1" i="0" u="none" strike="noStrike" baseline="0">
                <a:solidFill>
                  <a:srgbClr val="000000"/>
                </a:solidFill>
                <a:latin typeface="Arial"/>
                <a:ea typeface="Arial"/>
                <a:cs typeface="Arial"/>
              </a:defRPr>
            </a:pPr>
            <a:r>
              <a:rPr lang="en-US"/>
              <a:t>Mount Washington</a:t>
            </a:r>
          </a:p>
        </c:rich>
      </c:tx>
      <c:layout>
        <c:manualLayout>
          <c:xMode val="edge"/>
          <c:yMode val="edge"/>
          <c:x val="0.40357899341529702"/>
          <c:y val="1.93122387479343E-2"/>
        </c:manualLayout>
      </c:layout>
      <c:overlay val="0"/>
      <c:spPr>
        <a:noFill/>
        <a:ln w="25400">
          <a:noFill/>
        </a:ln>
      </c:spPr>
    </c:title>
    <c:autoTitleDeleted val="0"/>
    <c:plotArea>
      <c:layout>
        <c:manualLayout>
          <c:layoutTarget val="inner"/>
          <c:xMode val="edge"/>
          <c:yMode val="edge"/>
          <c:x val="6.0930607358290798E-2"/>
          <c:y val="9.3138670166229301E-2"/>
          <c:w val="0.89536561219321287"/>
          <c:h val="0.82624914941187944"/>
        </c:manualLayout>
      </c:layout>
      <c:lineChart>
        <c:grouping val="standard"/>
        <c:varyColors val="0"/>
        <c:ser>
          <c:idx val="3"/>
          <c:order val="0"/>
          <c:tx>
            <c:strRef>
              <c:f>'08_08_13_mount_washington'!$D$1</c:f>
              <c:strCache>
                <c:ptCount val="1"/>
                <c:pt idx="0">
                  <c:v>Watts</c:v>
                </c:pt>
              </c:strCache>
            </c:strRef>
          </c:tx>
          <c:spPr>
            <a:ln w="12700">
              <a:solidFill>
                <a:srgbClr val="339966"/>
              </a:solidFill>
              <a:prstDash val="solid"/>
            </a:ln>
          </c:spPr>
          <c:marker>
            <c:symbol val="none"/>
          </c:marker>
          <c:cat>
            <c:numRef>
              <c:f>'08_08_13_mount_washington'!$K$2:$K$4769</c:f>
              <c:numCache>
                <c:formatCode>General</c:formatCode>
                <c:ptCount val="4768"/>
                <c:pt idx="0">
                  <c:v>6.8310000000000011E-3</c:v>
                </c:pt>
                <c:pt idx="1">
                  <c:v>8.0730000000000055E-3</c:v>
                </c:pt>
                <c:pt idx="2">
                  <c:v>9.3150000000000073E-3</c:v>
                </c:pt>
                <c:pt idx="3">
                  <c:v>1.0557E-2</c:v>
                </c:pt>
                <c:pt idx="4">
                  <c:v>1.3041000000000009E-2</c:v>
                </c:pt>
                <c:pt idx="5">
                  <c:v>1.4282999999999999E-2</c:v>
                </c:pt>
                <c:pt idx="6">
                  <c:v>1.6767000000000011E-2</c:v>
                </c:pt>
                <c:pt idx="7">
                  <c:v>1.8630000000000008E-2</c:v>
                </c:pt>
                <c:pt idx="8">
                  <c:v>2.1114000000000001E-2</c:v>
                </c:pt>
                <c:pt idx="9">
                  <c:v>2.3597999999999997E-2</c:v>
                </c:pt>
                <c:pt idx="10">
                  <c:v>2.7324000000000001E-2</c:v>
                </c:pt>
                <c:pt idx="11">
                  <c:v>3.1671000000000026E-2</c:v>
                </c:pt>
                <c:pt idx="12">
                  <c:v>3.5396999999999998E-2</c:v>
                </c:pt>
                <c:pt idx="13">
                  <c:v>3.9122999999999998E-2</c:v>
                </c:pt>
                <c:pt idx="14">
                  <c:v>4.3470000000000002E-2</c:v>
                </c:pt>
                <c:pt idx="15">
                  <c:v>4.719600000000003E-2</c:v>
                </c:pt>
                <c:pt idx="16">
                  <c:v>5.0922000000000023E-2</c:v>
                </c:pt>
                <c:pt idx="17">
                  <c:v>5.5269000000000013E-2</c:v>
                </c:pt>
                <c:pt idx="18">
                  <c:v>5.775300000000004E-2</c:v>
                </c:pt>
                <c:pt idx="19">
                  <c:v>6.1479000000000006E-2</c:v>
                </c:pt>
                <c:pt idx="20">
                  <c:v>6.5204999999999999E-2</c:v>
                </c:pt>
                <c:pt idx="21">
                  <c:v>6.9552000000000044E-2</c:v>
                </c:pt>
                <c:pt idx="22">
                  <c:v>7.2036000000000058E-2</c:v>
                </c:pt>
                <c:pt idx="23">
                  <c:v>7.5762000000000052E-2</c:v>
                </c:pt>
                <c:pt idx="24">
                  <c:v>8.0109000000000027E-2</c:v>
                </c:pt>
                <c:pt idx="25">
                  <c:v>8.3835000000000062E-2</c:v>
                </c:pt>
                <c:pt idx="26">
                  <c:v>8.6319000000000007E-2</c:v>
                </c:pt>
                <c:pt idx="27">
                  <c:v>9.0045000000000042E-2</c:v>
                </c:pt>
                <c:pt idx="28">
                  <c:v>9.315000000000008E-2</c:v>
                </c:pt>
                <c:pt idx="29">
                  <c:v>9.6876000000000032E-2</c:v>
                </c:pt>
                <c:pt idx="30">
                  <c:v>9.9360000000000032E-2</c:v>
                </c:pt>
                <c:pt idx="31">
                  <c:v>0.10370700000000002</c:v>
                </c:pt>
                <c:pt idx="32">
                  <c:v>0.10743299999999999</c:v>
                </c:pt>
                <c:pt idx="33">
                  <c:v>0.11115899999999995</c:v>
                </c:pt>
                <c:pt idx="34">
                  <c:v>0.11364299999999998</c:v>
                </c:pt>
                <c:pt idx="35">
                  <c:v>0.11674800000000002</c:v>
                </c:pt>
                <c:pt idx="36">
                  <c:v>0.12047400000000004</c:v>
                </c:pt>
                <c:pt idx="37">
                  <c:v>0.12295800000000001</c:v>
                </c:pt>
                <c:pt idx="38">
                  <c:v>0.12668399999999991</c:v>
                </c:pt>
                <c:pt idx="39">
                  <c:v>0.12978899999999999</c:v>
                </c:pt>
                <c:pt idx="40">
                  <c:v>0.13351499999999999</c:v>
                </c:pt>
                <c:pt idx="41">
                  <c:v>0.13599900000000009</c:v>
                </c:pt>
                <c:pt idx="42">
                  <c:v>0.14034600000000008</c:v>
                </c:pt>
                <c:pt idx="43">
                  <c:v>0.14283000000000001</c:v>
                </c:pt>
                <c:pt idx="44">
                  <c:v>0.14655599999999999</c:v>
                </c:pt>
                <c:pt idx="45">
                  <c:v>0.14904000000000009</c:v>
                </c:pt>
                <c:pt idx="46">
                  <c:v>0.15214500000000009</c:v>
                </c:pt>
                <c:pt idx="47">
                  <c:v>0.15587100000000001</c:v>
                </c:pt>
                <c:pt idx="48">
                  <c:v>0.15959700000000018</c:v>
                </c:pt>
                <c:pt idx="49">
                  <c:v>0.16208100000000003</c:v>
                </c:pt>
                <c:pt idx="50">
                  <c:v>0.16518600000000003</c:v>
                </c:pt>
                <c:pt idx="51">
                  <c:v>0.16766999999999999</c:v>
                </c:pt>
                <c:pt idx="52">
                  <c:v>0.170154</c:v>
                </c:pt>
                <c:pt idx="53">
                  <c:v>0.17263800000000001</c:v>
                </c:pt>
                <c:pt idx="54">
                  <c:v>0.17512199999999997</c:v>
                </c:pt>
                <c:pt idx="55">
                  <c:v>0.17698500000000006</c:v>
                </c:pt>
                <c:pt idx="56">
                  <c:v>0.17946900000000013</c:v>
                </c:pt>
                <c:pt idx="57">
                  <c:v>0.18071100000000007</c:v>
                </c:pt>
                <c:pt idx="58">
                  <c:v>0.18319500000000008</c:v>
                </c:pt>
                <c:pt idx="59">
                  <c:v>0.18567899999999998</c:v>
                </c:pt>
                <c:pt idx="60">
                  <c:v>0.18692100000000009</c:v>
                </c:pt>
                <c:pt idx="61">
                  <c:v>0.18878400000000009</c:v>
                </c:pt>
                <c:pt idx="62">
                  <c:v>0.19126800000000005</c:v>
                </c:pt>
                <c:pt idx="63">
                  <c:v>0.19251000000000001</c:v>
                </c:pt>
                <c:pt idx="64">
                  <c:v>0.19375200000000004</c:v>
                </c:pt>
                <c:pt idx="65">
                  <c:v>0.19623600000000005</c:v>
                </c:pt>
                <c:pt idx="66">
                  <c:v>0.19747800000000004</c:v>
                </c:pt>
                <c:pt idx="67">
                  <c:v>0.19872000000000004</c:v>
                </c:pt>
                <c:pt idx="68">
                  <c:v>0.201825</c:v>
                </c:pt>
                <c:pt idx="69">
                  <c:v>0.20306700000000008</c:v>
                </c:pt>
                <c:pt idx="70">
                  <c:v>0.2043090000000001</c:v>
                </c:pt>
                <c:pt idx="71">
                  <c:v>0.20555100000000001</c:v>
                </c:pt>
                <c:pt idx="72">
                  <c:v>0.20803500000000008</c:v>
                </c:pt>
                <c:pt idx="73">
                  <c:v>0.2092770000000001</c:v>
                </c:pt>
                <c:pt idx="74">
                  <c:v>0.21051900000000012</c:v>
                </c:pt>
                <c:pt idx="75">
                  <c:v>0.21176100000000009</c:v>
                </c:pt>
                <c:pt idx="76">
                  <c:v>0.21362399999999998</c:v>
                </c:pt>
                <c:pt idx="77">
                  <c:v>0.21486600000000006</c:v>
                </c:pt>
                <c:pt idx="78">
                  <c:v>0.21735000000000004</c:v>
                </c:pt>
                <c:pt idx="79">
                  <c:v>0.21859200000000006</c:v>
                </c:pt>
                <c:pt idx="80">
                  <c:v>0.21983400000000006</c:v>
                </c:pt>
                <c:pt idx="81">
                  <c:v>0.22231800000000004</c:v>
                </c:pt>
                <c:pt idx="82">
                  <c:v>0.22356000000000001</c:v>
                </c:pt>
                <c:pt idx="83">
                  <c:v>0.22542300000000001</c:v>
                </c:pt>
                <c:pt idx="84">
                  <c:v>0.22790700000000011</c:v>
                </c:pt>
                <c:pt idx="85">
                  <c:v>0.22914900000000005</c:v>
                </c:pt>
                <c:pt idx="86">
                  <c:v>0.23039099999999998</c:v>
                </c:pt>
                <c:pt idx="87">
                  <c:v>0.232875</c:v>
                </c:pt>
                <c:pt idx="88">
                  <c:v>0.23411699999999999</c:v>
                </c:pt>
                <c:pt idx="89">
                  <c:v>0.23535900000000001</c:v>
                </c:pt>
                <c:pt idx="90">
                  <c:v>0.23846400000000009</c:v>
                </c:pt>
                <c:pt idx="91">
                  <c:v>0.23970600000000009</c:v>
                </c:pt>
                <c:pt idx="92">
                  <c:v>0.24094800000000016</c:v>
                </c:pt>
                <c:pt idx="93">
                  <c:v>0.24219000000000004</c:v>
                </c:pt>
                <c:pt idx="94">
                  <c:v>0.244674</c:v>
                </c:pt>
                <c:pt idx="95">
                  <c:v>0.24591600000000019</c:v>
                </c:pt>
                <c:pt idx="96">
                  <c:v>0.24715800000000004</c:v>
                </c:pt>
                <c:pt idx="97">
                  <c:v>0.2490210000000001</c:v>
                </c:pt>
                <c:pt idx="98">
                  <c:v>0.25150500000000003</c:v>
                </c:pt>
                <c:pt idx="99">
                  <c:v>0.25274699999999994</c:v>
                </c:pt>
                <c:pt idx="100">
                  <c:v>0.25398900000000008</c:v>
                </c:pt>
                <c:pt idx="101">
                  <c:v>0.25647300000000001</c:v>
                </c:pt>
                <c:pt idx="102">
                  <c:v>0.25771500000000003</c:v>
                </c:pt>
                <c:pt idx="103">
                  <c:v>0.2589570000000001</c:v>
                </c:pt>
                <c:pt idx="104">
                  <c:v>0.26019899999999996</c:v>
                </c:pt>
                <c:pt idx="105">
                  <c:v>0.26330400000000015</c:v>
                </c:pt>
                <c:pt idx="106">
                  <c:v>0.264546</c:v>
                </c:pt>
                <c:pt idx="107">
                  <c:v>0.26578800000000002</c:v>
                </c:pt>
                <c:pt idx="108">
                  <c:v>0.2670300000000001</c:v>
                </c:pt>
                <c:pt idx="109">
                  <c:v>0.26827200000000001</c:v>
                </c:pt>
                <c:pt idx="110">
                  <c:v>0.26951400000000014</c:v>
                </c:pt>
                <c:pt idx="111">
                  <c:v>0.270756</c:v>
                </c:pt>
                <c:pt idx="112">
                  <c:v>0.27199800000000002</c:v>
                </c:pt>
                <c:pt idx="113">
                  <c:v>0.27386100000000002</c:v>
                </c:pt>
                <c:pt idx="114">
                  <c:v>0.2751030000000001</c:v>
                </c:pt>
                <c:pt idx="115">
                  <c:v>0.27758700000000008</c:v>
                </c:pt>
                <c:pt idx="116">
                  <c:v>0.27882900000000027</c:v>
                </c:pt>
                <c:pt idx="117">
                  <c:v>0.28007100000000001</c:v>
                </c:pt>
                <c:pt idx="118">
                  <c:v>0.2813130000000002</c:v>
                </c:pt>
                <c:pt idx="119">
                  <c:v>0.282555</c:v>
                </c:pt>
                <c:pt idx="120">
                  <c:v>0.28379699999999997</c:v>
                </c:pt>
                <c:pt idx="121">
                  <c:v>0.28566000000000008</c:v>
                </c:pt>
                <c:pt idx="122">
                  <c:v>0.28690200000000021</c:v>
                </c:pt>
                <c:pt idx="123">
                  <c:v>0.28814400000000001</c:v>
                </c:pt>
                <c:pt idx="124">
                  <c:v>0.29062800000000016</c:v>
                </c:pt>
                <c:pt idx="125">
                  <c:v>0.29187000000000024</c:v>
                </c:pt>
                <c:pt idx="126">
                  <c:v>0.29311200000000015</c:v>
                </c:pt>
                <c:pt idx="127">
                  <c:v>0.29435400000000017</c:v>
                </c:pt>
                <c:pt idx="128">
                  <c:v>0.29559600000000008</c:v>
                </c:pt>
                <c:pt idx="129">
                  <c:v>0.29745900000000008</c:v>
                </c:pt>
                <c:pt idx="130">
                  <c:v>0.29870100000000011</c:v>
                </c:pt>
                <c:pt idx="131">
                  <c:v>0.29994300000000002</c:v>
                </c:pt>
                <c:pt idx="132">
                  <c:v>0.3011850000000002</c:v>
                </c:pt>
                <c:pt idx="133">
                  <c:v>0.30366900000000008</c:v>
                </c:pt>
                <c:pt idx="134">
                  <c:v>0.30491100000000027</c:v>
                </c:pt>
                <c:pt idx="135">
                  <c:v>0.30615300000000001</c:v>
                </c:pt>
                <c:pt idx="136">
                  <c:v>0.30739500000000008</c:v>
                </c:pt>
                <c:pt idx="137">
                  <c:v>0.30863700000000011</c:v>
                </c:pt>
                <c:pt idx="138">
                  <c:v>0.31050000000000016</c:v>
                </c:pt>
                <c:pt idx="139">
                  <c:v>0.31174200000000002</c:v>
                </c:pt>
                <c:pt idx="140">
                  <c:v>0.31422600000000017</c:v>
                </c:pt>
                <c:pt idx="141">
                  <c:v>0.31546800000000036</c:v>
                </c:pt>
                <c:pt idx="142">
                  <c:v>0.31671000000000021</c:v>
                </c:pt>
                <c:pt idx="143">
                  <c:v>0.31795200000000018</c:v>
                </c:pt>
                <c:pt idx="144">
                  <c:v>0.3191940000000002</c:v>
                </c:pt>
                <c:pt idx="145">
                  <c:v>0.32043600000000017</c:v>
                </c:pt>
                <c:pt idx="146">
                  <c:v>0.322299</c:v>
                </c:pt>
                <c:pt idx="147">
                  <c:v>0.32354100000000002</c:v>
                </c:pt>
                <c:pt idx="148">
                  <c:v>0.32478300000000027</c:v>
                </c:pt>
                <c:pt idx="149">
                  <c:v>0.3272670000000002</c:v>
                </c:pt>
                <c:pt idx="150">
                  <c:v>0.32850900000000016</c:v>
                </c:pt>
                <c:pt idx="151">
                  <c:v>0.32975100000000002</c:v>
                </c:pt>
                <c:pt idx="152">
                  <c:v>0.3309930000000002</c:v>
                </c:pt>
                <c:pt idx="153">
                  <c:v>0.332235</c:v>
                </c:pt>
                <c:pt idx="154">
                  <c:v>0.33409800000000017</c:v>
                </c:pt>
                <c:pt idx="155">
                  <c:v>0.33534000000000036</c:v>
                </c:pt>
                <c:pt idx="156">
                  <c:v>0.3378240000000004</c:v>
                </c:pt>
                <c:pt idx="157">
                  <c:v>0.33906600000000037</c:v>
                </c:pt>
                <c:pt idx="158">
                  <c:v>0.34030800000000022</c:v>
                </c:pt>
                <c:pt idx="159">
                  <c:v>0.34155000000000008</c:v>
                </c:pt>
                <c:pt idx="160">
                  <c:v>0.3427920000000001</c:v>
                </c:pt>
                <c:pt idx="161">
                  <c:v>0.34403400000000006</c:v>
                </c:pt>
                <c:pt idx="162">
                  <c:v>0.34589700000000007</c:v>
                </c:pt>
                <c:pt idx="163">
                  <c:v>0.34713900000000009</c:v>
                </c:pt>
                <c:pt idx="164">
                  <c:v>0.34838100000000027</c:v>
                </c:pt>
                <c:pt idx="165">
                  <c:v>0.34962300000000018</c:v>
                </c:pt>
                <c:pt idx="166">
                  <c:v>0.35210700000000006</c:v>
                </c:pt>
                <c:pt idx="167">
                  <c:v>0.35334900000000008</c:v>
                </c:pt>
                <c:pt idx="168">
                  <c:v>0.3545910000000001</c:v>
                </c:pt>
                <c:pt idx="169">
                  <c:v>0.35583300000000007</c:v>
                </c:pt>
                <c:pt idx="170">
                  <c:v>0.3570750000000002</c:v>
                </c:pt>
                <c:pt idx="171">
                  <c:v>0.35893800000000015</c:v>
                </c:pt>
                <c:pt idx="172">
                  <c:v>0.36018000000000017</c:v>
                </c:pt>
                <c:pt idx="173">
                  <c:v>0.36142200000000024</c:v>
                </c:pt>
                <c:pt idx="174">
                  <c:v>0.36266400000000021</c:v>
                </c:pt>
                <c:pt idx="175">
                  <c:v>0.36514800000000008</c:v>
                </c:pt>
                <c:pt idx="176">
                  <c:v>0.36639000000000027</c:v>
                </c:pt>
                <c:pt idx="177">
                  <c:v>0.36763200000000001</c:v>
                </c:pt>
                <c:pt idx="178">
                  <c:v>0.36887400000000031</c:v>
                </c:pt>
                <c:pt idx="179">
                  <c:v>0.37073700000000004</c:v>
                </c:pt>
                <c:pt idx="180">
                  <c:v>0.37197900000000017</c:v>
                </c:pt>
                <c:pt idx="181">
                  <c:v>0.37322100000000008</c:v>
                </c:pt>
                <c:pt idx="182">
                  <c:v>0.37446300000000027</c:v>
                </c:pt>
                <c:pt idx="183">
                  <c:v>0.37570500000000001</c:v>
                </c:pt>
                <c:pt idx="184">
                  <c:v>0.3769470000000002</c:v>
                </c:pt>
                <c:pt idx="185">
                  <c:v>0.37818900000000016</c:v>
                </c:pt>
                <c:pt idx="186">
                  <c:v>0.37943100000000007</c:v>
                </c:pt>
                <c:pt idx="187">
                  <c:v>0.38067300000000021</c:v>
                </c:pt>
                <c:pt idx="188">
                  <c:v>0.38377800000000017</c:v>
                </c:pt>
                <c:pt idx="189">
                  <c:v>0.38502000000000025</c:v>
                </c:pt>
                <c:pt idx="190">
                  <c:v>0.38626200000000022</c:v>
                </c:pt>
                <c:pt idx="191">
                  <c:v>0.38750400000000024</c:v>
                </c:pt>
                <c:pt idx="192">
                  <c:v>0.38874600000000015</c:v>
                </c:pt>
                <c:pt idx="193">
                  <c:v>0.38998800000000033</c:v>
                </c:pt>
                <c:pt idx="194">
                  <c:v>0.39123000000000002</c:v>
                </c:pt>
                <c:pt idx="195">
                  <c:v>0.39247200000000038</c:v>
                </c:pt>
                <c:pt idx="196">
                  <c:v>0.39433500000000027</c:v>
                </c:pt>
                <c:pt idx="197">
                  <c:v>0.39557700000000018</c:v>
                </c:pt>
                <c:pt idx="198">
                  <c:v>0.39681900000000037</c:v>
                </c:pt>
                <c:pt idx="199">
                  <c:v>0.39806100000000016</c:v>
                </c:pt>
                <c:pt idx="200">
                  <c:v>0.39930300000000024</c:v>
                </c:pt>
                <c:pt idx="201">
                  <c:v>0.40054500000000004</c:v>
                </c:pt>
                <c:pt idx="202">
                  <c:v>0.40178700000000001</c:v>
                </c:pt>
                <c:pt idx="203">
                  <c:v>0.40302900000000008</c:v>
                </c:pt>
                <c:pt idx="204">
                  <c:v>0.40551300000000001</c:v>
                </c:pt>
                <c:pt idx="205">
                  <c:v>0.40737600000000024</c:v>
                </c:pt>
                <c:pt idx="206">
                  <c:v>0.4086180000000002</c:v>
                </c:pt>
                <c:pt idx="207">
                  <c:v>0.40986000000000017</c:v>
                </c:pt>
                <c:pt idx="208">
                  <c:v>0.41110200000000002</c:v>
                </c:pt>
                <c:pt idx="209">
                  <c:v>0.41234400000000021</c:v>
                </c:pt>
                <c:pt idx="210">
                  <c:v>0.41482800000000036</c:v>
                </c:pt>
                <c:pt idx="211">
                  <c:v>0.41607000000000016</c:v>
                </c:pt>
                <c:pt idx="212">
                  <c:v>0.41731200000000024</c:v>
                </c:pt>
                <c:pt idx="213">
                  <c:v>0.42041700000000021</c:v>
                </c:pt>
                <c:pt idx="214">
                  <c:v>0.42165900000000001</c:v>
                </c:pt>
                <c:pt idx="215">
                  <c:v>0.42290100000000008</c:v>
                </c:pt>
                <c:pt idx="216">
                  <c:v>0.42414300000000005</c:v>
                </c:pt>
                <c:pt idx="217">
                  <c:v>0.4266270000000002</c:v>
                </c:pt>
                <c:pt idx="218">
                  <c:v>0.42786900000000022</c:v>
                </c:pt>
                <c:pt idx="219">
                  <c:v>0.42911100000000008</c:v>
                </c:pt>
                <c:pt idx="220">
                  <c:v>0.43097400000000025</c:v>
                </c:pt>
                <c:pt idx="221">
                  <c:v>0.43345800000000018</c:v>
                </c:pt>
                <c:pt idx="222">
                  <c:v>0.43470000000000014</c:v>
                </c:pt>
                <c:pt idx="223">
                  <c:v>0.43594200000000016</c:v>
                </c:pt>
                <c:pt idx="224">
                  <c:v>0.43718400000000024</c:v>
                </c:pt>
                <c:pt idx="225">
                  <c:v>0.43966800000000017</c:v>
                </c:pt>
                <c:pt idx="226">
                  <c:v>0.44091000000000008</c:v>
                </c:pt>
                <c:pt idx="227">
                  <c:v>0.44277300000000003</c:v>
                </c:pt>
                <c:pt idx="228">
                  <c:v>0.44401500000000016</c:v>
                </c:pt>
                <c:pt idx="229">
                  <c:v>0.44649900000000009</c:v>
                </c:pt>
                <c:pt idx="230">
                  <c:v>0.447741</c:v>
                </c:pt>
                <c:pt idx="231">
                  <c:v>0.44898300000000019</c:v>
                </c:pt>
                <c:pt idx="232">
                  <c:v>0.4502250000000001</c:v>
                </c:pt>
                <c:pt idx="233">
                  <c:v>0.45270900000000003</c:v>
                </c:pt>
                <c:pt idx="234">
                  <c:v>0.4539510000000001</c:v>
                </c:pt>
                <c:pt idx="235">
                  <c:v>0.45581400000000016</c:v>
                </c:pt>
                <c:pt idx="236">
                  <c:v>0.45705600000000002</c:v>
                </c:pt>
                <c:pt idx="237">
                  <c:v>0.45954</c:v>
                </c:pt>
                <c:pt idx="238">
                  <c:v>0.46078200000000002</c:v>
                </c:pt>
                <c:pt idx="239">
                  <c:v>0.46202400000000021</c:v>
                </c:pt>
                <c:pt idx="240">
                  <c:v>0.46326600000000001</c:v>
                </c:pt>
                <c:pt idx="241">
                  <c:v>0.46450800000000014</c:v>
                </c:pt>
                <c:pt idx="242">
                  <c:v>0.467613</c:v>
                </c:pt>
                <c:pt idx="243">
                  <c:v>0.46885500000000002</c:v>
                </c:pt>
                <c:pt idx="244">
                  <c:v>0.4700970000000001</c:v>
                </c:pt>
                <c:pt idx="245">
                  <c:v>0.47133900000000001</c:v>
                </c:pt>
                <c:pt idx="246">
                  <c:v>0.47382300000000027</c:v>
                </c:pt>
                <c:pt idx="247">
                  <c:v>0.47506500000000002</c:v>
                </c:pt>
                <c:pt idx="248">
                  <c:v>0.4763070000000002</c:v>
                </c:pt>
                <c:pt idx="249">
                  <c:v>0.477549</c:v>
                </c:pt>
                <c:pt idx="250">
                  <c:v>0.48065400000000008</c:v>
                </c:pt>
                <c:pt idx="251">
                  <c:v>0.48189600000000021</c:v>
                </c:pt>
                <c:pt idx="252">
                  <c:v>0.48313800000000001</c:v>
                </c:pt>
                <c:pt idx="253">
                  <c:v>0.48562200000000016</c:v>
                </c:pt>
                <c:pt idx="254">
                  <c:v>0.48686400000000024</c:v>
                </c:pt>
                <c:pt idx="255">
                  <c:v>0.48810600000000021</c:v>
                </c:pt>
                <c:pt idx="256">
                  <c:v>0.49059000000000008</c:v>
                </c:pt>
                <c:pt idx="257">
                  <c:v>0.4924530000000002</c:v>
                </c:pt>
                <c:pt idx="258">
                  <c:v>0.49369500000000011</c:v>
                </c:pt>
                <c:pt idx="259">
                  <c:v>0.4961790000000002</c:v>
                </c:pt>
                <c:pt idx="260">
                  <c:v>0.49742100000000017</c:v>
                </c:pt>
                <c:pt idx="261">
                  <c:v>0.49866300000000002</c:v>
                </c:pt>
                <c:pt idx="262">
                  <c:v>0.49990500000000021</c:v>
                </c:pt>
                <c:pt idx="263">
                  <c:v>0.50238899999999953</c:v>
                </c:pt>
                <c:pt idx="264">
                  <c:v>0.5042519999999997</c:v>
                </c:pt>
                <c:pt idx="265">
                  <c:v>0.505494</c:v>
                </c:pt>
                <c:pt idx="266">
                  <c:v>0.50673599999999996</c:v>
                </c:pt>
                <c:pt idx="267">
                  <c:v>0.5079779999999996</c:v>
                </c:pt>
                <c:pt idx="268">
                  <c:v>0.51046199999999953</c:v>
                </c:pt>
                <c:pt idx="269">
                  <c:v>0.5117039999999996</c:v>
                </c:pt>
                <c:pt idx="270">
                  <c:v>0.51294600000000001</c:v>
                </c:pt>
                <c:pt idx="271">
                  <c:v>0.51418799999999965</c:v>
                </c:pt>
                <c:pt idx="272">
                  <c:v>0.517293</c:v>
                </c:pt>
                <c:pt idx="273">
                  <c:v>0.51853499999999952</c:v>
                </c:pt>
                <c:pt idx="274">
                  <c:v>0.5197769999999996</c:v>
                </c:pt>
                <c:pt idx="275">
                  <c:v>0.52101900000000001</c:v>
                </c:pt>
                <c:pt idx="276">
                  <c:v>0.52226099999999953</c:v>
                </c:pt>
                <c:pt idx="277">
                  <c:v>0.52350299999999939</c:v>
                </c:pt>
                <c:pt idx="278">
                  <c:v>0.52474500000000035</c:v>
                </c:pt>
                <c:pt idx="279">
                  <c:v>0.52784999999999993</c:v>
                </c:pt>
                <c:pt idx="280">
                  <c:v>0.52909200000000001</c:v>
                </c:pt>
                <c:pt idx="281">
                  <c:v>0.53033399999999953</c:v>
                </c:pt>
                <c:pt idx="282">
                  <c:v>0.5315759999999996</c:v>
                </c:pt>
                <c:pt idx="283">
                  <c:v>0.53405999999999998</c:v>
                </c:pt>
                <c:pt idx="284">
                  <c:v>0.53530199999999961</c:v>
                </c:pt>
                <c:pt idx="285">
                  <c:v>0.53654400000000002</c:v>
                </c:pt>
                <c:pt idx="286">
                  <c:v>0.53778599999999999</c:v>
                </c:pt>
                <c:pt idx="287">
                  <c:v>0.54089100000000034</c:v>
                </c:pt>
                <c:pt idx="288">
                  <c:v>0.54213299999999953</c:v>
                </c:pt>
                <c:pt idx="289">
                  <c:v>0.54337499999999961</c:v>
                </c:pt>
                <c:pt idx="290">
                  <c:v>0.54585899999999998</c:v>
                </c:pt>
                <c:pt idx="291">
                  <c:v>0.54710099999999962</c:v>
                </c:pt>
                <c:pt idx="292">
                  <c:v>0.54958499999999966</c:v>
                </c:pt>
                <c:pt idx="293">
                  <c:v>0.55082699999999996</c:v>
                </c:pt>
                <c:pt idx="294">
                  <c:v>0.55393199999999998</c:v>
                </c:pt>
                <c:pt idx="295">
                  <c:v>0.55517400000000039</c:v>
                </c:pt>
                <c:pt idx="296">
                  <c:v>0.55641599999999969</c:v>
                </c:pt>
                <c:pt idx="297">
                  <c:v>0.5589000000000004</c:v>
                </c:pt>
                <c:pt idx="298">
                  <c:v>0.56014200000000003</c:v>
                </c:pt>
                <c:pt idx="299">
                  <c:v>0.56262600000000029</c:v>
                </c:pt>
                <c:pt idx="300">
                  <c:v>0.56448900000000002</c:v>
                </c:pt>
                <c:pt idx="301">
                  <c:v>0.56573099999999998</c:v>
                </c:pt>
                <c:pt idx="302">
                  <c:v>0.56821500000000003</c:v>
                </c:pt>
                <c:pt idx="303">
                  <c:v>0.56945699999999966</c:v>
                </c:pt>
                <c:pt idx="304">
                  <c:v>0.57069900000000073</c:v>
                </c:pt>
                <c:pt idx="305">
                  <c:v>0.57194100000000037</c:v>
                </c:pt>
                <c:pt idx="306">
                  <c:v>0.57442500000000041</c:v>
                </c:pt>
                <c:pt idx="307">
                  <c:v>0.57628800000000002</c:v>
                </c:pt>
                <c:pt idx="308">
                  <c:v>0.57752999999999999</c:v>
                </c:pt>
                <c:pt idx="309">
                  <c:v>0.58001399999999959</c:v>
                </c:pt>
                <c:pt idx="310">
                  <c:v>0.58125599999999977</c:v>
                </c:pt>
                <c:pt idx="311">
                  <c:v>0.58249799999999952</c:v>
                </c:pt>
                <c:pt idx="312">
                  <c:v>0.58498199999999978</c:v>
                </c:pt>
                <c:pt idx="313">
                  <c:v>0.58622399999999975</c:v>
                </c:pt>
                <c:pt idx="314">
                  <c:v>0.58746599999999938</c:v>
                </c:pt>
                <c:pt idx="315">
                  <c:v>0.58932899999999977</c:v>
                </c:pt>
                <c:pt idx="316">
                  <c:v>0.59181299999999948</c:v>
                </c:pt>
                <c:pt idx="317">
                  <c:v>0.59305500000000011</c:v>
                </c:pt>
                <c:pt idx="318">
                  <c:v>0.59553899999999937</c:v>
                </c:pt>
                <c:pt idx="319">
                  <c:v>0.59678100000000012</c:v>
                </c:pt>
                <c:pt idx="320">
                  <c:v>0.59802299999999975</c:v>
                </c:pt>
                <c:pt idx="321">
                  <c:v>0.60112800000000033</c:v>
                </c:pt>
                <c:pt idx="322">
                  <c:v>0.60236999999999996</c:v>
                </c:pt>
                <c:pt idx="323">
                  <c:v>0.60361199999999993</c:v>
                </c:pt>
                <c:pt idx="324">
                  <c:v>0.6060960000000003</c:v>
                </c:pt>
                <c:pt idx="325">
                  <c:v>0.6073379999999996</c:v>
                </c:pt>
                <c:pt idx="326">
                  <c:v>0.60982200000000031</c:v>
                </c:pt>
                <c:pt idx="327">
                  <c:v>0.61106399999999961</c:v>
                </c:pt>
                <c:pt idx="328">
                  <c:v>0.61292700000000033</c:v>
                </c:pt>
                <c:pt idx="329">
                  <c:v>0.61541100000000004</c:v>
                </c:pt>
                <c:pt idx="330">
                  <c:v>0.61665300000000034</c:v>
                </c:pt>
                <c:pt idx="331">
                  <c:v>0.61913700000000005</c:v>
                </c:pt>
                <c:pt idx="332">
                  <c:v>0.62037900000000035</c:v>
                </c:pt>
                <c:pt idx="333">
                  <c:v>0.62162100000000053</c:v>
                </c:pt>
                <c:pt idx="334">
                  <c:v>0.62472600000000034</c:v>
                </c:pt>
                <c:pt idx="335">
                  <c:v>0.62596799999999997</c:v>
                </c:pt>
                <c:pt idx="336">
                  <c:v>0.62721000000000005</c:v>
                </c:pt>
                <c:pt idx="337">
                  <c:v>0.62969400000000053</c:v>
                </c:pt>
                <c:pt idx="338">
                  <c:v>0.63093600000000005</c:v>
                </c:pt>
                <c:pt idx="339">
                  <c:v>0.63341999999999998</c:v>
                </c:pt>
                <c:pt idx="340">
                  <c:v>0.63466200000000039</c:v>
                </c:pt>
                <c:pt idx="341">
                  <c:v>0.63590400000000036</c:v>
                </c:pt>
                <c:pt idx="342">
                  <c:v>0.63900899999999994</c:v>
                </c:pt>
                <c:pt idx="343">
                  <c:v>0.6402509999999999</c:v>
                </c:pt>
                <c:pt idx="344">
                  <c:v>0.64149299999999998</c:v>
                </c:pt>
                <c:pt idx="345">
                  <c:v>0.64397699999999991</c:v>
                </c:pt>
                <c:pt idx="346">
                  <c:v>0.64521899999999999</c:v>
                </c:pt>
                <c:pt idx="347">
                  <c:v>0.64646099999999962</c:v>
                </c:pt>
                <c:pt idx="348">
                  <c:v>0.64956599999999998</c:v>
                </c:pt>
                <c:pt idx="349">
                  <c:v>0.65080800000000061</c:v>
                </c:pt>
                <c:pt idx="350">
                  <c:v>0.65205000000000035</c:v>
                </c:pt>
                <c:pt idx="351">
                  <c:v>0.65453400000000039</c:v>
                </c:pt>
                <c:pt idx="352">
                  <c:v>0.65577600000000036</c:v>
                </c:pt>
                <c:pt idx="353">
                  <c:v>0.65701799999999999</c:v>
                </c:pt>
                <c:pt idx="354">
                  <c:v>0.65950200000000003</c:v>
                </c:pt>
                <c:pt idx="355">
                  <c:v>0.66136499999999998</c:v>
                </c:pt>
                <c:pt idx="356">
                  <c:v>0.66384900000000047</c:v>
                </c:pt>
                <c:pt idx="357">
                  <c:v>0.66509100000000054</c:v>
                </c:pt>
                <c:pt idx="358">
                  <c:v>0.66757499999999992</c:v>
                </c:pt>
                <c:pt idx="359">
                  <c:v>0.67005900000000052</c:v>
                </c:pt>
                <c:pt idx="360">
                  <c:v>0.67130099999999993</c:v>
                </c:pt>
                <c:pt idx="361">
                  <c:v>0.67440600000000039</c:v>
                </c:pt>
                <c:pt idx="362">
                  <c:v>0.6756480000000008</c:v>
                </c:pt>
                <c:pt idx="363">
                  <c:v>0.6781320000000004</c:v>
                </c:pt>
                <c:pt idx="364">
                  <c:v>0.68061600000000011</c:v>
                </c:pt>
                <c:pt idx="365">
                  <c:v>0.68185800000000052</c:v>
                </c:pt>
                <c:pt idx="366">
                  <c:v>0.68434200000000012</c:v>
                </c:pt>
                <c:pt idx="367">
                  <c:v>0.68620499999999973</c:v>
                </c:pt>
                <c:pt idx="368">
                  <c:v>0.68868900000000044</c:v>
                </c:pt>
                <c:pt idx="369">
                  <c:v>0.69117300000000015</c:v>
                </c:pt>
                <c:pt idx="370">
                  <c:v>0.69241500000000011</c:v>
                </c:pt>
                <c:pt idx="371">
                  <c:v>0.69489900000000071</c:v>
                </c:pt>
                <c:pt idx="372">
                  <c:v>0.69614100000000045</c:v>
                </c:pt>
                <c:pt idx="373">
                  <c:v>0.69924600000000003</c:v>
                </c:pt>
                <c:pt idx="374">
                  <c:v>0.70048799999999956</c:v>
                </c:pt>
                <c:pt idx="375">
                  <c:v>0.70297199999999993</c:v>
                </c:pt>
                <c:pt idx="376">
                  <c:v>0.70421399999999956</c:v>
                </c:pt>
                <c:pt idx="377">
                  <c:v>0.70669799999999994</c:v>
                </c:pt>
                <c:pt idx="378">
                  <c:v>0.7079399999999999</c:v>
                </c:pt>
                <c:pt idx="379">
                  <c:v>0.71104500000000048</c:v>
                </c:pt>
                <c:pt idx="380">
                  <c:v>0.712287</c:v>
                </c:pt>
                <c:pt idx="381">
                  <c:v>0.7147710000000006</c:v>
                </c:pt>
                <c:pt idx="382">
                  <c:v>0.71601300000000001</c:v>
                </c:pt>
                <c:pt idx="383">
                  <c:v>0.71725499999999998</c:v>
                </c:pt>
                <c:pt idx="384">
                  <c:v>0.71973900000000035</c:v>
                </c:pt>
                <c:pt idx="385">
                  <c:v>0.7216020000000003</c:v>
                </c:pt>
                <c:pt idx="386">
                  <c:v>0.7240859999999999</c:v>
                </c:pt>
                <c:pt idx="387">
                  <c:v>0.72532799999999997</c:v>
                </c:pt>
                <c:pt idx="388">
                  <c:v>0.7278119999999999</c:v>
                </c:pt>
                <c:pt idx="389">
                  <c:v>0.72905399999999998</c:v>
                </c:pt>
                <c:pt idx="390">
                  <c:v>0.73029599999999995</c:v>
                </c:pt>
                <c:pt idx="391">
                  <c:v>0.73278000000000032</c:v>
                </c:pt>
                <c:pt idx="392">
                  <c:v>0.7346430000000006</c:v>
                </c:pt>
                <c:pt idx="393">
                  <c:v>0.73712699999999998</c:v>
                </c:pt>
                <c:pt idx="394">
                  <c:v>0.73836900000000005</c:v>
                </c:pt>
                <c:pt idx="395">
                  <c:v>0.74085299999999998</c:v>
                </c:pt>
                <c:pt idx="396">
                  <c:v>0.74209500000000073</c:v>
                </c:pt>
                <c:pt idx="397">
                  <c:v>0.74457899999999999</c:v>
                </c:pt>
                <c:pt idx="398">
                  <c:v>0.74644199999999994</c:v>
                </c:pt>
                <c:pt idx="399">
                  <c:v>0.74892600000000031</c:v>
                </c:pt>
                <c:pt idx="400">
                  <c:v>0.75016799999999961</c:v>
                </c:pt>
                <c:pt idx="401">
                  <c:v>0.75265200000000032</c:v>
                </c:pt>
                <c:pt idx="402">
                  <c:v>0.75389399999999995</c:v>
                </c:pt>
                <c:pt idx="403">
                  <c:v>0.75637799999999999</c:v>
                </c:pt>
                <c:pt idx="404">
                  <c:v>0.75824100000000061</c:v>
                </c:pt>
                <c:pt idx="405">
                  <c:v>0.76072500000000076</c:v>
                </c:pt>
                <c:pt idx="406">
                  <c:v>0.76196700000000039</c:v>
                </c:pt>
                <c:pt idx="407">
                  <c:v>0.76445100000000044</c:v>
                </c:pt>
                <c:pt idx="408">
                  <c:v>0.76569300000000073</c:v>
                </c:pt>
                <c:pt idx="409">
                  <c:v>0.76817700000000044</c:v>
                </c:pt>
                <c:pt idx="410">
                  <c:v>0.76941900000000041</c:v>
                </c:pt>
                <c:pt idx="411">
                  <c:v>0.77252399999999988</c:v>
                </c:pt>
                <c:pt idx="412">
                  <c:v>0.77376599999999984</c:v>
                </c:pt>
                <c:pt idx="413">
                  <c:v>0.77625000000000022</c:v>
                </c:pt>
                <c:pt idx="414">
                  <c:v>0.77749200000000018</c:v>
                </c:pt>
                <c:pt idx="415">
                  <c:v>0.77997600000000022</c:v>
                </c:pt>
                <c:pt idx="416">
                  <c:v>0.78121799999999952</c:v>
                </c:pt>
                <c:pt idx="417">
                  <c:v>0.78432299999999955</c:v>
                </c:pt>
                <c:pt idx="418">
                  <c:v>0.7855649999999994</c:v>
                </c:pt>
                <c:pt idx="419">
                  <c:v>0.78804899999999989</c:v>
                </c:pt>
                <c:pt idx="420">
                  <c:v>0.78929099999999996</c:v>
                </c:pt>
                <c:pt idx="421">
                  <c:v>0.7917749999999999</c:v>
                </c:pt>
                <c:pt idx="422">
                  <c:v>0.79301699999999953</c:v>
                </c:pt>
                <c:pt idx="423">
                  <c:v>0.796122</c:v>
                </c:pt>
                <c:pt idx="424">
                  <c:v>0.79860600000000004</c:v>
                </c:pt>
                <c:pt idx="425">
                  <c:v>0.79984800000000034</c:v>
                </c:pt>
                <c:pt idx="426">
                  <c:v>0.80233199999999971</c:v>
                </c:pt>
                <c:pt idx="427">
                  <c:v>0.80481599999999998</c:v>
                </c:pt>
                <c:pt idx="428">
                  <c:v>0.80667899999999992</c:v>
                </c:pt>
                <c:pt idx="429">
                  <c:v>0.80916299999999941</c:v>
                </c:pt>
                <c:pt idx="430">
                  <c:v>0.8104049999999996</c:v>
                </c:pt>
                <c:pt idx="431">
                  <c:v>0.81288899999999997</c:v>
                </c:pt>
                <c:pt idx="432">
                  <c:v>0.81537300000000001</c:v>
                </c:pt>
                <c:pt idx="433">
                  <c:v>0.81661499999999998</c:v>
                </c:pt>
                <c:pt idx="434">
                  <c:v>0.81972000000000034</c:v>
                </c:pt>
                <c:pt idx="435">
                  <c:v>0.82096200000000008</c:v>
                </c:pt>
                <c:pt idx="436">
                  <c:v>0.82344600000000001</c:v>
                </c:pt>
                <c:pt idx="437">
                  <c:v>0.82468800000000042</c:v>
                </c:pt>
                <c:pt idx="438">
                  <c:v>0.82717200000000002</c:v>
                </c:pt>
                <c:pt idx="439">
                  <c:v>0.82965600000000039</c:v>
                </c:pt>
                <c:pt idx="440">
                  <c:v>0.83151900000000001</c:v>
                </c:pt>
                <c:pt idx="441">
                  <c:v>0.83400299999999961</c:v>
                </c:pt>
                <c:pt idx="442">
                  <c:v>0.83524500000000035</c:v>
                </c:pt>
                <c:pt idx="443">
                  <c:v>0.83772899999999995</c:v>
                </c:pt>
                <c:pt idx="444">
                  <c:v>0.84021299999999965</c:v>
                </c:pt>
                <c:pt idx="445">
                  <c:v>0.84145499999999962</c:v>
                </c:pt>
                <c:pt idx="446">
                  <c:v>0.84456000000000009</c:v>
                </c:pt>
                <c:pt idx="447">
                  <c:v>0.84580200000000005</c:v>
                </c:pt>
                <c:pt idx="448">
                  <c:v>0.8482860000000001</c:v>
                </c:pt>
                <c:pt idx="449">
                  <c:v>0.84952800000000039</c:v>
                </c:pt>
                <c:pt idx="450">
                  <c:v>0.8520120000000001</c:v>
                </c:pt>
                <c:pt idx="451">
                  <c:v>0.85511700000000002</c:v>
                </c:pt>
                <c:pt idx="452">
                  <c:v>0.85635899999999998</c:v>
                </c:pt>
                <c:pt idx="453">
                  <c:v>0.85884300000000036</c:v>
                </c:pt>
                <c:pt idx="454">
                  <c:v>0.86008499999999999</c:v>
                </c:pt>
                <c:pt idx="455">
                  <c:v>0.86256900000000003</c:v>
                </c:pt>
                <c:pt idx="456">
                  <c:v>0.86381100000000033</c:v>
                </c:pt>
                <c:pt idx="457">
                  <c:v>0.86629500000000048</c:v>
                </c:pt>
                <c:pt idx="458">
                  <c:v>0.86815799999999999</c:v>
                </c:pt>
                <c:pt idx="459">
                  <c:v>0.87064200000000025</c:v>
                </c:pt>
                <c:pt idx="460">
                  <c:v>0.87188399999999999</c:v>
                </c:pt>
                <c:pt idx="461">
                  <c:v>0.87436799999999959</c:v>
                </c:pt>
                <c:pt idx="462">
                  <c:v>0.87561000000000033</c:v>
                </c:pt>
                <c:pt idx="463">
                  <c:v>0.87809399999999993</c:v>
                </c:pt>
                <c:pt idx="464">
                  <c:v>0.87995699999999999</c:v>
                </c:pt>
                <c:pt idx="465">
                  <c:v>0.88244100000000014</c:v>
                </c:pt>
                <c:pt idx="466">
                  <c:v>0.88368300000000011</c:v>
                </c:pt>
                <c:pt idx="467">
                  <c:v>0.88616699999999959</c:v>
                </c:pt>
                <c:pt idx="468">
                  <c:v>0.88740900000000011</c:v>
                </c:pt>
                <c:pt idx="469">
                  <c:v>0.88989300000000027</c:v>
                </c:pt>
                <c:pt idx="470">
                  <c:v>0.8917560000000001</c:v>
                </c:pt>
                <c:pt idx="471">
                  <c:v>0.8942399999999997</c:v>
                </c:pt>
                <c:pt idx="472">
                  <c:v>0.89672400000000019</c:v>
                </c:pt>
                <c:pt idx="473">
                  <c:v>0.89796599999999971</c:v>
                </c:pt>
                <c:pt idx="474">
                  <c:v>0.90044999999999997</c:v>
                </c:pt>
                <c:pt idx="475">
                  <c:v>0.90169199999999994</c:v>
                </c:pt>
                <c:pt idx="476">
                  <c:v>0.90479700000000041</c:v>
                </c:pt>
                <c:pt idx="477">
                  <c:v>0.907281</c:v>
                </c:pt>
                <c:pt idx="478">
                  <c:v>0.90852300000000008</c:v>
                </c:pt>
                <c:pt idx="479">
                  <c:v>0.91100700000000001</c:v>
                </c:pt>
                <c:pt idx="480">
                  <c:v>0.91224900000000042</c:v>
                </c:pt>
                <c:pt idx="481">
                  <c:v>0.91473300000000002</c:v>
                </c:pt>
                <c:pt idx="482">
                  <c:v>0.9178379999999996</c:v>
                </c:pt>
                <c:pt idx="483">
                  <c:v>0.91908000000000001</c:v>
                </c:pt>
                <c:pt idx="484">
                  <c:v>0.92156399999999938</c:v>
                </c:pt>
                <c:pt idx="485">
                  <c:v>0.92404799999999998</c:v>
                </c:pt>
                <c:pt idx="486">
                  <c:v>0.92528999999999961</c:v>
                </c:pt>
                <c:pt idx="487">
                  <c:v>0.92839500000000041</c:v>
                </c:pt>
                <c:pt idx="488">
                  <c:v>0.92963700000000005</c:v>
                </c:pt>
                <c:pt idx="489">
                  <c:v>0.93212099999999998</c:v>
                </c:pt>
                <c:pt idx="490">
                  <c:v>0.93336299999999939</c:v>
                </c:pt>
                <c:pt idx="491">
                  <c:v>0.93584699999999998</c:v>
                </c:pt>
                <c:pt idx="492">
                  <c:v>0.93833099999999958</c:v>
                </c:pt>
                <c:pt idx="493">
                  <c:v>0.94019399999999997</c:v>
                </c:pt>
                <c:pt idx="494">
                  <c:v>0.94267800000000035</c:v>
                </c:pt>
                <c:pt idx="495">
                  <c:v>0.94391999999999998</c:v>
                </c:pt>
                <c:pt idx="496">
                  <c:v>0.94640400000000002</c:v>
                </c:pt>
                <c:pt idx="497">
                  <c:v>0.94764600000000032</c:v>
                </c:pt>
                <c:pt idx="498">
                  <c:v>0.95013000000000003</c:v>
                </c:pt>
                <c:pt idx="499">
                  <c:v>0.95199299999999998</c:v>
                </c:pt>
                <c:pt idx="500">
                  <c:v>0.95447699999999958</c:v>
                </c:pt>
                <c:pt idx="501">
                  <c:v>0.95696099999999962</c:v>
                </c:pt>
                <c:pt idx="502">
                  <c:v>0.95820299999999958</c:v>
                </c:pt>
                <c:pt idx="503">
                  <c:v>0.96068699999999996</c:v>
                </c:pt>
                <c:pt idx="504">
                  <c:v>0.96317100000000033</c:v>
                </c:pt>
                <c:pt idx="505">
                  <c:v>0.96627600000000002</c:v>
                </c:pt>
                <c:pt idx="506">
                  <c:v>0.9687600000000004</c:v>
                </c:pt>
                <c:pt idx="507">
                  <c:v>0.97000199999999992</c:v>
                </c:pt>
                <c:pt idx="508">
                  <c:v>0.97248599999999996</c:v>
                </c:pt>
                <c:pt idx="509">
                  <c:v>0.97497000000000023</c:v>
                </c:pt>
                <c:pt idx="510">
                  <c:v>0.97807499999999981</c:v>
                </c:pt>
                <c:pt idx="511">
                  <c:v>0.9805589999999994</c:v>
                </c:pt>
                <c:pt idx="512">
                  <c:v>0.98180099999999959</c:v>
                </c:pt>
                <c:pt idx="513">
                  <c:v>0.98428499999999941</c:v>
                </c:pt>
                <c:pt idx="514">
                  <c:v>0.98676900000000001</c:v>
                </c:pt>
                <c:pt idx="515">
                  <c:v>0.98863200000000007</c:v>
                </c:pt>
                <c:pt idx="516">
                  <c:v>0.99111599999999966</c:v>
                </c:pt>
                <c:pt idx="517">
                  <c:v>0.99360000000000004</c:v>
                </c:pt>
                <c:pt idx="518">
                  <c:v>0.994842</c:v>
                </c:pt>
                <c:pt idx="519">
                  <c:v>0.99732599999999971</c:v>
                </c:pt>
                <c:pt idx="520">
                  <c:v>1.0004309999999998</c:v>
                </c:pt>
                <c:pt idx="521">
                  <c:v>1.0016729999999998</c:v>
                </c:pt>
                <c:pt idx="522">
                  <c:v>1.0041570000000006</c:v>
                </c:pt>
                <c:pt idx="523">
                  <c:v>1.0066409999999999</c:v>
                </c:pt>
                <c:pt idx="524">
                  <c:v>1.0078829999999999</c:v>
                </c:pt>
                <c:pt idx="525">
                  <c:v>1.010367</c:v>
                </c:pt>
                <c:pt idx="526">
                  <c:v>1.0116089999999998</c:v>
                </c:pt>
                <c:pt idx="527">
                  <c:v>1.0147139999999999</c:v>
                </c:pt>
                <c:pt idx="528">
                  <c:v>1.0171979999999998</c:v>
                </c:pt>
                <c:pt idx="529">
                  <c:v>1.01844</c:v>
                </c:pt>
                <c:pt idx="530">
                  <c:v>1.0209239999999993</c:v>
                </c:pt>
                <c:pt idx="531">
                  <c:v>1.0234079999999999</c:v>
                </c:pt>
                <c:pt idx="532">
                  <c:v>1.0252709999999998</c:v>
                </c:pt>
                <c:pt idx="533">
                  <c:v>1.027755</c:v>
                </c:pt>
                <c:pt idx="534">
                  <c:v>1.0302389999999999</c:v>
                </c:pt>
                <c:pt idx="535">
                  <c:v>1.0314809999999999</c:v>
                </c:pt>
                <c:pt idx="536">
                  <c:v>1.0339649999999994</c:v>
                </c:pt>
                <c:pt idx="537">
                  <c:v>1.035207</c:v>
                </c:pt>
                <c:pt idx="538">
                  <c:v>1.0383119999999999</c:v>
                </c:pt>
                <c:pt idx="539">
                  <c:v>1.0407959999999998</c:v>
                </c:pt>
                <c:pt idx="540">
                  <c:v>1.042038</c:v>
                </c:pt>
                <c:pt idx="541">
                  <c:v>1.044522</c:v>
                </c:pt>
                <c:pt idx="542">
                  <c:v>1.0457639999999992</c:v>
                </c:pt>
                <c:pt idx="543">
                  <c:v>1.0488689999999998</c:v>
                </c:pt>
                <c:pt idx="544">
                  <c:v>1.050111</c:v>
                </c:pt>
                <c:pt idx="545">
                  <c:v>1.0525949999999993</c:v>
                </c:pt>
                <c:pt idx="546">
                  <c:v>1.0538369999999995</c:v>
                </c:pt>
                <c:pt idx="547">
                  <c:v>1.0563209999999998</c:v>
                </c:pt>
                <c:pt idx="548">
                  <c:v>1.0575629999999998</c:v>
                </c:pt>
                <c:pt idx="549">
                  <c:v>1.0600470000000006</c:v>
                </c:pt>
                <c:pt idx="550">
                  <c:v>1.0619099999999992</c:v>
                </c:pt>
                <c:pt idx="551">
                  <c:v>1.0643939999999998</c:v>
                </c:pt>
                <c:pt idx="552">
                  <c:v>1.0656359999999998</c:v>
                </c:pt>
                <c:pt idx="553">
                  <c:v>1.06812</c:v>
                </c:pt>
                <c:pt idx="554">
                  <c:v>1.0693619999999993</c:v>
                </c:pt>
                <c:pt idx="555">
                  <c:v>1.0718459999999999</c:v>
                </c:pt>
                <c:pt idx="556">
                  <c:v>1.0737089999999998</c:v>
                </c:pt>
                <c:pt idx="557">
                  <c:v>1.074951</c:v>
                </c:pt>
                <c:pt idx="558">
                  <c:v>1.0774349999999995</c:v>
                </c:pt>
                <c:pt idx="559">
                  <c:v>1.0799189999999999</c:v>
                </c:pt>
                <c:pt idx="560">
                  <c:v>1.0811609999999998</c:v>
                </c:pt>
                <c:pt idx="561">
                  <c:v>1.083645</c:v>
                </c:pt>
                <c:pt idx="562">
                  <c:v>1.0855079999999999</c:v>
                </c:pt>
                <c:pt idx="563">
                  <c:v>1.0867499999999999</c:v>
                </c:pt>
                <c:pt idx="564">
                  <c:v>1.0892339999999998</c:v>
                </c:pt>
                <c:pt idx="565">
                  <c:v>1.090476</c:v>
                </c:pt>
                <c:pt idx="566">
                  <c:v>1.0929599999999999</c:v>
                </c:pt>
                <c:pt idx="567">
                  <c:v>1.0942019999999999</c:v>
                </c:pt>
                <c:pt idx="568">
                  <c:v>1.096686</c:v>
                </c:pt>
                <c:pt idx="569">
                  <c:v>1.098549</c:v>
                </c:pt>
                <c:pt idx="570">
                  <c:v>1.1010329999999999</c:v>
                </c:pt>
                <c:pt idx="571">
                  <c:v>1.1022749999999999</c:v>
                </c:pt>
                <c:pt idx="572">
                  <c:v>1.1035169999999999</c:v>
                </c:pt>
                <c:pt idx="573">
                  <c:v>1.106001</c:v>
                </c:pt>
                <c:pt idx="574">
                  <c:v>1.107243</c:v>
                </c:pt>
                <c:pt idx="575">
                  <c:v>1.1103480000000001</c:v>
                </c:pt>
                <c:pt idx="576">
                  <c:v>1.1115899999999999</c:v>
                </c:pt>
                <c:pt idx="577">
                  <c:v>1.112832</c:v>
                </c:pt>
                <c:pt idx="578">
                  <c:v>1.115316</c:v>
                </c:pt>
                <c:pt idx="579">
                  <c:v>1.1165580000000006</c:v>
                </c:pt>
                <c:pt idx="580">
                  <c:v>1.1190420000000001</c:v>
                </c:pt>
                <c:pt idx="581">
                  <c:v>1.1202840000000001</c:v>
                </c:pt>
                <c:pt idx="582">
                  <c:v>1.123389</c:v>
                </c:pt>
                <c:pt idx="583">
                  <c:v>1.1246309999999999</c:v>
                </c:pt>
                <c:pt idx="584">
                  <c:v>1.1258729999999999</c:v>
                </c:pt>
                <c:pt idx="585">
                  <c:v>1.1283570000000007</c:v>
                </c:pt>
                <c:pt idx="586">
                  <c:v>1.1295989999999998</c:v>
                </c:pt>
                <c:pt idx="587">
                  <c:v>1.1320830000000006</c:v>
                </c:pt>
                <c:pt idx="588">
                  <c:v>1.1351880000000001</c:v>
                </c:pt>
                <c:pt idx="589">
                  <c:v>1.1364300000000001</c:v>
                </c:pt>
                <c:pt idx="590">
                  <c:v>1.138914</c:v>
                </c:pt>
                <c:pt idx="591">
                  <c:v>1.1401560000000006</c:v>
                </c:pt>
                <c:pt idx="592">
                  <c:v>1.1426400000000001</c:v>
                </c:pt>
                <c:pt idx="593">
                  <c:v>1.1438820000000001</c:v>
                </c:pt>
                <c:pt idx="594">
                  <c:v>1.1469870000000006</c:v>
                </c:pt>
                <c:pt idx="595">
                  <c:v>1.1494709999999999</c:v>
                </c:pt>
                <c:pt idx="596">
                  <c:v>1.1507130000000001</c:v>
                </c:pt>
                <c:pt idx="597">
                  <c:v>1.153197</c:v>
                </c:pt>
                <c:pt idx="598">
                  <c:v>1.154439</c:v>
                </c:pt>
                <c:pt idx="599">
                  <c:v>1.155681</c:v>
                </c:pt>
                <c:pt idx="600">
                  <c:v>1.1587860000000001</c:v>
                </c:pt>
                <c:pt idx="601">
                  <c:v>1.1600280000000001</c:v>
                </c:pt>
                <c:pt idx="602">
                  <c:v>1.1625120000000007</c:v>
                </c:pt>
                <c:pt idx="603">
                  <c:v>1.163754</c:v>
                </c:pt>
                <c:pt idx="604">
                  <c:v>1.1662380000000001</c:v>
                </c:pt>
                <c:pt idx="605">
                  <c:v>1.1674799999999999</c:v>
                </c:pt>
                <c:pt idx="606">
                  <c:v>1.1705850000000007</c:v>
                </c:pt>
                <c:pt idx="607">
                  <c:v>1.171827</c:v>
                </c:pt>
                <c:pt idx="608">
                  <c:v>1.1743110000000001</c:v>
                </c:pt>
                <c:pt idx="609">
                  <c:v>1.1755530000000001</c:v>
                </c:pt>
                <c:pt idx="610">
                  <c:v>1.1780370000000007</c:v>
                </c:pt>
                <c:pt idx="611">
                  <c:v>1.179279</c:v>
                </c:pt>
                <c:pt idx="612">
                  <c:v>1.1823840000000001</c:v>
                </c:pt>
                <c:pt idx="613">
                  <c:v>1.1836259999999998</c:v>
                </c:pt>
                <c:pt idx="614">
                  <c:v>1.1861100000000007</c:v>
                </c:pt>
                <c:pt idx="615">
                  <c:v>1.1873520000000006</c:v>
                </c:pt>
                <c:pt idx="616">
                  <c:v>1.1898359999999999</c:v>
                </c:pt>
                <c:pt idx="617">
                  <c:v>1.1910780000000001</c:v>
                </c:pt>
                <c:pt idx="618">
                  <c:v>1.193562</c:v>
                </c:pt>
                <c:pt idx="619">
                  <c:v>1.195425</c:v>
                </c:pt>
                <c:pt idx="620">
                  <c:v>1.1979089999999999</c:v>
                </c:pt>
                <c:pt idx="621">
                  <c:v>1.1991510000000001</c:v>
                </c:pt>
                <c:pt idx="622">
                  <c:v>1.2003929999999998</c:v>
                </c:pt>
                <c:pt idx="623">
                  <c:v>1.202877</c:v>
                </c:pt>
                <c:pt idx="624">
                  <c:v>1.2041189999999999</c:v>
                </c:pt>
                <c:pt idx="625">
                  <c:v>1.2072239999999992</c:v>
                </c:pt>
                <c:pt idx="626">
                  <c:v>1.2097079999999998</c:v>
                </c:pt>
                <c:pt idx="627">
                  <c:v>1.21095</c:v>
                </c:pt>
                <c:pt idx="628">
                  <c:v>1.2134339999999992</c:v>
                </c:pt>
                <c:pt idx="629">
                  <c:v>1.2146759999999999</c:v>
                </c:pt>
                <c:pt idx="630">
                  <c:v>1.2171599999999998</c:v>
                </c:pt>
                <c:pt idx="631">
                  <c:v>1.2202649999999993</c:v>
                </c:pt>
                <c:pt idx="632">
                  <c:v>1.2215069999999995</c:v>
                </c:pt>
                <c:pt idx="633">
                  <c:v>1.2239909999999992</c:v>
                </c:pt>
                <c:pt idx="634">
                  <c:v>1.226475</c:v>
                </c:pt>
                <c:pt idx="635">
                  <c:v>1.2277169999999993</c:v>
                </c:pt>
                <c:pt idx="636">
                  <c:v>1.2308219999999994</c:v>
                </c:pt>
                <c:pt idx="637">
                  <c:v>1.2333059999999998</c:v>
                </c:pt>
                <c:pt idx="638">
                  <c:v>1.234548</c:v>
                </c:pt>
                <c:pt idx="639">
                  <c:v>1.2370319999999992</c:v>
                </c:pt>
                <c:pt idx="640">
                  <c:v>1.2395159999999998</c:v>
                </c:pt>
                <c:pt idx="641">
                  <c:v>1.240758</c:v>
                </c:pt>
                <c:pt idx="642">
                  <c:v>1.2438629999999995</c:v>
                </c:pt>
                <c:pt idx="643">
                  <c:v>1.2451049999999992</c:v>
                </c:pt>
                <c:pt idx="644">
                  <c:v>1.2475889999999998</c:v>
                </c:pt>
                <c:pt idx="645">
                  <c:v>1.2488309999999998</c:v>
                </c:pt>
                <c:pt idx="646">
                  <c:v>1.2513150000000002</c:v>
                </c:pt>
                <c:pt idx="647">
                  <c:v>1.2525569999999999</c:v>
                </c:pt>
                <c:pt idx="648">
                  <c:v>1.2556619999999992</c:v>
                </c:pt>
                <c:pt idx="649">
                  <c:v>1.2569039999999998</c:v>
                </c:pt>
                <c:pt idx="650">
                  <c:v>1.259388</c:v>
                </c:pt>
                <c:pt idx="651">
                  <c:v>1.2606299999999993</c:v>
                </c:pt>
                <c:pt idx="652">
                  <c:v>1.2631139999999998</c:v>
                </c:pt>
                <c:pt idx="653">
                  <c:v>1.2655979999999998</c:v>
                </c:pt>
                <c:pt idx="654">
                  <c:v>1.2687029999999999</c:v>
                </c:pt>
                <c:pt idx="655">
                  <c:v>1.2711870000000001</c:v>
                </c:pt>
                <c:pt idx="656">
                  <c:v>1.2736709999999998</c:v>
                </c:pt>
                <c:pt idx="657">
                  <c:v>1.274913</c:v>
                </c:pt>
                <c:pt idx="658">
                  <c:v>1.2773969999999992</c:v>
                </c:pt>
                <c:pt idx="659">
                  <c:v>1.2805019999999998</c:v>
                </c:pt>
                <c:pt idx="660">
                  <c:v>1.282986</c:v>
                </c:pt>
                <c:pt idx="661">
                  <c:v>1.2854699999999992</c:v>
                </c:pt>
                <c:pt idx="662">
                  <c:v>1.2879539999999998</c:v>
                </c:pt>
                <c:pt idx="663">
                  <c:v>1.2891959999999998</c:v>
                </c:pt>
                <c:pt idx="664">
                  <c:v>1.2923009999999999</c:v>
                </c:pt>
                <c:pt idx="665">
                  <c:v>1.2947850000000001</c:v>
                </c:pt>
                <c:pt idx="666">
                  <c:v>1.296027</c:v>
                </c:pt>
                <c:pt idx="667">
                  <c:v>1.2985110000000002</c:v>
                </c:pt>
                <c:pt idx="668">
                  <c:v>1.2997529999999999</c:v>
                </c:pt>
                <c:pt idx="669">
                  <c:v>1.3022369999999999</c:v>
                </c:pt>
                <c:pt idx="670">
                  <c:v>1.305342</c:v>
                </c:pt>
                <c:pt idx="671">
                  <c:v>1.306584</c:v>
                </c:pt>
                <c:pt idx="672">
                  <c:v>1.3090679999999999</c:v>
                </c:pt>
                <c:pt idx="673">
                  <c:v>1.3115520000000001</c:v>
                </c:pt>
                <c:pt idx="674">
                  <c:v>1.3127939999999998</c:v>
                </c:pt>
                <c:pt idx="675">
                  <c:v>1.3158989999999995</c:v>
                </c:pt>
                <c:pt idx="676">
                  <c:v>1.3171409999999999</c:v>
                </c:pt>
                <c:pt idx="677">
                  <c:v>1.3196249999999994</c:v>
                </c:pt>
                <c:pt idx="678">
                  <c:v>1.3208669999999998</c:v>
                </c:pt>
                <c:pt idx="679">
                  <c:v>1.3233509999999999</c:v>
                </c:pt>
                <c:pt idx="680">
                  <c:v>1.3258349999999992</c:v>
                </c:pt>
                <c:pt idx="681">
                  <c:v>1.3276979999999998</c:v>
                </c:pt>
                <c:pt idx="682">
                  <c:v>1.3301820000000006</c:v>
                </c:pt>
                <c:pt idx="683">
                  <c:v>1.3314239999999995</c:v>
                </c:pt>
                <c:pt idx="684">
                  <c:v>1.3339079999999999</c:v>
                </c:pt>
                <c:pt idx="685">
                  <c:v>1.336392</c:v>
                </c:pt>
                <c:pt idx="686">
                  <c:v>1.3376339999999998</c:v>
                </c:pt>
                <c:pt idx="687">
                  <c:v>1.3407389999999999</c:v>
                </c:pt>
                <c:pt idx="688">
                  <c:v>1.3419809999999999</c:v>
                </c:pt>
                <c:pt idx="689">
                  <c:v>1.344465</c:v>
                </c:pt>
                <c:pt idx="690">
                  <c:v>1.346949</c:v>
                </c:pt>
                <c:pt idx="691">
                  <c:v>1.3481909999999999</c:v>
                </c:pt>
                <c:pt idx="692">
                  <c:v>1.3506749999999998</c:v>
                </c:pt>
                <c:pt idx="693">
                  <c:v>1.352538</c:v>
                </c:pt>
                <c:pt idx="694">
                  <c:v>1.3550219999999993</c:v>
                </c:pt>
                <c:pt idx="695">
                  <c:v>1.3562639999999999</c:v>
                </c:pt>
                <c:pt idx="696">
                  <c:v>1.3587480000000001</c:v>
                </c:pt>
                <c:pt idx="697">
                  <c:v>1.3599899999999998</c:v>
                </c:pt>
                <c:pt idx="698">
                  <c:v>1.362474</c:v>
                </c:pt>
                <c:pt idx="699">
                  <c:v>1.3643370000000001</c:v>
                </c:pt>
                <c:pt idx="700">
                  <c:v>1.3668209999999998</c:v>
                </c:pt>
                <c:pt idx="701">
                  <c:v>1.368063</c:v>
                </c:pt>
                <c:pt idx="702">
                  <c:v>1.3705470000000006</c:v>
                </c:pt>
                <c:pt idx="703">
                  <c:v>1.3717889999999999</c:v>
                </c:pt>
                <c:pt idx="704">
                  <c:v>1.3742730000000001</c:v>
                </c:pt>
                <c:pt idx="705">
                  <c:v>1.3755149999999998</c:v>
                </c:pt>
                <c:pt idx="706">
                  <c:v>1.3786200000000002</c:v>
                </c:pt>
                <c:pt idx="707">
                  <c:v>1.3798619999999993</c:v>
                </c:pt>
                <c:pt idx="708">
                  <c:v>1.3823460000000001</c:v>
                </c:pt>
                <c:pt idx="709">
                  <c:v>1.383588</c:v>
                </c:pt>
                <c:pt idx="710">
                  <c:v>1.38483</c:v>
                </c:pt>
                <c:pt idx="711">
                  <c:v>1.3873139999999999</c:v>
                </c:pt>
                <c:pt idx="712">
                  <c:v>1.3891770000000001</c:v>
                </c:pt>
                <c:pt idx="713">
                  <c:v>1.3916609999999998</c:v>
                </c:pt>
                <c:pt idx="714">
                  <c:v>1.392903</c:v>
                </c:pt>
                <c:pt idx="715">
                  <c:v>1.3953869999999999</c:v>
                </c:pt>
                <c:pt idx="716">
                  <c:v>1.3966289999999999</c:v>
                </c:pt>
                <c:pt idx="717">
                  <c:v>1.3991130000000001</c:v>
                </c:pt>
                <c:pt idx="718">
                  <c:v>1.402218</c:v>
                </c:pt>
                <c:pt idx="719">
                  <c:v>1.4034599999999993</c:v>
                </c:pt>
                <c:pt idx="720">
                  <c:v>1.4059439999999992</c:v>
                </c:pt>
                <c:pt idx="721">
                  <c:v>1.4071859999999998</c:v>
                </c:pt>
                <c:pt idx="722">
                  <c:v>1.4096699999999991</c:v>
                </c:pt>
                <c:pt idx="723">
                  <c:v>1.4127749999999992</c:v>
                </c:pt>
                <c:pt idx="724">
                  <c:v>1.4140170000000001</c:v>
                </c:pt>
                <c:pt idx="725">
                  <c:v>1.4165009999999998</c:v>
                </c:pt>
                <c:pt idx="726">
                  <c:v>1.4177429999999998</c:v>
                </c:pt>
                <c:pt idx="727">
                  <c:v>1.4202269999999992</c:v>
                </c:pt>
                <c:pt idx="728">
                  <c:v>1.4214689999999992</c:v>
                </c:pt>
                <c:pt idx="729">
                  <c:v>1.4239529999999998</c:v>
                </c:pt>
                <c:pt idx="730">
                  <c:v>1.4258159999999998</c:v>
                </c:pt>
                <c:pt idx="731">
                  <c:v>1.4282999999999992</c:v>
                </c:pt>
                <c:pt idx="732">
                  <c:v>1.4307839999999998</c:v>
                </c:pt>
                <c:pt idx="733">
                  <c:v>1.4320259999999998</c:v>
                </c:pt>
                <c:pt idx="734">
                  <c:v>1.4332679999999998</c:v>
                </c:pt>
                <c:pt idx="735">
                  <c:v>1.4357519999999993</c:v>
                </c:pt>
                <c:pt idx="736">
                  <c:v>1.4376149999999992</c:v>
                </c:pt>
                <c:pt idx="737">
                  <c:v>1.4400989999999998</c:v>
                </c:pt>
                <c:pt idx="738">
                  <c:v>1.4413409999999998</c:v>
                </c:pt>
                <c:pt idx="739">
                  <c:v>1.4438249999999988</c:v>
                </c:pt>
                <c:pt idx="740">
                  <c:v>1.4450669999999992</c:v>
                </c:pt>
                <c:pt idx="741">
                  <c:v>1.4463089999999998</c:v>
                </c:pt>
                <c:pt idx="742">
                  <c:v>1.4475509999999998</c:v>
                </c:pt>
                <c:pt idx="743">
                  <c:v>1.4506559999999999</c:v>
                </c:pt>
                <c:pt idx="744">
                  <c:v>1.4518979999999992</c:v>
                </c:pt>
                <c:pt idx="745">
                  <c:v>1.4531399999999992</c:v>
                </c:pt>
                <c:pt idx="746">
                  <c:v>1.4543820000000001</c:v>
                </c:pt>
                <c:pt idx="747">
                  <c:v>1.4568659999999998</c:v>
                </c:pt>
                <c:pt idx="748">
                  <c:v>1.458108</c:v>
                </c:pt>
                <c:pt idx="749">
                  <c:v>1.4593499999999995</c:v>
                </c:pt>
                <c:pt idx="750">
                  <c:v>1.4612129999999999</c:v>
                </c:pt>
                <c:pt idx="751">
                  <c:v>1.4636969999999994</c:v>
                </c:pt>
                <c:pt idx="752">
                  <c:v>1.4649389999999998</c:v>
                </c:pt>
                <c:pt idx="753">
                  <c:v>1.4674229999999993</c:v>
                </c:pt>
                <c:pt idx="754">
                  <c:v>1.4686649999999994</c:v>
                </c:pt>
                <c:pt idx="755">
                  <c:v>1.4711489999999998</c:v>
                </c:pt>
                <c:pt idx="756">
                  <c:v>1.4723909999999998</c:v>
                </c:pt>
                <c:pt idx="757">
                  <c:v>1.474254</c:v>
                </c:pt>
                <c:pt idx="758">
                  <c:v>1.4767379999999999</c:v>
                </c:pt>
                <c:pt idx="759">
                  <c:v>1.4779799999999992</c:v>
                </c:pt>
                <c:pt idx="760">
                  <c:v>1.4804639999999998</c:v>
                </c:pt>
                <c:pt idx="761">
                  <c:v>1.4817059999999993</c:v>
                </c:pt>
                <c:pt idx="762">
                  <c:v>1.4829479999999999</c:v>
                </c:pt>
                <c:pt idx="763">
                  <c:v>1.4860530000000001</c:v>
                </c:pt>
                <c:pt idx="764">
                  <c:v>1.4872949999999994</c:v>
                </c:pt>
                <c:pt idx="765">
                  <c:v>1.4885369999999998</c:v>
                </c:pt>
                <c:pt idx="766">
                  <c:v>1.4910209999999993</c:v>
                </c:pt>
                <c:pt idx="767">
                  <c:v>1.4922629999999999</c:v>
                </c:pt>
                <c:pt idx="768">
                  <c:v>1.4935049999999992</c:v>
                </c:pt>
                <c:pt idx="769">
                  <c:v>1.4959889999999998</c:v>
                </c:pt>
                <c:pt idx="770">
                  <c:v>1.497852</c:v>
                </c:pt>
                <c:pt idx="771">
                  <c:v>1.4990939999999993</c:v>
                </c:pt>
                <c:pt idx="772">
                  <c:v>1.5003359999999999</c:v>
                </c:pt>
                <c:pt idx="773">
                  <c:v>1.5028199999999998</c:v>
                </c:pt>
                <c:pt idx="774">
                  <c:v>1.504062</c:v>
                </c:pt>
                <c:pt idx="775">
                  <c:v>1.5053039999999998</c:v>
                </c:pt>
                <c:pt idx="776">
                  <c:v>1.5065460000000002</c:v>
                </c:pt>
                <c:pt idx="777">
                  <c:v>1.5096509999999999</c:v>
                </c:pt>
                <c:pt idx="778">
                  <c:v>1.5108929999999998</c:v>
                </c:pt>
                <c:pt idx="779">
                  <c:v>1.512135</c:v>
                </c:pt>
                <c:pt idx="780">
                  <c:v>1.513377</c:v>
                </c:pt>
                <c:pt idx="781">
                  <c:v>1.5158609999999992</c:v>
                </c:pt>
                <c:pt idx="782">
                  <c:v>1.5171029999999999</c:v>
                </c:pt>
                <c:pt idx="783">
                  <c:v>1.519587</c:v>
                </c:pt>
                <c:pt idx="784">
                  <c:v>1.5208289999999998</c:v>
                </c:pt>
                <c:pt idx="785">
                  <c:v>1.5239339999999992</c:v>
                </c:pt>
                <c:pt idx="786">
                  <c:v>1.5251759999999999</c:v>
                </c:pt>
                <c:pt idx="787">
                  <c:v>1.5264180000000001</c:v>
                </c:pt>
                <c:pt idx="788">
                  <c:v>1.5289020000000002</c:v>
                </c:pt>
                <c:pt idx="789">
                  <c:v>1.5301439999999999</c:v>
                </c:pt>
                <c:pt idx="790">
                  <c:v>1.5313859999999999</c:v>
                </c:pt>
                <c:pt idx="791">
                  <c:v>1.5344909999999998</c:v>
                </c:pt>
                <c:pt idx="792">
                  <c:v>1.5357329999999998</c:v>
                </c:pt>
                <c:pt idx="793">
                  <c:v>1.5382169999999999</c:v>
                </c:pt>
                <c:pt idx="794">
                  <c:v>1.5407009999999999</c:v>
                </c:pt>
                <c:pt idx="795">
                  <c:v>1.5419429999999998</c:v>
                </c:pt>
                <c:pt idx="796">
                  <c:v>1.544427</c:v>
                </c:pt>
                <c:pt idx="797">
                  <c:v>1.5475319999999992</c:v>
                </c:pt>
                <c:pt idx="798">
                  <c:v>1.5487739999999999</c:v>
                </c:pt>
                <c:pt idx="799">
                  <c:v>1.551258</c:v>
                </c:pt>
                <c:pt idx="800">
                  <c:v>1.553742</c:v>
                </c:pt>
                <c:pt idx="801">
                  <c:v>1.5549839999999999</c:v>
                </c:pt>
                <c:pt idx="802">
                  <c:v>1.5580890000000001</c:v>
                </c:pt>
                <c:pt idx="803">
                  <c:v>1.560573</c:v>
                </c:pt>
                <c:pt idx="804">
                  <c:v>1.5630569999999999</c:v>
                </c:pt>
                <c:pt idx="805">
                  <c:v>1.5655409999999998</c:v>
                </c:pt>
                <c:pt idx="806">
                  <c:v>1.566783</c:v>
                </c:pt>
                <c:pt idx="807">
                  <c:v>1.569267</c:v>
                </c:pt>
                <c:pt idx="808">
                  <c:v>1.5723720000000001</c:v>
                </c:pt>
                <c:pt idx="809">
                  <c:v>1.574856</c:v>
                </c:pt>
                <c:pt idx="810">
                  <c:v>1.576098</c:v>
                </c:pt>
                <c:pt idx="811">
                  <c:v>1.5785819999999999</c:v>
                </c:pt>
                <c:pt idx="812">
                  <c:v>1.5810659999999999</c:v>
                </c:pt>
                <c:pt idx="813">
                  <c:v>1.5829289999999998</c:v>
                </c:pt>
                <c:pt idx="814">
                  <c:v>1.585413</c:v>
                </c:pt>
                <c:pt idx="815">
                  <c:v>1.5866550000000001</c:v>
                </c:pt>
                <c:pt idx="816">
                  <c:v>1.5891389999999999</c:v>
                </c:pt>
                <c:pt idx="817">
                  <c:v>1.590381</c:v>
                </c:pt>
                <c:pt idx="818">
                  <c:v>1.592865</c:v>
                </c:pt>
                <c:pt idx="819">
                  <c:v>1.5959699999999992</c:v>
                </c:pt>
                <c:pt idx="820">
                  <c:v>1.5972120000000001</c:v>
                </c:pt>
                <c:pt idx="821">
                  <c:v>1.5996959999999998</c:v>
                </c:pt>
                <c:pt idx="822">
                  <c:v>1.600938</c:v>
                </c:pt>
                <c:pt idx="823">
                  <c:v>1.6034219999999992</c:v>
                </c:pt>
                <c:pt idx="824">
                  <c:v>1.6046639999999999</c:v>
                </c:pt>
                <c:pt idx="825">
                  <c:v>1.6077689999999998</c:v>
                </c:pt>
                <c:pt idx="826">
                  <c:v>1.6090110000000002</c:v>
                </c:pt>
                <c:pt idx="827">
                  <c:v>1.6102530000000006</c:v>
                </c:pt>
                <c:pt idx="828">
                  <c:v>1.6127369999999999</c:v>
                </c:pt>
                <c:pt idx="829">
                  <c:v>1.6139789999999998</c:v>
                </c:pt>
                <c:pt idx="830">
                  <c:v>1.6164630000000002</c:v>
                </c:pt>
                <c:pt idx="831">
                  <c:v>1.6177049999999993</c:v>
                </c:pt>
                <c:pt idx="832">
                  <c:v>1.6195679999999999</c:v>
                </c:pt>
                <c:pt idx="833">
                  <c:v>1.6220520000000007</c:v>
                </c:pt>
                <c:pt idx="834">
                  <c:v>1.6232939999999998</c:v>
                </c:pt>
                <c:pt idx="835">
                  <c:v>1.6257779999999999</c:v>
                </c:pt>
                <c:pt idx="836">
                  <c:v>1.6270199999999999</c:v>
                </c:pt>
                <c:pt idx="837">
                  <c:v>1.6282619999999999</c:v>
                </c:pt>
                <c:pt idx="838">
                  <c:v>1.6313669999999998</c:v>
                </c:pt>
                <c:pt idx="839">
                  <c:v>1.632609</c:v>
                </c:pt>
                <c:pt idx="840">
                  <c:v>1.6338509999999999</c:v>
                </c:pt>
                <c:pt idx="841">
                  <c:v>1.6363349999999999</c:v>
                </c:pt>
                <c:pt idx="842">
                  <c:v>1.6375770000000001</c:v>
                </c:pt>
                <c:pt idx="843">
                  <c:v>1.640061</c:v>
                </c:pt>
                <c:pt idx="844">
                  <c:v>1.641303</c:v>
                </c:pt>
                <c:pt idx="845">
                  <c:v>1.6431659999999999</c:v>
                </c:pt>
                <c:pt idx="846">
                  <c:v>1.6444080000000001</c:v>
                </c:pt>
                <c:pt idx="847">
                  <c:v>1.646892</c:v>
                </c:pt>
                <c:pt idx="848">
                  <c:v>1.648134</c:v>
                </c:pt>
                <c:pt idx="849">
                  <c:v>1.6493760000000002</c:v>
                </c:pt>
                <c:pt idx="850">
                  <c:v>1.6506180000000001</c:v>
                </c:pt>
                <c:pt idx="851">
                  <c:v>1.6531019999999998</c:v>
                </c:pt>
                <c:pt idx="852">
                  <c:v>1.654344</c:v>
                </c:pt>
                <c:pt idx="853">
                  <c:v>1.6562070000000007</c:v>
                </c:pt>
                <c:pt idx="854">
                  <c:v>1.6586909999999999</c:v>
                </c:pt>
                <c:pt idx="855">
                  <c:v>1.6599329999999999</c:v>
                </c:pt>
                <c:pt idx="856">
                  <c:v>1.6611749999999998</c:v>
                </c:pt>
                <c:pt idx="857">
                  <c:v>1.6624170000000007</c:v>
                </c:pt>
                <c:pt idx="858">
                  <c:v>1.663659</c:v>
                </c:pt>
                <c:pt idx="859">
                  <c:v>1.6661430000000006</c:v>
                </c:pt>
                <c:pt idx="860">
                  <c:v>1.6680060000000001</c:v>
                </c:pt>
                <c:pt idx="861">
                  <c:v>1.6692480000000001</c:v>
                </c:pt>
                <c:pt idx="862">
                  <c:v>1.67049</c:v>
                </c:pt>
                <c:pt idx="863">
                  <c:v>1.671732</c:v>
                </c:pt>
                <c:pt idx="864">
                  <c:v>1.672974</c:v>
                </c:pt>
                <c:pt idx="865">
                  <c:v>1.6742160000000001</c:v>
                </c:pt>
                <c:pt idx="866">
                  <c:v>1.6767000000000001</c:v>
                </c:pt>
                <c:pt idx="867">
                  <c:v>1.677942</c:v>
                </c:pt>
                <c:pt idx="868">
                  <c:v>1.679805</c:v>
                </c:pt>
                <c:pt idx="869">
                  <c:v>1.6810470000000006</c:v>
                </c:pt>
                <c:pt idx="870">
                  <c:v>1.6822890000000001</c:v>
                </c:pt>
                <c:pt idx="871">
                  <c:v>1.6847730000000001</c:v>
                </c:pt>
                <c:pt idx="872">
                  <c:v>1.6860150000000005</c:v>
                </c:pt>
                <c:pt idx="873">
                  <c:v>1.6872570000000007</c:v>
                </c:pt>
                <c:pt idx="874">
                  <c:v>1.688499</c:v>
                </c:pt>
                <c:pt idx="875">
                  <c:v>1.6897409999999999</c:v>
                </c:pt>
                <c:pt idx="876">
                  <c:v>1.6916039999999999</c:v>
                </c:pt>
                <c:pt idx="877">
                  <c:v>1.6928460000000001</c:v>
                </c:pt>
                <c:pt idx="878">
                  <c:v>1.6940880000000007</c:v>
                </c:pt>
                <c:pt idx="879">
                  <c:v>1.69533</c:v>
                </c:pt>
                <c:pt idx="880">
                  <c:v>1.6965720000000009</c:v>
                </c:pt>
                <c:pt idx="881">
                  <c:v>1.6978139999999999</c:v>
                </c:pt>
                <c:pt idx="882">
                  <c:v>1.7002979999999999</c:v>
                </c:pt>
                <c:pt idx="883">
                  <c:v>1.7015399999999996</c:v>
                </c:pt>
                <c:pt idx="884">
                  <c:v>1.7027820000000002</c:v>
                </c:pt>
                <c:pt idx="885">
                  <c:v>1.7046450000000002</c:v>
                </c:pt>
                <c:pt idx="886">
                  <c:v>1.7058869999999995</c:v>
                </c:pt>
                <c:pt idx="887">
                  <c:v>1.7071289999999995</c:v>
                </c:pt>
                <c:pt idx="888">
                  <c:v>1.7083709999999999</c:v>
                </c:pt>
                <c:pt idx="889">
                  <c:v>1.7096129999999998</c:v>
                </c:pt>
                <c:pt idx="890">
                  <c:v>1.7108550000000002</c:v>
                </c:pt>
                <c:pt idx="891">
                  <c:v>1.7120970000000002</c:v>
                </c:pt>
                <c:pt idx="892">
                  <c:v>1.7133389999999995</c:v>
                </c:pt>
                <c:pt idx="893">
                  <c:v>1.7164439999999999</c:v>
                </c:pt>
                <c:pt idx="894">
                  <c:v>1.7176859999999998</c:v>
                </c:pt>
                <c:pt idx="895">
                  <c:v>1.7189279999999998</c:v>
                </c:pt>
                <c:pt idx="896">
                  <c:v>1.7201700000000002</c:v>
                </c:pt>
                <c:pt idx="897">
                  <c:v>1.7226539999999999</c:v>
                </c:pt>
                <c:pt idx="898">
                  <c:v>1.7238959999999994</c:v>
                </c:pt>
                <c:pt idx="899">
                  <c:v>1.7251379999999998</c:v>
                </c:pt>
                <c:pt idx="900">
                  <c:v>1.72638</c:v>
                </c:pt>
                <c:pt idx="901">
                  <c:v>1.7294850000000004</c:v>
                </c:pt>
                <c:pt idx="902">
                  <c:v>1.7307269999999995</c:v>
                </c:pt>
                <c:pt idx="903">
                  <c:v>1.7319689999999994</c:v>
                </c:pt>
                <c:pt idx="904">
                  <c:v>1.7332109999999998</c:v>
                </c:pt>
                <c:pt idx="905">
                  <c:v>1.7356949999999995</c:v>
                </c:pt>
                <c:pt idx="906">
                  <c:v>1.7369370000000004</c:v>
                </c:pt>
                <c:pt idx="907">
                  <c:v>1.7381789999999999</c:v>
                </c:pt>
                <c:pt idx="908">
                  <c:v>1.7412839999999998</c:v>
                </c:pt>
                <c:pt idx="909">
                  <c:v>1.7425259999999998</c:v>
                </c:pt>
                <c:pt idx="910">
                  <c:v>1.7437679999999998</c:v>
                </c:pt>
                <c:pt idx="911">
                  <c:v>1.7450100000000002</c:v>
                </c:pt>
                <c:pt idx="912">
                  <c:v>1.7474939999999994</c:v>
                </c:pt>
                <c:pt idx="913">
                  <c:v>1.7487359999999998</c:v>
                </c:pt>
                <c:pt idx="914">
                  <c:v>1.7499779999999998</c:v>
                </c:pt>
                <c:pt idx="915">
                  <c:v>1.7512199999999998</c:v>
                </c:pt>
                <c:pt idx="916">
                  <c:v>1.7543249999999997</c:v>
                </c:pt>
                <c:pt idx="917">
                  <c:v>1.7555669999999994</c:v>
                </c:pt>
                <c:pt idx="918">
                  <c:v>1.7568089999999998</c:v>
                </c:pt>
                <c:pt idx="919">
                  <c:v>1.7580510000000003</c:v>
                </c:pt>
                <c:pt idx="920">
                  <c:v>1.7605350000000002</c:v>
                </c:pt>
                <c:pt idx="921">
                  <c:v>1.7617769999999997</c:v>
                </c:pt>
                <c:pt idx="922">
                  <c:v>1.7630189999999999</c:v>
                </c:pt>
                <c:pt idx="923">
                  <c:v>1.7661239999999998</c:v>
                </c:pt>
                <c:pt idx="924">
                  <c:v>1.7673659999999998</c:v>
                </c:pt>
                <c:pt idx="925">
                  <c:v>1.7686080000000002</c:v>
                </c:pt>
                <c:pt idx="926">
                  <c:v>1.7698499999999997</c:v>
                </c:pt>
                <c:pt idx="927">
                  <c:v>1.7710919999999994</c:v>
                </c:pt>
                <c:pt idx="928">
                  <c:v>1.7735759999999998</c:v>
                </c:pt>
                <c:pt idx="929">
                  <c:v>1.7748180000000002</c:v>
                </c:pt>
                <c:pt idx="930">
                  <c:v>1.7766810000000004</c:v>
                </c:pt>
                <c:pt idx="931">
                  <c:v>1.7779229999999995</c:v>
                </c:pt>
                <c:pt idx="932">
                  <c:v>1.7791649999999997</c:v>
                </c:pt>
                <c:pt idx="933">
                  <c:v>1.7816489999999998</c:v>
                </c:pt>
                <c:pt idx="934">
                  <c:v>1.7828909999999998</c:v>
                </c:pt>
                <c:pt idx="935">
                  <c:v>1.7841330000000004</c:v>
                </c:pt>
                <c:pt idx="936">
                  <c:v>1.7853749999999995</c:v>
                </c:pt>
                <c:pt idx="937">
                  <c:v>1.7884800000000001</c:v>
                </c:pt>
                <c:pt idx="938">
                  <c:v>1.7897219999999996</c:v>
                </c:pt>
                <c:pt idx="939">
                  <c:v>1.7909639999999998</c:v>
                </c:pt>
                <c:pt idx="940">
                  <c:v>1.7934480000000002</c:v>
                </c:pt>
                <c:pt idx="941">
                  <c:v>1.7946899999999999</c:v>
                </c:pt>
                <c:pt idx="942">
                  <c:v>1.7971739999999998</c:v>
                </c:pt>
                <c:pt idx="943">
                  <c:v>1.7984160000000002</c:v>
                </c:pt>
                <c:pt idx="944">
                  <c:v>1.7996580000000002</c:v>
                </c:pt>
                <c:pt idx="945">
                  <c:v>1.8027629999999999</c:v>
                </c:pt>
                <c:pt idx="946">
                  <c:v>1.8040049999999999</c:v>
                </c:pt>
                <c:pt idx="947">
                  <c:v>1.805247</c:v>
                </c:pt>
                <c:pt idx="948">
                  <c:v>1.8077309999999998</c:v>
                </c:pt>
                <c:pt idx="949">
                  <c:v>1.8089729999999999</c:v>
                </c:pt>
                <c:pt idx="950">
                  <c:v>1.8102149999999999</c:v>
                </c:pt>
                <c:pt idx="951">
                  <c:v>1.8114569999999999</c:v>
                </c:pt>
                <c:pt idx="952">
                  <c:v>1.814562</c:v>
                </c:pt>
                <c:pt idx="953">
                  <c:v>1.8158039999999998</c:v>
                </c:pt>
                <c:pt idx="954">
                  <c:v>1.8170460000000002</c:v>
                </c:pt>
                <c:pt idx="955">
                  <c:v>1.8182880000000001</c:v>
                </c:pt>
                <c:pt idx="956">
                  <c:v>1.8207720000000001</c:v>
                </c:pt>
                <c:pt idx="957">
                  <c:v>1.822014</c:v>
                </c:pt>
                <c:pt idx="958">
                  <c:v>1.823256</c:v>
                </c:pt>
                <c:pt idx="959">
                  <c:v>1.8263609999999999</c:v>
                </c:pt>
                <c:pt idx="960">
                  <c:v>1.8276029999999999</c:v>
                </c:pt>
                <c:pt idx="961">
                  <c:v>1.8300870000000007</c:v>
                </c:pt>
                <c:pt idx="962">
                  <c:v>1.8313289999999998</c:v>
                </c:pt>
                <c:pt idx="963">
                  <c:v>1.8325709999999999</c:v>
                </c:pt>
                <c:pt idx="964">
                  <c:v>1.8350550000000001</c:v>
                </c:pt>
                <c:pt idx="965">
                  <c:v>1.8369180000000001</c:v>
                </c:pt>
                <c:pt idx="966">
                  <c:v>1.83816</c:v>
                </c:pt>
                <c:pt idx="967">
                  <c:v>1.8406439999999999</c:v>
                </c:pt>
                <c:pt idx="968">
                  <c:v>1.8418859999999999</c:v>
                </c:pt>
                <c:pt idx="969">
                  <c:v>1.8431279999999999</c:v>
                </c:pt>
                <c:pt idx="970">
                  <c:v>1.845612</c:v>
                </c:pt>
                <c:pt idx="971">
                  <c:v>1.8468540000000002</c:v>
                </c:pt>
                <c:pt idx="972">
                  <c:v>1.8499589999999999</c:v>
                </c:pt>
                <c:pt idx="973">
                  <c:v>1.8512009999999999</c:v>
                </c:pt>
                <c:pt idx="974">
                  <c:v>1.8524430000000001</c:v>
                </c:pt>
                <c:pt idx="975">
                  <c:v>1.854927</c:v>
                </c:pt>
                <c:pt idx="976">
                  <c:v>1.856169</c:v>
                </c:pt>
                <c:pt idx="977">
                  <c:v>1.8586530000000001</c:v>
                </c:pt>
                <c:pt idx="978">
                  <c:v>1.8598949999999994</c:v>
                </c:pt>
                <c:pt idx="979">
                  <c:v>1.861758</c:v>
                </c:pt>
                <c:pt idx="980">
                  <c:v>1.8642420000000006</c:v>
                </c:pt>
                <c:pt idx="981">
                  <c:v>1.8654839999999999</c:v>
                </c:pt>
                <c:pt idx="982">
                  <c:v>1.8679679999999999</c:v>
                </c:pt>
                <c:pt idx="983">
                  <c:v>1.8692099999999998</c:v>
                </c:pt>
                <c:pt idx="984">
                  <c:v>1.8704520000000007</c:v>
                </c:pt>
                <c:pt idx="985">
                  <c:v>1.8735569999999999</c:v>
                </c:pt>
                <c:pt idx="986">
                  <c:v>1.8747989999999999</c:v>
                </c:pt>
                <c:pt idx="987">
                  <c:v>1.877283</c:v>
                </c:pt>
                <c:pt idx="988">
                  <c:v>1.878525</c:v>
                </c:pt>
                <c:pt idx="989">
                  <c:v>1.879767</c:v>
                </c:pt>
                <c:pt idx="990">
                  <c:v>1.8822510000000001</c:v>
                </c:pt>
                <c:pt idx="991">
                  <c:v>1.8834929999999999</c:v>
                </c:pt>
                <c:pt idx="992">
                  <c:v>1.886598</c:v>
                </c:pt>
                <c:pt idx="993">
                  <c:v>1.88784</c:v>
                </c:pt>
                <c:pt idx="994">
                  <c:v>1.8890819999999999</c:v>
                </c:pt>
                <c:pt idx="995">
                  <c:v>1.8915659999999999</c:v>
                </c:pt>
                <c:pt idx="996">
                  <c:v>1.892808</c:v>
                </c:pt>
                <c:pt idx="997">
                  <c:v>1.895292</c:v>
                </c:pt>
                <c:pt idx="998">
                  <c:v>1.8965339999999999</c:v>
                </c:pt>
                <c:pt idx="999">
                  <c:v>1.8996389999999999</c:v>
                </c:pt>
                <c:pt idx="1000">
                  <c:v>1.900881</c:v>
                </c:pt>
                <c:pt idx="1001">
                  <c:v>1.902123</c:v>
                </c:pt>
                <c:pt idx="1002">
                  <c:v>1.9046070000000006</c:v>
                </c:pt>
                <c:pt idx="1003">
                  <c:v>1.9058489999999997</c:v>
                </c:pt>
                <c:pt idx="1004">
                  <c:v>1.9083330000000001</c:v>
                </c:pt>
                <c:pt idx="1005">
                  <c:v>1.910196</c:v>
                </c:pt>
                <c:pt idx="1006">
                  <c:v>1.9114379999999997</c:v>
                </c:pt>
                <c:pt idx="1007">
                  <c:v>1.913921999999999</c:v>
                </c:pt>
                <c:pt idx="1008">
                  <c:v>1.9151639999999996</c:v>
                </c:pt>
                <c:pt idx="1009">
                  <c:v>1.917648</c:v>
                </c:pt>
                <c:pt idx="1010">
                  <c:v>1.91889</c:v>
                </c:pt>
                <c:pt idx="1011">
                  <c:v>1.9219949999999992</c:v>
                </c:pt>
                <c:pt idx="1012">
                  <c:v>1.9232369999999996</c:v>
                </c:pt>
                <c:pt idx="1013">
                  <c:v>1.9244790000000001</c:v>
                </c:pt>
                <c:pt idx="1014">
                  <c:v>1.926963</c:v>
                </c:pt>
                <c:pt idx="1015">
                  <c:v>1.9282049999999997</c:v>
                </c:pt>
                <c:pt idx="1016">
                  <c:v>1.9306890000000001</c:v>
                </c:pt>
                <c:pt idx="1017">
                  <c:v>1.9319309999999996</c:v>
                </c:pt>
                <c:pt idx="1018">
                  <c:v>1.935036</c:v>
                </c:pt>
                <c:pt idx="1019">
                  <c:v>1.9362780000000004</c:v>
                </c:pt>
                <c:pt idx="1020">
                  <c:v>1.9387619999999997</c:v>
                </c:pt>
                <c:pt idx="1021">
                  <c:v>1.9400040000000001</c:v>
                </c:pt>
                <c:pt idx="1022">
                  <c:v>1.941246</c:v>
                </c:pt>
                <c:pt idx="1023">
                  <c:v>1.9437299999999995</c:v>
                </c:pt>
                <c:pt idx="1024">
                  <c:v>1.9468349999999996</c:v>
                </c:pt>
                <c:pt idx="1025">
                  <c:v>1.9480770000000005</c:v>
                </c:pt>
                <c:pt idx="1026">
                  <c:v>1.950561</c:v>
                </c:pt>
                <c:pt idx="1027">
                  <c:v>1.9530449999999997</c:v>
                </c:pt>
                <c:pt idx="1028">
                  <c:v>1.9555289999999996</c:v>
                </c:pt>
                <c:pt idx="1029">
                  <c:v>1.958634</c:v>
                </c:pt>
                <c:pt idx="1030">
                  <c:v>1.9611180000000001</c:v>
                </c:pt>
                <c:pt idx="1031">
                  <c:v>1.9623600000000001</c:v>
                </c:pt>
                <c:pt idx="1032">
                  <c:v>1.964844</c:v>
                </c:pt>
                <c:pt idx="1033">
                  <c:v>1.967328</c:v>
                </c:pt>
                <c:pt idx="1034">
                  <c:v>1.9685699999999997</c:v>
                </c:pt>
                <c:pt idx="1035">
                  <c:v>1.9716749999999996</c:v>
                </c:pt>
                <c:pt idx="1036">
                  <c:v>1.9741590000000004</c:v>
                </c:pt>
                <c:pt idx="1037">
                  <c:v>1.9766430000000001</c:v>
                </c:pt>
                <c:pt idx="1038">
                  <c:v>1.9778849999999999</c:v>
                </c:pt>
                <c:pt idx="1039">
                  <c:v>1.980369</c:v>
                </c:pt>
                <c:pt idx="1040">
                  <c:v>1.981611</c:v>
                </c:pt>
                <c:pt idx="1041">
                  <c:v>1.9847160000000001</c:v>
                </c:pt>
                <c:pt idx="1042">
                  <c:v>1.9871999999999999</c:v>
                </c:pt>
                <c:pt idx="1043">
                  <c:v>1.9884420000000005</c:v>
                </c:pt>
                <c:pt idx="1044">
                  <c:v>1.990926</c:v>
                </c:pt>
                <c:pt idx="1045">
                  <c:v>1.9934099999999997</c:v>
                </c:pt>
                <c:pt idx="1046">
                  <c:v>1.9952730000000001</c:v>
                </c:pt>
                <c:pt idx="1047">
                  <c:v>1.9977570000000004</c:v>
                </c:pt>
                <c:pt idx="1048">
                  <c:v>1.9989989999999997</c:v>
                </c:pt>
                <c:pt idx="1049">
                  <c:v>2.0014829999999986</c:v>
                </c:pt>
                <c:pt idx="1050">
                  <c:v>2.0039669999999998</c:v>
                </c:pt>
                <c:pt idx="1051">
                  <c:v>2.0052089999999989</c:v>
                </c:pt>
                <c:pt idx="1052">
                  <c:v>2.0083139999999999</c:v>
                </c:pt>
                <c:pt idx="1053">
                  <c:v>2.0107979999999999</c:v>
                </c:pt>
                <c:pt idx="1054">
                  <c:v>2.0120399999999989</c:v>
                </c:pt>
                <c:pt idx="1055">
                  <c:v>2.0145240000000002</c:v>
                </c:pt>
                <c:pt idx="1056">
                  <c:v>2.0170079999999997</c:v>
                </c:pt>
                <c:pt idx="1057">
                  <c:v>2.0201130000000012</c:v>
                </c:pt>
                <c:pt idx="1058">
                  <c:v>2.0225970000000002</c:v>
                </c:pt>
                <c:pt idx="1059">
                  <c:v>2.0238389999999997</c:v>
                </c:pt>
                <c:pt idx="1060">
                  <c:v>2.0263230000000001</c:v>
                </c:pt>
                <c:pt idx="1061">
                  <c:v>2.028807</c:v>
                </c:pt>
                <c:pt idx="1062">
                  <c:v>2.0319119999999997</c:v>
                </c:pt>
                <c:pt idx="1063">
                  <c:v>2.0343959999999988</c:v>
                </c:pt>
                <c:pt idx="1064">
                  <c:v>2.0368799999999982</c:v>
                </c:pt>
                <c:pt idx="1065">
                  <c:v>2.038122</c:v>
                </c:pt>
                <c:pt idx="1066">
                  <c:v>2.0406059999999986</c:v>
                </c:pt>
                <c:pt idx="1067">
                  <c:v>2.0437110000000014</c:v>
                </c:pt>
                <c:pt idx="1068">
                  <c:v>2.046195</c:v>
                </c:pt>
                <c:pt idx="1069">
                  <c:v>2.0474370000000013</c:v>
                </c:pt>
                <c:pt idx="1070">
                  <c:v>2.0499209999999999</c:v>
                </c:pt>
                <c:pt idx="1071">
                  <c:v>2.0511629999999985</c:v>
                </c:pt>
                <c:pt idx="1072">
                  <c:v>2.0536469999999984</c:v>
                </c:pt>
                <c:pt idx="1073">
                  <c:v>2.0555099999999986</c:v>
                </c:pt>
                <c:pt idx="1074">
                  <c:v>2.0579939999999999</c:v>
                </c:pt>
                <c:pt idx="1075">
                  <c:v>2.0592359999999985</c:v>
                </c:pt>
                <c:pt idx="1076">
                  <c:v>2.0617199999999998</c:v>
                </c:pt>
                <c:pt idx="1077">
                  <c:v>2.0629619999999997</c:v>
                </c:pt>
                <c:pt idx="1078">
                  <c:v>2.0654459999999983</c:v>
                </c:pt>
                <c:pt idx="1079">
                  <c:v>2.0673090000000012</c:v>
                </c:pt>
                <c:pt idx="1080">
                  <c:v>2.0697930000000002</c:v>
                </c:pt>
                <c:pt idx="1081">
                  <c:v>2.0710349999999997</c:v>
                </c:pt>
                <c:pt idx="1082">
                  <c:v>2.0735190000000001</c:v>
                </c:pt>
                <c:pt idx="1083">
                  <c:v>2.0747610000000001</c:v>
                </c:pt>
                <c:pt idx="1084">
                  <c:v>2.0772449999999987</c:v>
                </c:pt>
                <c:pt idx="1085">
                  <c:v>2.078487</c:v>
                </c:pt>
                <c:pt idx="1086">
                  <c:v>2.0815920000000001</c:v>
                </c:pt>
                <c:pt idx="1087">
                  <c:v>2.0828340000000001</c:v>
                </c:pt>
                <c:pt idx="1088">
                  <c:v>2.084076</c:v>
                </c:pt>
                <c:pt idx="1089">
                  <c:v>2.08656</c:v>
                </c:pt>
                <c:pt idx="1090">
                  <c:v>2.0878019999999999</c:v>
                </c:pt>
                <c:pt idx="1091">
                  <c:v>2.0890439999999986</c:v>
                </c:pt>
                <c:pt idx="1092">
                  <c:v>2.0921489999999983</c:v>
                </c:pt>
                <c:pt idx="1093">
                  <c:v>2.0933910000000013</c:v>
                </c:pt>
                <c:pt idx="1094">
                  <c:v>2.0958749999999986</c:v>
                </c:pt>
                <c:pt idx="1095">
                  <c:v>2.0971169999999999</c:v>
                </c:pt>
                <c:pt idx="1096">
                  <c:v>2.0983589999999985</c:v>
                </c:pt>
                <c:pt idx="1097">
                  <c:v>2.1008429999999985</c:v>
                </c:pt>
                <c:pt idx="1098">
                  <c:v>2.1020849999999998</c:v>
                </c:pt>
                <c:pt idx="1099">
                  <c:v>2.1051899999999999</c:v>
                </c:pt>
                <c:pt idx="1100">
                  <c:v>2.1064319999999999</c:v>
                </c:pt>
                <c:pt idx="1101">
                  <c:v>2.1076740000000012</c:v>
                </c:pt>
                <c:pt idx="1102">
                  <c:v>2.1101579999999998</c:v>
                </c:pt>
                <c:pt idx="1103">
                  <c:v>2.1113999999999997</c:v>
                </c:pt>
                <c:pt idx="1104">
                  <c:v>2.1126419999999979</c:v>
                </c:pt>
                <c:pt idx="1105">
                  <c:v>2.1157469999999985</c:v>
                </c:pt>
                <c:pt idx="1106">
                  <c:v>2.1169889999999985</c:v>
                </c:pt>
                <c:pt idx="1107">
                  <c:v>2.1182310000000002</c:v>
                </c:pt>
                <c:pt idx="1108">
                  <c:v>2.1207150000000001</c:v>
                </c:pt>
                <c:pt idx="1109">
                  <c:v>2.1219570000000001</c:v>
                </c:pt>
                <c:pt idx="1110">
                  <c:v>2.124441</c:v>
                </c:pt>
                <c:pt idx="1111">
                  <c:v>2.125683</c:v>
                </c:pt>
                <c:pt idx="1112">
                  <c:v>2.126925</c:v>
                </c:pt>
                <c:pt idx="1113">
                  <c:v>2.1300300000000001</c:v>
                </c:pt>
                <c:pt idx="1114">
                  <c:v>2.1312719999999987</c:v>
                </c:pt>
                <c:pt idx="1115">
                  <c:v>2.133756</c:v>
                </c:pt>
                <c:pt idx="1116">
                  <c:v>2.134998</c:v>
                </c:pt>
                <c:pt idx="1117">
                  <c:v>2.1374819999999999</c:v>
                </c:pt>
                <c:pt idx="1118">
                  <c:v>2.1387239999999998</c:v>
                </c:pt>
                <c:pt idx="1119">
                  <c:v>2.1405870000000013</c:v>
                </c:pt>
                <c:pt idx="1120">
                  <c:v>2.1430709999999999</c:v>
                </c:pt>
                <c:pt idx="1121">
                  <c:v>2.1443129999999999</c:v>
                </c:pt>
                <c:pt idx="1122">
                  <c:v>2.1467969999999998</c:v>
                </c:pt>
                <c:pt idx="1123">
                  <c:v>2.1480390000000011</c:v>
                </c:pt>
                <c:pt idx="1124">
                  <c:v>2.1505230000000002</c:v>
                </c:pt>
                <c:pt idx="1125">
                  <c:v>2.1523859999999986</c:v>
                </c:pt>
                <c:pt idx="1126">
                  <c:v>2.1548700000000003</c:v>
                </c:pt>
                <c:pt idx="1127">
                  <c:v>2.1561119999999998</c:v>
                </c:pt>
                <c:pt idx="1128">
                  <c:v>2.1585960000000002</c:v>
                </c:pt>
                <c:pt idx="1129">
                  <c:v>2.1598379999999997</c:v>
                </c:pt>
                <c:pt idx="1130">
                  <c:v>2.1623220000000001</c:v>
                </c:pt>
                <c:pt idx="1131">
                  <c:v>2.1641850000000002</c:v>
                </c:pt>
                <c:pt idx="1132">
                  <c:v>2.1666689999999984</c:v>
                </c:pt>
                <c:pt idx="1133">
                  <c:v>2.1679110000000015</c:v>
                </c:pt>
                <c:pt idx="1134">
                  <c:v>2.1691530000000001</c:v>
                </c:pt>
                <c:pt idx="1135">
                  <c:v>2.171637</c:v>
                </c:pt>
                <c:pt idx="1136">
                  <c:v>2.1728789999999982</c:v>
                </c:pt>
                <c:pt idx="1137">
                  <c:v>2.1753629999999986</c:v>
                </c:pt>
                <c:pt idx="1138">
                  <c:v>2.1772259999999997</c:v>
                </c:pt>
                <c:pt idx="1139">
                  <c:v>2.17971</c:v>
                </c:pt>
                <c:pt idx="1140">
                  <c:v>2.180952</c:v>
                </c:pt>
                <c:pt idx="1141">
                  <c:v>2.1834359999999999</c:v>
                </c:pt>
                <c:pt idx="1142">
                  <c:v>2.1846779999999999</c:v>
                </c:pt>
                <c:pt idx="1143">
                  <c:v>2.1871620000000012</c:v>
                </c:pt>
                <c:pt idx="1144">
                  <c:v>2.189025</c:v>
                </c:pt>
                <c:pt idx="1145">
                  <c:v>2.190267</c:v>
                </c:pt>
                <c:pt idx="1146">
                  <c:v>2.1927509999999986</c:v>
                </c:pt>
                <c:pt idx="1147">
                  <c:v>2.1939929999999999</c:v>
                </c:pt>
                <c:pt idx="1148">
                  <c:v>2.1952350000000003</c:v>
                </c:pt>
                <c:pt idx="1149">
                  <c:v>2.1977190000000002</c:v>
                </c:pt>
                <c:pt idx="1150">
                  <c:v>2.1989609999999997</c:v>
                </c:pt>
                <c:pt idx="1151">
                  <c:v>2.2020659999999985</c:v>
                </c:pt>
                <c:pt idx="1152">
                  <c:v>2.2033080000000012</c:v>
                </c:pt>
                <c:pt idx="1153">
                  <c:v>2.2045499999999998</c:v>
                </c:pt>
                <c:pt idx="1154">
                  <c:v>2.2070340000000011</c:v>
                </c:pt>
                <c:pt idx="1155">
                  <c:v>2.2082760000000001</c:v>
                </c:pt>
                <c:pt idx="1156">
                  <c:v>2.2095180000000001</c:v>
                </c:pt>
                <c:pt idx="1157">
                  <c:v>2.2120019999999987</c:v>
                </c:pt>
                <c:pt idx="1158">
                  <c:v>2.2138649999999997</c:v>
                </c:pt>
                <c:pt idx="1159">
                  <c:v>2.2163489999999983</c:v>
                </c:pt>
                <c:pt idx="1160">
                  <c:v>2.2175910000000014</c:v>
                </c:pt>
                <c:pt idx="1161">
                  <c:v>2.220075</c:v>
                </c:pt>
                <c:pt idx="1162">
                  <c:v>2.2213170000000013</c:v>
                </c:pt>
                <c:pt idx="1163">
                  <c:v>2.222559</c:v>
                </c:pt>
                <c:pt idx="1164">
                  <c:v>2.2256640000000001</c:v>
                </c:pt>
                <c:pt idx="1165">
                  <c:v>2.2269060000000001</c:v>
                </c:pt>
                <c:pt idx="1166">
                  <c:v>2.228148</c:v>
                </c:pt>
                <c:pt idx="1167">
                  <c:v>2.2306319999999999</c:v>
                </c:pt>
                <c:pt idx="1168">
                  <c:v>2.2318739999999986</c:v>
                </c:pt>
                <c:pt idx="1169">
                  <c:v>2.2331159999999999</c:v>
                </c:pt>
                <c:pt idx="1170">
                  <c:v>2.2356000000000003</c:v>
                </c:pt>
                <c:pt idx="1171">
                  <c:v>2.237463</c:v>
                </c:pt>
                <c:pt idx="1172">
                  <c:v>2.2399469999999986</c:v>
                </c:pt>
                <c:pt idx="1173">
                  <c:v>2.2411889999999999</c:v>
                </c:pt>
                <c:pt idx="1174">
                  <c:v>2.2424310000000012</c:v>
                </c:pt>
                <c:pt idx="1175">
                  <c:v>2.2449150000000002</c:v>
                </c:pt>
                <c:pt idx="1176">
                  <c:v>2.2461570000000002</c:v>
                </c:pt>
                <c:pt idx="1177">
                  <c:v>2.2492619999999999</c:v>
                </c:pt>
                <c:pt idx="1178">
                  <c:v>2.2505039999999998</c:v>
                </c:pt>
                <c:pt idx="1179">
                  <c:v>2.2529879999999998</c:v>
                </c:pt>
                <c:pt idx="1180">
                  <c:v>2.2542299999999997</c:v>
                </c:pt>
                <c:pt idx="1181">
                  <c:v>2.2554719999999997</c:v>
                </c:pt>
                <c:pt idx="1182">
                  <c:v>2.2579560000000001</c:v>
                </c:pt>
                <c:pt idx="1183">
                  <c:v>2.259198</c:v>
                </c:pt>
                <c:pt idx="1184">
                  <c:v>2.26044</c:v>
                </c:pt>
                <c:pt idx="1185">
                  <c:v>2.2635450000000001</c:v>
                </c:pt>
                <c:pt idx="1186">
                  <c:v>2.264787000000001</c:v>
                </c:pt>
                <c:pt idx="1187">
                  <c:v>2.2672710000000014</c:v>
                </c:pt>
                <c:pt idx="1188">
                  <c:v>2.2685130000000013</c:v>
                </c:pt>
                <c:pt idx="1189">
                  <c:v>2.269755</c:v>
                </c:pt>
                <c:pt idx="1190">
                  <c:v>2.2722389999999986</c:v>
                </c:pt>
                <c:pt idx="1191">
                  <c:v>2.2741020000000001</c:v>
                </c:pt>
                <c:pt idx="1192">
                  <c:v>2.276586</c:v>
                </c:pt>
                <c:pt idx="1193">
                  <c:v>2.277828</c:v>
                </c:pt>
                <c:pt idx="1194">
                  <c:v>2.2803120000000012</c:v>
                </c:pt>
                <c:pt idx="1195">
                  <c:v>2.2815539999999999</c:v>
                </c:pt>
                <c:pt idx="1196">
                  <c:v>2.2840380000000002</c:v>
                </c:pt>
                <c:pt idx="1197">
                  <c:v>2.2859010000000013</c:v>
                </c:pt>
                <c:pt idx="1198">
                  <c:v>2.2871429999999999</c:v>
                </c:pt>
                <c:pt idx="1199">
                  <c:v>2.2896269999999999</c:v>
                </c:pt>
                <c:pt idx="1200">
                  <c:v>2.2908689999999985</c:v>
                </c:pt>
                <c:pt idx="1201">
                  <c:v>2.2933530000000002</c:v>
                </c:pt>
                <c:pt idx="1202">
                  <c:v>2.2945950000000002</c:v>
                </c:pt>
                <c:pt idx="1203">
                  <c:v>2.2977000000000012</c:v>
                </c:pt>
                <c:pt idx="1204">
                  <c:v>2.2989419999999998</c:v>
                </c:pt>
                <c:pt idx="1205">
                  <c:v>2.3001840000000002</c:v>
                </c:pt>
                <c:pt idx="1206">
                  <c:v>2.3026679999999984</c:v>
                </c:pt>
                <c:pt idx="1207">
                  <c:v>2.3039100000000001</c:v>
                </c:pt>
                <c:pt idx="1208">
                  <c:v>2.3051519999999988</c:v>
                </c:pt>
                <c:pt idx="1209">
                  <c:v>2.307636</c:v>
                </c:pt>
                <c:pt idx="1210">
                  <c:v>2.3088779999999987</c:v>
                </c:pt>
                <c:pt idx="1211">
                  <c:v>2.3119829999999983</c:v>
                </c:pt>
                <c:pt idx="1212">
                  <c:v>2.3132249999999988</c:v>
                </c:pt>
                <c:pt idx="1213">
                  <c:v>2.3144669999999983</c:v>
                </c:pt>
                <c:pt idx="1214">
                  <c:v>2.3169509999999982</c:v>
                </c:pt>
                <c:pt idx="1215">
                  <c:v>2.3181929999999986</c:v>
                </c:pt>
                <c:pt idx="1216">
                  <c:v>2.3206769999999985</c:v>
                </c:pt>
                <c:pt idx="1217">
                  <c:v>2.3225399999999987</c:v>
                </c:pt>
                <c:pt idx="1218">
                  <c:v>2.325024</c:v>
                </c:pt>
                <c:pt idx="1219">
                  <c:v>2.3262659999999973</c:v>
                </c:pt>
                <c:pt idx="1220">
                  <c:v>2.3275079999999999</c:v>
                </c:pt>
                <c:pt idx="1221">
                  <c:v>2.3299919999999998</c:v>
                </c:pt>
                <c:pt idx="1222">
                  <c:v>2.3324759999999971</c:v>
                </c:pt>
                <c:pt idx="1223">
                  <c:v>2.3343389999999986</c:v>
                </c:pt>
                <c:pt idx="1224">
                  <c:v>2.3368229999999972</c:v>
                </c:pt>
                <c:pt idx="1225">
                  <c:v>2.3380649999999989</c:v>
                </c:pt>
                <c:pt idx="1226">
                  <c:v>2.3405489999999989</c:v>
                </c:pt>
                <c:pt idx="1227">
                  <c:v>2.3417909999999997</c:v>
                </c:pt>
                <c:pt idx="1228">
                  <c:v>2.3442749999999997</c:v>
                </c:pt>
                <c:pt idx="1229">
                  <c:v>2.3461379999999998</c:v>
                </c:pt>
                <c:pt idx="1230">
                  <c:v>2.3486219999999998</c:v>
                </c:pt>
                <c:pt idx="1231">
                  <c:v>2.3498639999999984</c:v>
                </c:pt>
                <c:pt idx="1232">
                  <c:v>2.3523479999999979</c:v>
                </c:pt>
                <c:pt idx="1233">
                  <c:v>2.3535900000000001</c:v>
                </c:pt>
                <c:pt idx="1234">
                  <c:v>2.3548319999999987</c:v>
                </c:pt>
                <c:pt idx="1235">
                  <c:v>2.357316</c:v>
                </c:pt>
                <c:pt idx="1236">
                  <c:v>2.3591789999999984</c:v>
                </c:pt>
                <c:pt idx="1237">
                  <c:v>2.3604210000000001</c:v>
                </c:pt>
                <c:pt idx="1238">
                  <c:v>2.3629049999999987</c:v>
                </c:pt>
                <c:pt idx="1239">
                  <c:v>2.364147</c:v>
                </c:pt>
                <c:pt idx="1240">
                  <c:v>2.365389</c:v>
                </c:pt>
                <c:pt idx="1241">
                  <c:v>2.3678729999999986</c:v>
                </c:pt>
                <c:pt idx="1242">
                  <c:v>2.3691149999999999</c:v>
                </c:pt>
                <c:pt idx="1243">
                  <c:v>2.3722199999999982</c:v>
                </c:pt>
                <c:pt idx="1244">
                  <c:v>2.3734619999999986</c:v>
                </c:pt>
                <c:pt idx="1245">
                  <c:v>2.3747039999999986</c:v>
                </c:pt>
                <c:pt idx="1246">
                  <c:v>2.3771879999999999</c:v>
                </c:pt>
                <c:pt idx="1247">
                  <c:v>2.3784299999999985</c:v>
                </c:pt>
                <c:pt idx="1248">
                  <c:v>2.3796719999999985</c:v>
                </c:pt>
                <c:pt idx="1249">
                  <c:v>2.3827769999999986</c:v>
                </c:pt>
                <c:pt idx="1250">
                  <c:v>2.3840189999999986</c:v>
                </c:pt>
                <c:pt idx="1251">
                  <c:v>2.3865029999999985</c:v>
                </c:pt>
                <c:pt idx="1252">
                  <c:v>2.3877449999999998</c:v>
                </c:pt>
                <c:pt idx="1253">
                  <c:v>2.3889869999999997</c:v>
                </c:pt>
                <c:pt idx="1254">
                  <c:v>2.3914709999999983</c:v>
                </c:pt>
                <c:pt idx="1255">
                  <c:v>2.3927129999999983</c:v>
                </c:pt>
                <c:pt idx="1256">
                  <c:v>2.3945759999999985</c:v>
                </c:pt>
                <c:pt idx="1257">
                  <c:v>2.3958179999999984</c:v>
                </c:pt>
                <c:pt idx="1258">
                  <c:v>2.3983019999999997</c:v>
                </c:pt>
                <c:pt idx="1259">
                  <c:v>2.3995439999999983</c:v>
                </c:pt>
                <c:pt idx="1260">
                  <c:v>2.4007860000000001</c:v>
                </c:pt>
                <c:pt idx="1261">
                  <c:v>2.40327</c:v>
                </c:pt>
                <c:pt idx="1262">
                  <c:v>2.404512</c:v>
                </c:pt>
                <c:pt idx="1263">
                  <c:v>2.4057539999999986</c:v>
                </c:pt>
                <c:pt idx="1264">
                  <c:v>2.4076169999999997</c:v>
                </c:pt>
                <c:pt idx="1265">
                  <c:v>2.410101</c:v>
                </c:pt>
                <c:pt idx="1266">
                  <c:v>2.4113429999999982</c:v>
                </c:pt>
                <c:pt idx="1267">
                  <c:v>2.4125849999999986</c:v>
                </c:pt>
                <c:pt idx="1268">
                  <c:v>2.4138269999999986</c:v>
                </c:pt>
                <c:pt idx="1269">
                  <c:v>2.4163109999999985</c:v>
                </c:pt>
                <c:pt idx="1270">
                  <c:v>2.4175529999999985</c:v>
                </c:pt>
                <c:pt idx="1271">
                  <c:v>2.4194159999999982</c:v>
                </c:pt>
                <c:pt idx="1272">
                  <c:v>2.4206579999999986</c:v>
                </c:pt>
                <c:pt idx="1273">
                  <c:v>2.4231419999999999</c:v>
                </c:pt>
                <c:pt idx="1274">
                  <c:v>2.4243839999999999</c:v>
                </c:pt>
                <c:pt idx="1275">
                  <c:v>2.4256260000000003</c:v>
                </c:pt>
                <c:pt idx="1276">
                  <c:v>2.4268679999999985</c:v>
                </c:pt>
                <c:pt idx="1277">
                  <c:v>2.4293519999999997</c:v>
                </c:pt>
                <c:pt idx="1278">
                  <c:v>2.4312149999999986</c:v>
                </c:pt>
                <c:pt idx="1279">
                  <c:v>2.4324569999999972</c:v>
                </c:pt>
                <c:pt idx="1280">
                  <c:v>2.4336989999999985</c:v>
                </c:pt>
                <c:pt idx="1281">
                  <c:v>2.4361829999999989</c:v>
                </c:pt>
                <c:pt idx="1282">
                  <c:v>2.4374249999999997</c:v>
                </c:pt>
                <c:pt idx="1283">
                  <c:v>2.4386669999999988</c:v>
                </c:pt>
                <c:pt idx="1284">
                  <c:v>2.4399089999999979</c:v>
                </c:pt>
                <c:pt idx="1285">
                  <c:v>2.4430140000000002</c:v>
                </c:pt>
                <c:pt idx="1286">
                  <c:v>2.4442559999999984</c:v>
                </c:pt>
                <c:pt idx="1287">
                  <c:v>2.4454979999999997</c:v>
                </c:pt>
                <c:pt idx="1288">
                  <c:v>2.4467399999999997</c:v>
                </c:pt>
                <c:pt idx="1289">
                  <c:v>2.4492240000000001</c:v>
                </c:pt>
                <c:pt idx="1290">
                  <c:v>2.4504659999999983</c:v>
                </c:pt>
                <c:pt idx="1291">
                  <c:v>2.4517079999999987</c:v>
                </c:pt>
                <c:pt idx="1292">
                  <c:v>2.4529499999999977</c:v>
                </c:pt>
                <c:pt idx="1293">
                  <c:v>2.4560549999999979</c:v>
                </c:pt>
                <c:pt idx="1294">
                  <c:v>2.4572970000000001</c:v>
                </c:pt>
                <c:pt idx="1295">
                  <c:v>2.458539</c:v>
                </c:pt>
                <c:pt idx="1296">
                  <c:v>2.459781</c:v>
                </c:pt>
                <c:pt idx="1297">
                  <c:v>2.4622649999999986</c:v>
                </c:pt>
                <c:pt idx="1298">
                  <c:v>2.4635069999999999</c:v>
                </c:pt>
                <c:pt idx="1299">
                  <c:v>2.4647489999999985</c:v>
                </c:pt>
                <c:pt idx="1300">
                  <c:v>2.4659909999999998</c:v>
                </c:pt>
                <c:pt idx="1301">
                  <c:v>2.469096</c:v>
                </c:pt>
                <c:pt idx="1302">
                  <c:v>2.4703379999999999</c:v>
                </c:pt>
                <c:pt idx="1303">
                  <c:v>2.4715799999999986</c:v>
                </c:pt>
                <c:pt idx="1304">
                  <c:v>2.472821999999999</c:v>
                </c:pt>
                <c:pt idx="1305">
                  <c:v>2.4753059999999989</c:v>
                </c:pt>
                <c:pt idx="1306">
                  <c:v>2.4765479999999984</c:v>
                </c:pt>
                <c:pt idx="1307">
                  <c:v>2.4777900000000002</c:v>
                </c:pt>
                <c:pt idx="1308">
                  <c:v>2.4796529999999972</c:v>
                </c:pt>
                <c:pt idx="1309">
                  <c:v>2.4808949999999999</c:v>
                </c:pt>
                <c:pt idx="1310">
                  <c:v>2.4821369999999998</c:v>
                </c:pt>
                <c:pt idx="1311">
                  <c:v>2.4846210000000002</c:v>
                </c:pt>
                <c:pt idx="1312">
                  <c:v>2.4858629999999988</c:v>
                </c:pt>
                <c:pt idx="1313">
                  <c:v>2.4871050000000001</c:v>
                </c:pt>
                <c:pt idx="1314">
                  <c:v>2.4883469999999988</c:v>
                </c:pt>
                <c:pt idx="1315">
                  <c:v>2.4895890000000001</c:v>
                </c:pt>
                <c:pt idx="1316">
                  <c:v>2.490831</c:v>
                </c:pt>
                <c:pt idx="1317">
                  <c:v>2.4939360000000002</c:v>
                </c:pt>
                <c:pt idx="1318">
                  <c:v>2.4951779999999997</c:v>
                </c:pt>
                <c:pt idx="1319">
                  <c:v>2.4964199999999979</c:v>
                </c:pt>
                <c:pt idx="1320">
                  <c:v>2.4976619999999987</c:v>
                </c:pt>
                <c:pt idx="1321">
                  <c:v>2.498904</c:v>
                </c:pt>
                <c:pt idx="1322">
                  <c:v>2.500146</c:v>
                </c:pt>
                <c:pt idx="1323">
                  <c:v>2.5026300000000004</c:v>
                </c:pt>
                <c:pt idx="1324">
                  <c:v>2.5044930000000001</c:v>
                </c:pt>
                <c:pt idx="1325">
                  <c:v>2.505735</c:v>
                </c:pt>
                <c:pt idx="1326">
                  <c:v>2.506977</c:v>
                </c:pt>
                <c:pt idx="1327">
                  <c:v>2.508219</c:v>
                </c:pt>
                <c:pt idx="1328">
                  <c:v>2.5094610000000004</c:v>
                </c:pt>
                <c:pt idx="1329">
                  <c:v>2.5119449999999985</c:v>
                </c:pt>
                <c:pt idx="1330">
                  <c:v>2.5131869999999998</c:v>
                </c:pt>
                <c:pt idx="1331">
                  <c:v>2.5144289999999989</c:v>
                </c:pt>
                <c:pt idx="1332">
                  <c:v>2.5162919999999982</c:v>
                </c:pt>
                <c:pt idx="1333">
                  <c:v>2.5187759999999986</c:v>
                </c:pt>
                <c:pt idx="1334">
                  <c:v>2.5200179999999999</c:v>
                </c:pt>
                <c:pt idx="1335">
                  <c:v>2.5212599999999985</c:v>
                </c:pt>
                <c:pt idx="1336">
                  <c:v>2.5225019999999998</c:v>
                </c:pt>
                <c:pt idx="1337">
                  <c:v>2.5249859999999997</c:v>
                </c:pt>
                <c:pt idx="1338">
                  <c:v>2.5262279999999997</c:v>
                </c:pt>
                <c:pt idx="1339">
                  <c:v>2.5280909999999999</c:v>
                </c:pt>
                <c:pt idx="1340">
                  <c:v>2.5293330000000012</c:v>
                </c:pt>
                <c:pt idx="1341">
                  <c:v>2.5305749999999998</c:v>
                </c:pt>
                <c:pt idx="1342">
                  <c:v>2.5330589999999984</c:v>
                </c:pt>
                <c:pt idx="1343">
                  <c:v>2.5343010000000001</c:v>
                </c:pt>
                <c:pt idx="1344">
                  <c:v>2.5355429999999983</c:v>
                </c:pt>
                <c:pt idx="1345">
                  <c:v>2.5367849999999987</c:v>
                </c:pt>
                <c:pt idx="1346">
                  <c:v>2.5392689999999987</c:v>
                </c:pt>
                <c:pt idx="1347">
                  <c:v>2.5411320000000002</c:v>
                </c:pt>
                <c:pt idx="1348">
                  <c:v>2.5423740000000001</c:v>
                </c:pt>
                <c:pt idx="1349">
                  <c:v>2.5436160000000001</c:v>
                </c:pt>
                <c:pt idx="1350">
                  <c:v>2.5460999999999987</c:v>
                </c:pt>
                <c:pt idx="1351">
                  <c:v>2.547342</c:v>
                </c:pt>
                <c:pt idx="1352">
                  <c:v>2.5485840000000013</c:v>
                </c:pt>
                <c:pt idx="1353">
                  <c:v>2.5498259999999986</c:v>
                </c:pt>
                <c:pt idx="1354">
                  <c:v>2.5529310000000001</c:v>
                </c:pt>
                <c:pt idx="1355">
                  <c:v>2.5541730000000005</c:v>
                </c:pt>
                <c:pt idx="1356">
                  <c:v>2.5554149999999987</c:v>
                </c:pt>
                <c:pt idx="1357">
                  <c:v>2.5566569999999977</c:v>
                </c:pt>
                <c:pt idx="1358">
                  <c:v>2.5578989999999986</c:v>
                </c:pt>
                <c:pt idx="1359">
                  <c:v>2.5603830000000012</c:v>
                </c:pt>
                <c:pt idx="1360">
                  <c:v>2.5616249999999998</c:v>
                </c:pt>
                <c:pt idx="1361">
                  <c:v>2.5628669999999985</c:v>
                </c:pt>
                <c:pt idx="1362">
                  <c:v>2.5659719999999999</c:v>
                </c:pt>
                <c:pt idx="1363">
                  <c:v>2.5672140000000012</c:v>
                </c:pt>
                <c:pt idx="1364">
                  <c:v>2.5684559999999985</c:v>
                </c:pt>
                <c:pt idx="1365">
                  <c:v>2.5696979999999998</c:v>
                </c:pt>
                <c:pt idx="1366">
                  <c:v>2.5721819999999997</c:v>
                </c:pt>
                <c:pt idx="1367">
                  <c:v>2.5734240000000002</c:v>
                </c:pt>
                <c:pt idx="1368">
                  <c:v>2.5746659999999983</c:v>
                </c:pt>
                <c:pt idx="1369">
                  <c:v>2.5777709999999998</c:v>
                </c:pt>
                <c:pt idx="1370">
                  <c:v>2.5790129999999984</c:v>
                </c:pt>
                <c:pt idx="1371">
                  <c:v>2.5802549999999997</c:v>
                </c:pt>
                <c:pt idx="1372">
                  <c:v>2.5827389999999997</c:v>
                </c:pt>
                <c:pt idx="1373">
                  <c:v>2.5839809999999996</c:v>
                </c:pt>
                <c:pt idx="1374">
                  <c:v>2.585223</c:v>
                </c:pt>
                <c:pt idx="1375">
                  <c:v>2.5864649999999987</c:v>
                </c:pt>
                <c:pt idx="1376">
                  <c:v>2.5895700000000001</c:v>
                </c:pt>
                <c:pt idx="1377">
                  <c:v>2.5908119999999997</c:v>
                </c:pt>
                <c:pt idx="1378">
                  <c:v>2.5920539999999983</c:v>
                </c:pt>
                <c:pt idx="1379">
                  <c:v>2.593296</c:v>
                </c:pt>
                <c:pt idx="1380">
                  <c:v>2.59578</c:v>
                </c:pt>
                <c:pt idx="1381">
                  <c:v>2.5970220000000004</c:v>
                </c:pt>
                <c:pt idx="1382">
                  <c:v>2.5982639999999986</c:v>
                </c:pt>
                <c:pt idx="1383">
                  <c:v>2.5995059999999985</c:v>
                </c:pt>
                <c:pt idx="1384">
                  <c:v>2.602611</c:v>
                </c:pt>
                <c:pt idx="1385">
                  <c:v>2.6038529999999982</c:v>
                </c:pt>
                <c:pt idx="1386">
                  <c:v>2.6050950000000004</c:v>
                </c:pt>
                <c:pt idx="1387">
                  <c:v>2.6063369999999999</c:v>
                </c:pt>
                <c:pt idx="1388">
                  <c:v>2.6075789999999999</c:v>
                </c:pt>
                <c:pt idx="1389">
                  <c:v>2.6100629999999989</c:v>
                </c:pt>
                <c:pt idx="1390">
                  <c:v>2.6113049999999998</c:v>
                </c:pt>
                <c:pt idx="1391">
                  <c:v>2.6131679999999999</c:v>
                </c:pt>
                <c:pt idx="1392">
                  <c:v>2.6144099999999986</c:v>
                </c:pt>
                <c:pt idx="1393">
                  <c:v>2.6156519999999985</c:v>
                </c:pt>
                <c:pt idx="1394">
                  <c:v>2.6181360000000002</c:v>
                </c:pt>
                <c:pt idx="1395">
                  <c:v>2.6193779999999998</c:v>
                </c:pt>
                <c:pt idx="1396">
                  <c:v>2.6206199999999997</c:v>
                </c:pt>
                <c:pt idx="1397">
                  <c:v>2.6218619999999997</c:v>
                </c:pt>
                <c:pt idx="1398">
                  <c:v>2.6231040000000014</c:v>
                </c:pt>
                <c:pt idx="1399">
                  <c:v>2.6262089999999989</c:v>
                </c:pt>
                <c:pt idx="1400">
                  <c:v>2.6274509999999998</c:v>
                </c:pt>
                <c:pt idx="1401">
                  <c:v>2.6286929999999997</c:v>
                </c:pt>
                <c:pt idx="1402">
                  <c:v>2.6299350000000001</c:v>
                </c:pt>
                <c:pt idx="1403">
                  <c:v>2.6311770000000001</c:v>
                </c:pt>
                <c:pt idx="1404">
                  <c:v>2.6336609999999987</c:v>
                </c:pt>
                <c:pt idx="1405">
                  <c:v>2.634903</c:v>
                </c:pt>
                <c:pt idx="1406">
                  <c:v>2.6361449999999986</c:v>
                </c:pt>
                <c:pt idx="1407">
                  <c:v>2.6380079999999997</c:v>
                </c:pt>
                <c:pt idx="1408">
                  <c:v>2.6392499999999983</c:v>
                </c:pt>
                <c:pt idx="1409">
                  <c:v>2.6417339999999996</c:v>
                </c:pt>
                <c:pt idx="1410">
                  <c:v>2.642976</c:v>
                </c:pt>
                <c:pt idx="1411">
                  <c:v>2.644218</c:v>
                </c:pt>
                <c:pt idx="1412">
                  <c:v>2.6454599999999986</c:v>
                </c:pt>
                <c:pt idx="1413">
                  <c:v>2.6467019999999999</c:v>
                </c:pt>
                <c:pt idx="1414">
                  <c:v>2.6479440000000012</c:v>
                </c:pt>
                <c:pt idx="1415">
                  <c:v>2.6510489999999982</c:v>
                </c:pt>
                <c:pt idx="1416">
                  <c:v>2.652291</c:v>
                </c:pt>
                <c:pt idx="1417">
                  <c:v>2.6535329999999999</c:v>
                </c:pt>
                <c:pt idx="1418">
                  <c:v>2.6547750000000003</c:v>
                </c:pt>
                <c:pt idx="1419">
                  <c:v>2.6572589999999985</c:v>
                </c:pt>
                <c:pt idx="1420">
                  <c:v>2.6585009999999998</c:v>
                </c:pt>
                <c:pt idx="1421">
                  <c:v>2.6597429999999989</c:v>
                </c:pt>
                <c:pt idx="1422">
                  <c:v>2.6616059999999986</c:v>
                </c:pt>
                <c:pt idx="1423">
                  <c:v>2.6640899999999998</c:v>
                </c:pt>
                <c:pt idx="1424">
                  <c:v>2.6653320000000011</c:v>
                </c:pt>
                <c:pt idx="1425">
                  <c:v>2.6665739999999998</c:v>
                </c:pt>
                <c:pt idx="1426">
                  <c:v>2.6678160000000002</c:v>
                </c:pt>
                <c:pt idx="1427">
                  <c:v>2.6690579999999997</c:v>
                </c:pt>
                <c:pt idx="1428">
                  <c:v>2.6702999999999997</c:v>
                </c:pt>
                <c:pt idx="1429">
                  <c:v>2.672784</c:v>
                </c:pt>
                <c:pt idx="1430">
                  <c:v>2.6746469999999989</c:v>
                </c:pt>
                <c:pt idx="1431">
                  <c:v>2.6758889999999989</c:v>
                </c:pt>
                <c:pt idx="1432">
                  <c:v>2.6771310000000015</c:v>
                </c:pt>
                <c:pt idx="1433">
                  <c:v>2.6783729999999997</c:v>
                </c:pt>
                <c:pt idx="1434">
                  <c:v>2.6796149999999987</c:v>
                </c:pt>
                <c:pt idx="1435">
                  <c:v>2.682099</c:v>
                </c:pt>
                <c:pt idx="1436">
                  <c:v>2.6833410000000013</c:v>
                </c:pt>
                <c:pt idx="1437">
                  <c:v>2.6845830000000017</c:v>
                </c:pt>
                <c:pt idx="1438">
                  <c:v>2.6864459999999979</c:v>
                </c:pt>
                <c:pt idx="1439">
                  <c:v>2.6889300000000014</c:v>
                </c:pt>
                <c:pt idx="1440">
                  <c:v>2.690172</c:v>
                </c:pt>
                <c:pt idx="1441">
                  <c:v>2.6926559999999982</c:v>
                </c:pt>
                <c:pt idx="1442">
                  <c:v>2.6938979999999999</c:v>
                </c:pt>
                <c:pt idx="1443">
                  <c:v>2.6951399999999999</c:v>
                </c:pt>
                <c:pt idx="1444">
                  <c:v>2.6963819999999998</c:v>
                </c:pt>
                <c:pt idx="1445">
                  <c:v>2.6994870000000004</c:v>
                </c:pt>
                <c:pt idx="1446">
                  <c:v>2.7007289999999999</c:v>
                </c:pt>
                <c:pt idx="1447">
                  <c:v>2.7019709999999999</c:v>
                </c:pt>
                <c:pt idx="1448">
                  <c:v>2.7032129999999999</c:v>
                </c:pt>
                <c:pt idx="1449">
                  <c:v>2.7044550000000003</c:v>
                </c:pt>
                <c:pt idx="1450">
                  <c:v>2.7056970000000002</c:v>
                </c:pt>
                <c:pt idx="1451">
                  <c:v>2.7081810000000011</c:v>
                </c:pt>
                <c:pt idx="1452">
                  <c:v>2.7100439999999986</c:v>
                </c:pt>
                <c:pt idx="1453">
                  <c:v>2.7112859999999985</c:v>
                </c:pt>
                <c:pt idx="1454">
                  <c:v>2.7125280000000003</c:v>
                </c:pt>
                <c:pt idx="1455">
                  <c:v>2.7137700000000002</c:v>
                </c:pt>
                <c:pt idx="1456">
                  <c:v>2.7150119999999998</c:v>
                </c:pt>
                <c:pt idx="1457">
                  <c:v>2.7162539999999984</c:v>
                </c:pt>
                <c:pt idx="1458">
                  <c:v>2.7174960000000001</c:v>
                </c:pt>
                <c:pt idx="1459">
                  <c:v>2.7199800000000001</c:v>
                </c:pt>
                <c:pt idx="1460">
                  <c:v>2.7212219999999996</c:v>
                </c:pt>
                <c:pt idx="1461">
                  <c:v>2.7230850000000002</c:v>
                </c:pt>
                <c:pt idx="1462">
                  <c:v>2.7243270000000011</c:v>
                </c:pt>
                <c:pt idx="1463">
                  <c:v>2.7255690000000001</c:v>
                </c:pt>
                <c:pt idx="1464">
                  <c:v>2.7268110000000001</c:v>
                </c:pt>
                <c:pt idx="1465">
                  <c:v>2.7292949999999996</c:v>
                </c:pt>
                <c:pt idx="1466">
                  <c:v>2.7305370000000013</c:v>
                </c:pt>
                <c:pt idx="1467">
                  <c:v>2.731779</c:v>
                </c:pt>
                <c:pt idx="1468">
                  <c:v>2.7330209999999999</c:v>
                </c:pt>
                <c:pt idx="1469">
                  <c:v>2.7348840000000001</c:v>
                </c:pt>
                <c:pt idx="1470">
                  <c:v>2.7361259999999987</c:v>
                </c:pt>
                <c:pt idx="1471">
                  <c:v>2.73861</c:v>
                </c:pt>
                <c:pt idx="1472">
                  <c:v>2.7398519999999986</c:v>
                </c:pt>
                <c:pt idx="1473">
                  <c:v>2.7410939999999999</c:v>
                </c:pt>
                <c:pt idx="1474">
                  <c:v>2.7423360000000012</c:v>
                </c:pt>
                <c:pt idx="1475">
                  <c:v>2.7435780000000012</c:v>
                </c:pt>
                <c:pt idx="1476">
                  <c:v>2.746683</c:v>
                </c:pt>
                <c:pt idx="1477">
                  <c:v>2.7479250000000013</c:v>
                </c:pt>
                <c:pt idx="1478">
                  <c:v>2.7491669999999999</c:v>
                </c:pt>
                <c:pt idx="1479">
                  <c:v>2.7504090000000003</c:v>
                </c:pt>
                <c:pt idx="1480">
                  <c:v>2.7516509999999985</c:v>
                </c:pt>
                <c:pt idx="1481">
                  <c:v>2.7541350000000002</c:v>
                </c:pt>
                <c:pt idx="1482">
                  <c:v>2.7553770000000002</c:v>
                </c:pt>
                <c:pt idx="1483">
                  <c:v>2.7566189999999988</c:v>
                </c:pt>
                <c:pt idx="1484">
                  <c:v>2.7584819999999999</c:v>
                </c:pt>
                <c:pt idx="1485">
                  <c:v>2.7609659999999998</c:v>
                </c:pt>
                <c:pt idx="1486">
                  <c:v>2.7622079999999998</c:v>
                </c:pt>
                <c:pt idx="1487">
                  <c:v>2.7634500000000002</c:v>
                </c:pt>
                <c:pt idx="1488">
                  <c:v>2.765934000000001</c:v>
                </c:pt>
                <c:pt idx="1489">
                  <c:v>2.7671760000000014</c:v>
                </c:pt>
                <c:pt idx="1490">
                  <c:v>2.768418</c:v>
                </c:pt>
                <c:pt idx="1491">
                  <c:v>2.76966</c:v>
                </c:pt>
                <c:pt idx="1492">
                  <c:v>2.7715230000000002</c:v>
                </c:pt>
                <c:pt idx="1493">
                  <c:v>2.7740069999999997</c:v>
                </c:pt>
                <c:pt idx="1494">
                  <c:v>2.7752489999999983</c:v>
                </c:pt>
                <c:pt idx="1495">
                  <c:v>2.776491</c:v>
                </c:pt>
                <c:pt idx="1496">
                  <c:v>2.7777330000000013</c:v>
                </c:pt>
                <c:pt idx="1497">
                  <c:v>2.7802170000000017</c:v>
                </c:pt>
                <c:pt idx="1498">
                  <c:v>2.7814589999999986</c:v>
                </c:pt>
                <c:pt idx="1499">
                  <c:v>2.7833220000000014</c:v>
                </c:pt>
                <c:pt idx="1500">
                  <c:v>2.7845640000000014</c:v>
                </c:pt>
                <c:pt idx="1501">
                  <c:v>2.785806</c:v>
                </c:pt>
                <c:pt idx="1502">
                  <c:v>2.7870480000000004</c:v>
                </c:pt>
                <c:pt idx="1503">
                  <c:v>2.7895320000000012</c:v>
                </c:pt>
                <c:pt idx="1504">
                  <c:v>2.7907739999999999</c:v>
                </c:pt>
                <c:pt idx="1505">
                  <c:v>2.7920160000000003</c:v>
                </c:pt>
                <c:pt idx="1506">
                  <c:v>2.7932579999999998</c:v>
                </c:pt>
                <c:pt idx="1507">
                  <c:v>2.7951210000000017</c:v>
                </c:pt>
                <c:pt idx="1508">
                  <c:v>2.7963629999999986</c:v>
                </c:pt>
                <c:pt idx="1509">
                  <c:v>2.7976049999999999</c:v>
                </c:pt>
                <c:pt idx="1510">
                  <c:v>2.7988469999999985</c:v>
                </c:pt>
                <c:pt idx="1511">
                  <c:v>2.8013310000000002</c:v>
                </c:pt>
                <c:pt idx="1512">
                  <c:v>2.8025729999999984</c:v>
                </c:pt>
                <c:pt idx="1513">
                  <c:v>2.8038149999999997</c:v>
                </c:pt>
                <c:pt idx="1514">
                  <c:v>2.8050569999999984</c:v>
                </c:pt>
                <c:pt idx="1515">
                  <c:v>2.8069199999999985</c:v>
                </c:pt>
                <c:pt idx="1516">
                  <c:v>2.8081620000000003</c:v>
                </c:pt>
                <c:pt idx="1517">
                  <c:v>2.8094039999999985</c:v>
                </c:pt>
                <c:pt idx="1518">
                  <c:v>2.8106459999999971</c:v>
                </c:pt>
                <c:pt idx="1519">
                  <c:v>2.8131300000000001</c:v>
                </c:pt>
                <c:pt idx="1520">
                  <c:v>2.8143719999999997</c:v>
                </c:pt>
                <c:pt idx="1521">
                  <c:v>2.8156139999999983</c:v>
                </c:pt>
                <c:pt idx="1522">
                  <c:v>2.8168559999999965</c:v>
                </c:pt>
                <c:pt idx="1523">
                  <c:v>2.8180979999999987</c:v>
                </c:pt>
                <c:pt idx="1524">
                  <c:v>2.8199609999999988</c:v>
                </c:pt>
                <c:pt idx="1525">
                  <c:v>2.8224449999999979</c:v>
                </c:pt>
                <c:pt idx="1526">
                  <c:v>2.8236869999999987</c:v>
                </c:pt>
                <c:pt idx="1527">
                  <c:v>2.824929</c:v>
                </c:pt>
                <c:pt idx="1528">
                  <c:v>2.826171</c:v>
                </c:pt>
                <c:pt idx="1529">
                  <c:v>2.8286549999999986</c:v>
                </c:pt>
                <c:pt idx="1530">
                  <c:v>2.8298970000000003</c:v>
                </c:pt>
                <c:pt idx="1531">
                  <c:v>2.8317599999999978</c:v>
                </c:pt>
                <c:pt idx="1532">
                  <c:v>2.8330019999999987</c:v>
                </c:pt>
                <c:pt idx="1533">
                  <c:v>2.8342439999999982</c:v>
                </c:pt>
                <c:pt idx="1534">
                  <c:v>2.8367279999999986</c:v>
                </c:pt>
                <c:pt idx="1535">
                  <c:v>2.8379700000000003</c:v>
                </c:pt>
                <c:pt idx="1536">
                  <c:v>2.8392119999999985</c:v>
                </c:pt>
                <c:pt idx="1537">
                  <c:v>2.8416959999999984</c:v>
                </c:pt>
                <c:pt idx="1538">
                  <c:v>2.8435589999999986</c:v>
                </c:pt>
                <c:pt idx="1539">
                  <c:v>2.8448010000000004</c:v>
                </c:pt>
                <c:pt idx="1540">
                  <c:v>2.8460429999999972</c:v>
                </c:pt>
                <c:pt idx="1541">
                  <c:v>2.8472849999999998</c:v>
                </c:pt>
                <c:pt idx="1542">
                  <c:v>2.8497689999999989</c:v>
                </c:pt>
                <c:pt idx="1543">
                  <c:v>2.8510109999999989</c:v>
                </c:pt>
                <c:pt idx="1544">
                  <c:v>2.8522529999999975</c:v>
                </c:pt>
                <c:pt idx="1545">
                  <c:v>2.8534949999999997</c:v>
                </c:pt>
                <c:pt idx="1546">
                  <c:v>2.8565999999999985</c:v>
                </c:pt>
                <c:pt idx="1547">
                  <c:v>2.8578419999999984</c:v>
                </c:pt>
                <c:pt idx="1548">
                  <c:v>2.8590839999999988</c:v>
                </c:pt>
                <c:pt idx="1549">
                  <c:v>2.8603259999999997</c:v>
                </c:pt>
                <c:pt idx="1550">
                  <c:v>2.8615679999999997</c:v>
                </c:pt>
                <c:pt idx="1551">
                  <c:v>2.8640519999999987</c:v>
                </c:pt>
                <c:pt idx="1552">
                  <c:v>2.865294</c:v>
                </c:pt>
                <c:pt idx="1553">
                  <c:v>2.866536</c:v>
                </c:pt>
                <c:pt idx="1554">
                  <c:v>2.8696409999999983</c:v>
                </c:pt>
                <c:pt idx="1555">
                  <c:v>2.8708829999999983</c:v>
                </c:pt>
                <c:pt idx="1556">
                  <c:v>2.873367</c:v>
                </c:pt>
                <c:pt idx="1557">
                  <c:v>2.8746089999999973</c:v>
                </c:pt>
                <c:pt idx="1558">
                  <c:v>2.8758509999999973</c:v>
                </c:pt>
                <c:pt idx="1559">
                  <c:v>2.8770929999999986</c:v>
                </c:pt>
                <c:pt idx="1560">
                  <c:v>2.880198</c:v>
                </c:pt>
                <c:pt idx="1561">
                  <c:v>2.8814399999999987</c:v>
                </c:pt>
                <c:pt idx="1562">
                  <c:v>2.8826819999999991</c:v>
                </c:pt>
                <c:pt idx="1563">
                  <c:v>2.8851659999999986</c:v>
                </c:pt>
                <c:pt idx="1564">
                  <c:v>2.8864079999999985</c:v>
                </c:pt>
                <c:pt idx="1565">
                  <c:v>2.8876500000000003</c:v>
                </c:pt>
                <c:pt idx="1566">
                  <c:v>2.8888919999999998</c:v>
                </c:pt>
                <c:pt idx="1567">
                  <c:v>2.8919969999999986</c:v>
                </c:pt>
                <c:pt idx="1568">
                  <c:v>2.8932389999999986</c:v>
                </c:pt>
                <c:pt idx="1569">
                  <c:v>2.8944809999999985</c:v>
                </c:pt>
                <c:pt idx="1570">
                  <c:v>2.8957230000000003</c:v>
                </c:pt>
                <c:pt idx="1571">
                  <c:v>2.8982069999999984</c:v>
                </c:pt>
                <c:pt idx="1572">
                  <c:v>2.8994489999999971</c:v>
                </c:pt>
                <c:pt idx="1573">
                  <c:v>2.9006910000000001</c:v>
                </c:pt>
                <c:pt idx="1574">
                  <c:v>2.9019330000000001</c:v>
                </c:pt>
                <c:pt idx="1575">
                  <c:v>2.9031750000000001</c:v>
                </c:pt>
                <c:pt idx="1576">
                  <c:v>2.9062799999999984</c:v>
                </c:pt>
                <c:pt idx="1577">
                  <c:v>2.9075220000000002</c:v>
                </c:pt>
                <c:pt idx="1578">
                  <c:v>2.9087640000000001</c:v>
                </c:pt>
                <c:pt idx="1579">
                  <c:v>2.9100059999999983</c:v>
                </c:pt>
                <c:pt idx="1580">
                  <c:v>2.9124899999999982</c:v>
                </c:pt>
                <c:pt idx="1581">
                  <c:v>2.913732</c:v>
                </c:pt>
                <c:pt idx="1582">
                  <c:v>2.914974</c:v>
                </c:pt>
                <c:pt idx="1583">
                  <c:v>2.9180789999999983</c:v>
                </c:pt>
                <c:pt idx="1584">
                  <c:v>2.9193209999999987</c:v>
                </c:pt>
                <c:pt idx="1585">
                  <c:v>2.920563</c:v>
                </c:pt>
                <c:pt idx="1586">
                  <c:v>2.923047</c:v>
                </c:pt>
                <c:pt idx="1587">
                  <c:v>2.9242889999999986</c:v>
                </c:pt>
                <c:pt idx="1588">
                  <c:v>2.9255310000000012</c:v>
                </c:pt>
                <c:pt idx="1589">
                  <c:v>2.9267729999999985</c:v>
                </c:pt>
                <c:pt idx="1590">
                  <c:v>2.9298779999999987</c:v>
                </c:pt>
                <c:pt idx="1591">
                  <c:v>2.9311199999999986</c:v>
                </c:pt>
                <c:pt idx="1592">
                  <c:v>2.932361999999999</c:v>
                </c:pt>
                <c:pt idx="1593">
                  <c:v>2.9336040000000003</c:v>
                </c:pt>
                <c:pt idx="1594">
                  <c:v>2.9348459999999972</c:v>
                </c:pt>
                <c:pt idx="1595">
                  <c:v>2.9373300000000002</c:v>
                </c:pt>
                <c:pt idx="1596">
                  <c:v>2.9385719999999997</c:v>
                </c:pt>
                <c:pt idx="1597">
                  <c:v>2.9404350000000004</c:v>
                </c:pt>
                <c:pt idx="1598">
                  <c:v>2.9416769999999985</c:v>
                </c:pt>
                <c:pt idx="1599">
                  <c:v>2.9429189999999985</c:v>
                </c:pt>
                <c:pt idx="1600">
                  <c:v>2.9454029999999989</c:v>
                </c:pt>
                <c:pt idx="1601">
                  <c:v>2.9466449999999984</c:v>
                </c:pt>
                <c:pt idx="1602">
                  <c:v>2.9478869999999997</c:v>
                </c:pt>
                <c:pt idx="1603">
                  <c:v>2.9491289999999997</c:v>
                </c:pt>
                <c:pt idx="1604">
                  <c:v>2.9503710000000001</c:v>
                </c:pt>
                <c:pt idx="1605">
                  <c:v>2.9534759999999989</c:v>
                </c:pt>
                <c:pt idx="1606">
                  <c:v>2.9547179999999997</c:v>
                </c:pt>
                <c:pt idx="1607">
                  <c:v>2.9559599999999984</c:v>
                </c:pt>
                <c:pt idx="1608">
                  <c:v>2.9572019999999997</c:v>
                </c:pt>
                <c:pt idx="1609">
                  <c:v>2.9584439999999983</c:v>
                </c:pt>
                <c:pt idx="1610">
                  <c:v>2.9596859999999983</c:v>
                </c:pt>
                <c:pt idx="1611">
                  <c:v>2.960928</c:v>
                </c:pt>
                <c:pt idx="1612">
                  <c:v>2.9621699999999982</c:v>
                </c:pt>
                <c:pt idx="1613">
                  <c:v>2.9652749999999997</c:v>
                </c:pt>
                <c:pt idx="1614">
                  <c:v>2.9665170000000001</c:v>
                </c:pt>
                <c:pt idx="1615">
                  <c:v>2.967759</c:v>
                </c:pt>
                <c:pt idx="1616">
                  <c:v>2.969001</c:v>
                </c:pt>
                <c:pt idx="1617">
                  <c:v>2.9702429999999986</c:v>
                </c:pt>
                <c:pt idx="1618">
                  <c:v>2.9714849999999986</c:v>
                </c:pt>
                <c:pt idx="1619">
                  <c:v>2.9739689999999985</c:v>
                </c:pt>
                <c:pt idx="1620">
                  <c:v>2.9752110000000003</c:v>
                </c:pt>
                <c:pt idx="1621">
                  <c:v>2.9770739999999987</c:v>
                </c:pt>
                <c:pt idx="1622">
                  <c:v>2.978316</c:v>
                </c:pt>
                <c:pt idx="1623">
                  <c:v>2.9795579999999986</c:v>
                </c:pt>
                <c:pt idx="1624">
                  <c:v>2.9820419999999985</c:v>
                </c:pt>
                <c:pt idx="1625">
                  <c:v>2.9832840000000012</c:v>
                </c:pt>
                <c:pt idx="1626">
                  <c:v>2.9845260000000002</c:v>
                </c:pt>
                <c:pt idx="1627">
                  <c:v>2.9857679999999998</c:v>
                </c:pt>
                <c:pt idx="1628">
                  <c:v>2.9870099999999997</c:v>
                </c:pt>
                <c:pt idx="1629">
                  <c:v>2.9888729999999986</c:v>
                </c:pt>
                <c:pt idx="1630">
                  <c:v>2.9913570000000003</c:v>
                </c:pt>
                <c:pt idx="1631">
                  <c:v>2.9925989999999985</c:v>
                </c:pt>
                <c:pt idx="1632">
                  <c:v>2.9938409999999984</c:v>
                </c:pt>
                <c:pt idx="1633">
                  <c:v>2.9950829999999988</c:v>
                </c:pt>
                <c:pt idx="1634">
                  <c:v>2.9963249999999997</c:v>
                </c:pt>
                <c:pt idx="1635">
                  <c:v>2.9975670000000001</c:v>
                </c:pt>
                <c:pt idx="1636">
                  <c:v>3.000051</c:v>
                </c:pt>
                <c:pt idx="1637">
                  <c:v>3.0019139999999997</c:v>
                </c:pt>
                <c:pt idx="1638">
                  <c:v>3.0031560000000002</c:v>
                </c:pt>
                <c:pt idx="1639">
                  <c:v>3.0043980000000001</c:v>
                </c:pt>
                <c:pt idx="1640">
                  <c:v>3.0068819999999987</c:v>
                </c:pt>
                <c:pt idx="1641">
                  <c:v>3.0081240000000014</c:v>
                </c:pt>
                <c:pt idx="1642">
                  <c:v>3.009366</c:v>
                </c:pt>
                <c:pt idx="1643">
                  <c:v>3.0106079999999986</c:v>
                </c:pt>
                <c:pt idx="1644">
                  <c:v>3.0137129999999988</c:v>
                </c:pt>
                <c:pt idx="1645">
                  <c:v>3.0149549999999987</c:v>
                </c:pt>
                <c:pt idx="1646">
                  <c:v>3.016197</c:v>
                </c:pt>
                <c:pt idx="1647">
                  <c:v>3.017439</c:v>
                </c:pt>
                <c:pt idx="1648">
                  <c:v>3.0186809999999986</c:v>
                </c:pt>
                <c:pt idx="1649">
                  <c:v>3.0211650000000003</c:v>
                </c:pt>
                <c:pt idx="1650">
                  <c:v>3.0224069999999985</c:v>
                </c:pt>
                <c:pt idx="1651">
                  <c:v>3.0236489999999985</c:v>
                </c:pt>
                <c:pt idx="1652">
                  <c:v>3.025512</c:v>
                </c:pt>
                <c:pt idx="1653">
                  <c:v>3.0267539999999986</c:v>
                </c:pt>
                <c:pt idx="1654">
                  <c:v>3.0292379999999999</c:v>
                </c:pt>
                <c:pt idx="1655">
                  <c:v>3.0304799999999985</c:v>
                </c:pt>
                <c:pt idx="1656">
                  <c:v>3.0317219999999998</c:v>
                </c:pt>
                <c:pt idx="1657">
                  <c:v>3.0329639999999989</c:v>
                </c:pt>
                <c:pt idx="1658">
                  <c:v>3.0354479999999984</c:v>
                </c:pt>
                <c:pt idx="1659">
                  <c:v>3.0366899999999979</c:v>
                </c:pt>
                <c:pt idx="1660">
                  <c:v>3.0385529999999985</c:v>
                </c:pt>
                <c:pt idx="1661">
                  <c:v>3.0397949999999998</c:v>
                </c:pt>
                <c:pt idx="1662">
                  <c:v>3.0422789999999988</c:v>
                </c:pt>
                <c:pt idx="1663">
                  <c:v>3.043521000000001</c:v>
                </c:pt>
                <c:pt idx="1664">
                  <c:v>3.0447629999999997</c:v>
                </c:pt>
                <c:pt idx="1665">
                  <c:v>3.0460049999999987</c:v>
                </c:pt>
                <c:pt idx="1666">
                  <c:v>3.047247</c:v>
                </c:pt>
                <c:pt idx="1667">
                  <c:v>3.0503519999999997</c:v>
                </c:pt>
                <c:pt idx="1668">
                  <c:v>3.0515939999999997</c:v>
                </c:pt>
                <c:pt idx="1669">
                  <c:v>3.0528359999999983</c:v>
                </c:pt>
                <c:pt idx="1670">
                  <c:v>3.0540779999999987</c:v>
                </c:pt>
                <c:pt idx="1671">
                  <c:v>3.05532</c:v>
                </c:pt>
                <c:pt idx="1672">
                  <c:v>3.0578040000000004</c:v>
                </c:pt>
                <c:pt idx="1673">
                  <c:v>3.0590459999999973</c:v>
                </c:pt>
                <c:pt idx="1674">
                  <c:v>3.0602879999999999</c:v>
                </c:pt>
                <c:pt idx="1675">
                  <c:v>3.0621510000000001</c:v>
                </c:pt>
                <c:pt idx="1676">
                  <c:v>3.0633930000000014</c:v>
                </c:pt>
                <c:pt idx="1677">
                  <c:v>3.0646349999999996</c:v>
                </c:pt>
                <c:pt idx="1678">
                  <c:v>3.0671189999999999</c:v>
                </c:pt>
                <c:pt idx="1679">
                  <c:v>3.0683609999999999</c:v>
                </c:pt>
                <c:pt idx="1680">
                  <c:v>3.0696029999999985</c:v>
                </c:pt>
                <c:pt idx="1681">
                  <c:v>3.0708449999999989</c:v>
                </c:pt>
                <c:pt idx="1682">
                  <c:v>3.0720869999999989</c:v>
                </c:pt>
                <c:pt idx="1683">
                  <c:v>3.07395</c:v>
                </c:pt>
                <c:pt idx="1684">
                  <c:v>3.0751919999999999</c:v>
                </c:pt>
                <c:pt idx="1685">
                  <c:v>3.0776760000000003</c:v>
                </c:pt>
                <c:pt idx="1686">
                  <c:v>3.0789180000000003</c:v>
                </c:pt>
                <c:pt idx="1687">
                  <c:v>3.0801599999999998</c:v>
                </c:pt>
                <c:pt idx="1688">
                  <c:v>3.0814019999999998</c:v>
                </c:pt>
                <c:pt idx="1689">
                  <c:v>3.0826439999999988</c:v>
                </c:pt>
                <c:pt idx="1690">
                  <c:v>3.0838860000000001</c:v>
                </c:pt>
                <c:pt idx="1691">
                  <c:v>3.0851280000000001</c:v>
                </c:pt>
                <c:pt idx="1692">
                  <c:v>3.0882329999999998</c:v>
                </c:pt>
                <c:pt idx="1693">
                  <c:v>3.0894749999999997</c:v>
                </c:pt>
                <c:pt idx="1694">
                  <c:v>3.0907170000000002</c:v>
                </c:pt>
                <c:pt idx="1695">
                  <c:v>3.0919589999999983</c:v>
                </c:pt>
                <c:pt idx="1696">
                  <c:v>3.0932010000000001</c:v>
                </c:pt>
                <c:pt idx="1697">
                  <c:v>3.0944429999999978</c:v>
                </c:pt>
                <c:pt idx="1698">
                  <c:v>3.0956849999999987</c:v>
                </c:pt>
                <c:pt idx="1699">
                  <c:v>3.0987900000000002</c:v>
                </c:pt>
                <c:pt idx="1700">
                  <c:v>3.1000320000000001</c:v>
                </c:pt>
                <c:pt idx="1701">
                  <c:v>3.1012739999999988</c:v>
                </c:pt>
                <c:pt idx="1702">
                  <c:v>3.1025160000000001</c:v>
                </c:pt>
                <c:pt idx="1703">
                  <c:v>3.103758</c:v>
                </c:pt>
                <c:pt idx="1704">
                  <c:v>3.105</c:v>
                </c:pt>
                <c:pt idx="1705">
                  <c:v>3.1062419999999986</c:v>
                </c:pt>
                <c:pt idx="1706">
                  <c:v>3.1087260000000012</c:v>
                </c:pt>
                <c:pt idx="1707">
                  <c:v>3.110589</c:v>
                </c:pt>
                <c:pt idx="1708">
                  <c:v>3.111831</c:v>
                </c:pt>
                <c:pt idx="1709">
                  <c:v>3.113073</c:v>
                </c:pt>
                <c:pt idx="1710">
                  <c:v>3.1143149999999999</c:v>
                </c:pt>
                <c:pt idx="1711">
                  <c:v>3.1167989999999985</c:v>
                </c:pt>
                <c:pt idx="1712">
                  <c:v>3.1180409999999985</c:v>
                </c:pt>
                <c:pt idx="1713">
                  <c:v>3.1192829999999985</c:v>
                </c:pt>
                <c:pt idx="1714">
                  <c:v>3.1205250000000002</c:v>
                </c:pt>
                <c:pt idx="1715">
                  <c:v>3.1223879999999999</c:v>
                </c:pt>
                <c:pt idx="1716">
                  <c:v>3.1236300000000012</c:v>
                </c:pt>
                <c:pt idx="1717">
                  <c:v>3.1261139999999998</c:v>
                </c:pt>
                <c:pt idx="1718">
                  <c:v>3.1273559999999998</c:v>
                </c:pt>
                <c:pt idx="1719">
                  <c:v>3.1285980000000002</c:v>
                </c:pt>
                <c:pt idx="1720">
                  <c:v>3.1298399999999997</c:v>
                </c:pt>
                <c:pt idx="1721">
                  <c:v>3.1310819999999997</c:v>
                </c:pt>
                <c:pt idx="1722">
                  <c:v>3.1323239999999997</c:v>
                </c:pt>
                <c:pt idx="1723">
                  <c:v>3.1335660000000001</c:v>
                </c:pt>
                <c:pt idx="1724">
                  <c:v>3.1366709999999989</c:v>
                </c:pt>
                <c:pt idx="1725">
                  <c:v>3.1379129999999997</c:v>
                </c:pt>
                <c:pt idx="1726">
                  <c:v>3.1391549999999997</c:v>
                </c:pt>
                <c:pt idx="1727">
                  <c:v>3.1403970000000014</c:v>
                </c:pt>
                <c:pt idx="1728">
                  <c:v>3.1416390000000001</c:v>
                </c:pt>
                <c:pt idx="1729">
                  <c:v>3.142881</c:v>
                </c:pt>
                <c:pt idx="1730">
                  <c:v>3.1453650000000004</c:v>
                </c:pt>
                <c:pt idx="1731">
                  <c:v>3.1472280000000001</c:v>
                </c:pt>
                <c:pt idx="1732">
                  <c:v>3.1484700000000001</c:v>
                </c:pt>
                <c:pt idx="1733">
                  <c:v>3.1497120000000001</c:v>
                </c:pt>
                <c:pt idx="1734">
                  <c:v>3.150954</c:v>
                </c:pt>
                <c:pt idx="1735">
                  <c:v>3.153438</c:v>
                </c:pt>
                <c:pt idx="1736">
                  <c:v>3.1546799999999986</c:v>
                </c:pt>
                <c:pt idx="1737">
                  <c:v>3.1559219999999999</c:v>
                </c:pt>
                <c:pt idx="1738">
                  <c:v>3.1571639999999999</c:v>
                </c:pt>
                <c:pt idx="1739">
                  <c:v>3.159027</c:v>
                </c:pt>
                <c:pt idx="1740">
                  <c:v>3.1602690000000004</c:v>
                </c:pt>
                <c:pt idx="1741">
                  <c:v>3.1615110000000013</c:v>
                </c:pt>
                <c:pt idx="1742">
                  <c:v>3.1639950000000012</c:v>
                </c:pt>
                <c:pt idx="1743">
                  <c:v>3.1652370000000012</c:v>
                </c:pt>
                <c:pt idx="1744">
                  <c:v>3.1664790000000003</c:v>
                </c:pt>
                <c:pt idx="1745">
                  <c:v>3.1677210000000016</c:v>
                </c:pt>
                <c:pt idx="1746">
                  <c:v>3.1689629999999998</c:v>
                </c:pt>
                <c:pt idx="1747">
                  <c:v>3.1708259999999986</c:v>
                </c:pt>
                <c:pt idx="1748">
                  <c:v>3.1720679999999986</c:v>
                </c:pt>
                <c:pt idx="1749">
                  <c:v>3.1733100000000012</c:v>
                </c:pt>
                <c:pt idx="1750">
                  <c:v>3.1757939999999998</c:v>
                </c:pt>
                <c:pt idx="1751">
                  <c:v>3.1770359999999997</c:v>
                </c:pt>
                <c:pt idx="1752">
                  <c:v>3.1782779999999997</c:v>
                </c:pt>
                <c:pt idx="1753">
                  <c:v>3.1795200000000001</c:v>
                </c:pt>
                <c:pt idx="1754">
                  <c:v>3.1807620000000001</c:v>
                </c:pt>
                <c:pt idx="1755">
                  <c:v>3.1838669999999998</c:v>
                </c:pt>
                <c:pt idx="1756">
                  <c:v>3.1851089999999997</c:v>
                </c:pt>
                <c:pt idx="1757">
                  <c:v>3.1863510000000002</c:v>
                </c:pt>
                <c:pt idx="1758">
                  <c:v>3.1875930000000015</c:v>
                </c:pt>
                <c:pt idx="1759">
                  <c:v>3.1888349999999996</c:v>
                </c:pt>
                <c:pt idx="1760">
                  <c:v>3.1900769999999987</c:v>
                </c:pt>
                <c:pt idx="1761">
                  <c:v>3.192561</c:v>
                </c:pt>
                <c:pt idx="1762">
                  <c:v>3.1938029999999986</c:v>
                </c:pt>
                <c:pt idx="1763">
                  <c:v>3.1956659999999983</c:v>
                </c:pt>
                <c:pt idx="1764">
                  <c:v>3.1969079999999988</c:v>
                </c:pt>
                <c:pt idx="1765">
                  <c:v>3.19815</c:v>
                </c:pt>
                <c:pt idx="1766">
                  <c:v>3.2006340000000013</c:v>
                </c:pt>
                <c:pt idx="1767">
                  <c:v>3.2018759999999986</c:v>
                </c:pt>
                <c:pt idx="1768">
                  <c:v>3.2031180000000012</c:v>
                </c:pt>
                <c:pt idx="1769">
                  <c:v>3.2043599999999999</c:v>
                </c:pt>
                <c:pt idx="1770">
                  <c:v>3.2056019999999998</c:v>
                </c:pt>
                <c:pt idx="1771">
                  <c:v>3.2087070000000013</c:v>
                </c:pt>
                <c:pt idx="1772">
                  <c:v>3.2099489999999986</c:v>
                </c:pt>
                <c:pt idx="1773">
                  <c:v>3.2111910000000012</c:v>
                </c:pt>
                <c:pt idx="1774">
                  <c:v>3.2124329999999985</c:v>
                </c:pt>
                <c:pt idx="1775">
                  <c:v>3.2149169999999998</c:v>
                </c:pt>
                <c:pt idx="1776">
                  <c:v>3.2161589999999989</c:v>
                </c:pt>
                <c:pt idx="1777">
                  <c:v>3.2174010000000002</c:v>
                </c:pt>
                <c:pt idx="1778">
                  <c:v>3.2186429999999984</c:v>
                </c:pt>
                <c:pt idx="1779">
                  <c:v>3.2205059999999999</c:v>
                </c:pt>
                <c:pt idx="1780">
                  <c:v>3.2229900000000002</c:v>
                </c:pt>
                <c:pt idx="1781">
                  <c:v>3.2242320000000002</c:v>
                </c:pt>
                <c:pt idx="1782">
                  <c:v>3.2254739999999997</c:v>
                </c:pt>
                <c:pt idx="1783">
                  <c:v>3.2267159999999997</c:v>
                </c:pt>
                <c:pt idx="1784">
                  <c:v>3.2279580000000001</c:v>
                </c:pt>
                <c:pt idx="1785">
                  <c:v>3.2304419999999987</c:v>
                </c:pt>
                <c:pt idx="1786">
                  <c:v>3.2323049999999998</c:v>
                </c:pt>
                <c:pt idx="1787">
                  <c:v>3.2335469999999997</c:v>
                </c:pt>
                <c:pt idx="1788">
                  <c:v>3.2347889999999997</c:v>
                </c:pt>
                <c:pt idx="1789">
                  <c:v>3.2360310000000001</c:v>
                </c:pt>
                <c:pt idx="1790">
                  <c:v>3.2372730000000001</c:v>
                </c:pt>
                <c:pt idx="1791">
                  <c:v>3.238515</c:v>
                </c:pt>
                <c:pt idx="1792">
                  <c:v>3.2409990000000013</c:v>
                </c:pt>
                <c:pt idx="1793">
                  <c:v>3.2422409999999986</c:v>
                </c:pt>
                <c:pt idx="1794">
                  <c:v>3.2441040000000014</c:v>
                </c:pt>
                <c:pt idx="1795">
                  <c:v>3.2453460000000001</c:v>
                </c:pt>
                <c:pt idx="1796">
                  <c:v>3.246588</c:v>
                </c:pt>
                <c:pt idx="1797">
                  <c:v>3.2478300000000018</c:v>
                </c:pt>
                <c:pt idx="1798">
                  <c:v>3.2503139999999999</c:v>
                </c:pt>
                <c:pt idx="1799">
                  <c:v>3.2515559999999986</c:v>
                </c:pt>
                <c:pt idx="1800">
                  <c:v>3.2527980000000003</c:v>
                </c:pt>
                <c:pt idx="1801">
                  <c:v>3.2540400000000003</c:v>
                </c:pt>
                <c:pt idx="1802">
                  <c:v>3.255903</c:v>
                </c:pt>
                <c:pt idx="1803">
                  <c:v>3.257145</c:v>
                </c:pt>
                <c:pt idx="1804">
                  <c:v>3.2596289999999986</c:v>
                </c:pt>
                <c:pt idx="1805">
                  <c:v>3.2608710000000012</c:v>
                </c:pt>
                <c:pt idx="1806">
                  <c:v>3.2621130000000012</c:v>
                </c:pt>
                <c:pt idx="1807">
                  <c:v>3.2633550000000002</c:v>
                </c:pt>
                <c:pt idx="1808">
                  <c:v>3.2645970000000011</c:v>
                </c:pt>
                <c:pt idx="1809">
                  <c:v>3.2658390000000002</c:v>
                </c:pt>
                <c:pt idx="1810">
                  <c:v>3.2670810000000015</c:v>
                </c:pt>
                <c:pt idx="1811">
                  <c:v>3.2689440000000012</c:v>
                </c:pt>
                <c:pt idx="1812">
                  <c:v>3.2714279999999998</c:v>
                </c:pt>
                <c:pt idx="1813">
                  <c:v>3.2726699999999984</c:v>
                </c:pt>
                <c:pt idx="1814">
                  <c:v>3.2739120000000002</c:v>
                </c:pt>
                <c:pt idx="1815">
                  <c:v>3.2751540000000001</c:v>
                </c:pt>
                <c:pt idx="1816">
                  <c:v>3.2763959999999988</c:v>
                </c:pt>
                <c:pt idx="1817">
                  <c:v>3.27888</c:v>
                </c:pt>
                <c:pt idx="1818">
                  <c:v>3.2807430000000002</c:v>
                </c:pt>
                <c:pt idx="1819">
                  <c:v>3.2819850000000002</c:v>
                </c:pt>
                <c:pt idx="1820">
                  <c:v>3.2832270000000014</c:v>
                </c:pt>
                <c:pt idx="1821">
                  <c:v>3.2844689999999988</c:v>
                </c:pt>
                <c:pt idx="1822">
                  <c:v>3.286953</c:v>
                </c:pt>
                <c:pt idx="1823">
                  <c:v>3.2881950000000013</c:v>
                </c:pt>
                <c:pt idx="1824">
                  <c:v>3.2894369999999999</c:v>
                </c:pt>
                <c:pt idx="1825">
                  <c:v>3.2906790000000004</c:v>
                </c:pt>
                <c:pt idx="1826">
                  <c:v>3.2925419999999987</c:v>
                </c:pt>
                <c:pt idx="1827">
                  <c:v>3.295026</c:v>
                </c:pt>
                <c:pt idx="1828">
                  <c:v>3.2962679999999986</c:v>
                </c:pt>
                <c:pt idx="1829">
                  <c:v>3.2975099999999999</c:v>
                </c:pt>
                <c:pt idx="1830">
                  <c:v>3.2987520000000004</c:v>
                </c:pt>
                <c:pt idx="1831">
                  <c:v>3.2999939999999999</c:v>
                </c:pt>
                <c:pt idx="1832">
                  <c:v>3.3024779999999985</c:v>
                </c:pt>
                <c:pt idx="1833">
                  <c:v>3.304341</c:v>
                </c:pt>
                <c:pt idx="1834">
                  <c:v>3.3055830000000004</c:v>
                </c:pt>
                <c:pt idx="1835">
                  <c:v>3.3068249999999986</c:v>
                </c:pt>
                <c:pt idx="1836">
                  <c:v>3.3080669999999985</c:v>
                </c:pt>
                <c:pt idx="1837">
                  <c:v>3.3093089999999985</c:v>
                </c:pt>
                <c:pt idx="1838">
                  <c:v>3.3117929999999989</c:v>
                </c:pt>
                <c:pt idx="1839">
                  <c:v>3.3130349999999997</c:v>
                </c:pt>
                <c:pt idx="1840">
                  <c:v>3.3142769999999984</c:v>
                </c:pt>
                <c:pt idx="1841">
                  <c:v>3.3155189999999983</c:v>
                </c:pt>
                <c:pt idx="1842">
                  <c:v>3.3186239999999989</c:v>
                </c:pt>
                <c:pt idx="1843">
                  <c:v>3.3198659999999975</c:v>
                </c:pt>
                <c:pt idx="1844">
                  <c:v>3.3211079999999997</c:v>
                </c:pt>
                <c:pt idx="1845">
                  <c:v>3.3223499999999979</c:v>
                </c:pt>
                <c:pt idx="1846">
                  <c:v>3.3235920000000001</c:v>
                </c:pt>
                <c:pt idx="1847">
                  <c:v>3.3248340000000001</c:v>
                </c:pt>
                <c:pt idx="1848">
                  <c:v>3.3273179999999996</c:v>
                </c:pt>
                <c:pt idx="1849">
                  <c:v>3.3291809999999997</c:v>
                </c:pt>
                <c:pt idx="1850">
                  <c:v>3.3304229999999984</c:v>
                </c:pt>
                <c:pt idx="1851">
                  <c:v>3.3316649999999979</c:v>
                </c:pt>
                <c:pt idx="1852">
                  <c:v>3.3329069999999983</c:v>
                </c:pt>
                <c:pt idx="1853">
                  <c:v>3.3341489999999983</c:v>
                </c:pt>
                <c:pt idx="1854">
                  <c:v>3.3366329999999977</c:v>
                </c:pt>
                <c:pt idx="1855">
                  <c:v>3.3378749999999986</c:v>
                </c:pt>
                <c:pt idx="1856">
                  <c:v>3.3391169999999986</c:v>
                </c:pt>
                <c:pt idx="1857">
                  <c:v>3.3409800000000001</c:v>
                </c:pt>
                <c:pt idx="1858">
                  <c:v>3.3422219999999987</c:v>
                </c:pt>
                <c:pt idx="1859">
                  <c:v>3.343464</c:v>
                </c:pt>
                <c:pt idx="1860">
                  <c:v>3.3459479999999986</c:v>
                </c:pt>
                <c:pt idx="1861">
                  <c:v>3.3471899999999999</c:v>
                </c:pt>
                <c:pt idx="1862">
                  <c:v>3.3484320000000003</c:v>
                </c:pt>
                <c:pt idx="1863">
                  <c:v>3.3496740000000003</c:v>
                </c:pt>
                <c:pt idx="1864">
                  <c:v>3.3509159999999985</c:v>
                </c:pt>
                <c:pt idx="1865">
                  <c:v>3.3527789999999977</c:v>
                </c:pt>
                <c:pt idx="1866">
                  <c:v>3.3552629999999972</c:v>
                </c:pt>
                <c:pt idx="1867">
                  <c:v>3.356504999999999</c:v>
                </c:pt>
                <c:pt idx="1868">
                  <c:v>3.3577469999999985</c:v>
                </c:pt>
                <c:pt idx="1869">
                  <c:v>3.3589889999999984</c:v>
                </c:pt>
                <c:pt idx="1870">
                  <c:v>3.3602309999999997</c:v>
                </c:pt>
                <c:pt idx="1871">
                  <c:v>3.3627149999999997</c:v>
                </c:pt>
                <c:pt idx="1872">
                  <c:v>3.3639570000000001</c:v>
                </c:pt>
                <c:pt idx="1873">
                  <c:v>3.3658199999999985</c:v>
                </c:pt>
                <c:pt idx="1874">
                  <c:v>3.3670619999999998</c:v>
                </c:pt>
                <c:pt idx="1875">
                  <c:v>3.3695459999999988</c:v>
                </c:pt>
                <c:pt idx="1876">
                  <c:v>3.3707879999999997</c:v>
                </c:pt>
                <c:pt idx="1877">
                  <c:v>3.3720299999999979</c:v>
                </c:pt>
                <c:pt idx="1878">
                  <c:v>3.3732719999999987</c:v>
                </c:pt>
                <c:pt idx="1879">
                  <c:v>3.374514</c:v>
                </c:pt>
                <c:pt idx="1880">
                  <c:v>3.3757559999999978</c:v>
                </c:pt>
                <c:pt idx="1881">
                  <c:v>3.3788609999999979</c:v>
                </c:pt>
                <c:pt idx="1882">
                  <c:v>3.3801029999999987</c:v>
                </c:pt>
                <c:pt idx="1883">
                  <c:v>3.3813449999999987</c:v>
                </c:pt>
                <c:pt idx="1884">
                  <c:v>3.382587</c:v>
                </c:pt>
                <c:pt idx="1885">
                  <c:v>3.383829</c:v>
                </c:pt>
                <c:pt idx="1886">
                  <c:v>3.3863130000000004</c:v>
                </c:pt>
                <c:pt idx="1887">
                  <c:v>3.3875549999999999</c:v>
                </c:pt>
                <c:pt idx="1888">
                  <c:v>3.3894179999999987</c:v>
                </c:pt>
                <c:pt idx="1889">
                  <c:v>3.3906599999999982</c:v>
                </c:pt>
                <c:pt idx="1890">
                  <c:v>3.3919019999999986</c:v>
                </c:pt>
                <c:pt idx="1891">
                  <c:v>3.3931440000000004</c:v>
                </c:pt>
                <c:pt idx="1892">
                  <c:v>3.3956279999999985</c:v>
                </c:pt>
                <c:pt idx="1893">
                  <c:v>3.3968699999999972</c:v>
                </c:pt>
                <c:pt idx="1894">
                  <c:v>3.3981119999999998</c:v>
                </c:pt>
                <c:pt idx="1895">
                  <c:v>3.3993539999999989</c:v>
                </c:pt>
                <c:pt idx="1896">
                  <c:v>3.4005960000000002</c:v>
                </c:pt>
                <c:pt idx="1897">
                  <c:v>3.4037009999999999</c:v>
                </c:pt>
                <c:pt idx="1898">
                  <c:v>3.4049429999999985</c:v>
                </c:pt>
                <c:pt idx="1899">
                  <c:v>3.4061849999999998</c:v>
                </c:pt>
                <c:pt idx="1900">
                  <c:v>3.4074270000000002</c:v>
                </c:pt>
                <c:pt idx="1901">
                  <c:v>3.4086689999999984</c:v>
                </c:pt>
                <c:pt idx="1902">
                  <c:v>3.4111529999999983</c:v>
                </c:pt>
                <c:pt idx="1903">
                  <c:v>3.4123949999999987</c:v>
                </c:pt>
                <c:pt idx="1904">
                  <c:v>3.4142579999999985</c:v>
                </c:pt>
                <c:pt idx="1905">
                  <c:v>3.4154999999999984</c:v>
                </c:pt>
                <c:pt idx="1906">
                  <c:v>3.4167419999999984</c:v>
                </c:pt>
                <c:pt idx="1907">
                  <c:v>3.4192259999999983</c:v>
                </c:pt>
                <c:pt idx="1908">
                  <c:v>3.4204679999999987</c:v>
                </c:pt>
                <c:pt idx="1909">
                  <c:v>3.42171</c:v>
                </c:pt>
                <c:pt idx="1910">
                  <c:v>3.4229519999999987</c:v>
                </c:pt>
                <c:pt idx="1911">
                  <c:v>3.4241940000000013</c:v>
                </c:pt>
                <c:pt idx="1912">
                  <c:v>3.4272990000000001</c:v>
                </c:pt>
                <c:pt idx="1913">
                  <c:v>3.4285410000000001</c:v>
                </c:pt>
                <c:pt idx="1914">
                  <c:v>3.4297829999999987</c:v>
                </c:pt>
                <c:pt idx="1915">
                  <c:v>3.4310249999999987</c:v>
                </c:pt>
                <c:pt idx="1916">
                  <c:v>3.4322669999999977</c:v>
                </c:pt>
                <c:pt idx="1917">
                  <c:v>3.4335089999999986</c:v>
                </c:pt>
                <c:pt idx="1918">
                  <c:v>3.4347509999999986</c:v>
                </c:pt>
                <c:pt idx="1919">
                  <c:v>3.4359930000000003</c:v>
                </c:pt>
                <c:pt idx="1920">
                  <c:v>3.4378559999999974</c:v>
                </c:pt>
                <c:pt idx="1921">
                  <c:v>3.4390979999999987</c:v>
                </c:pt>
                <c:pt idx="1922">
                  <c:v>3.44034</c:v>
                </c:pt>
                <c:pt idx="1923">
                  <c:v>3.4428239999999986</c:v>
                </c:pt>
                <c:pt idx="1924">
                  <c:v>3.4440660000000003</c:v>
                </c:pt>
                <c:pt idx="1925">
                  <c:v>3.4453079999999998</c:v>
                </c:pt>
                <c:pt idx="1926">
                  <c:v>3.4465499999999984</c:v>
                </c:pt>
                <c:pt idx="1927">
                  <c:v>3.4490340000000002</c:v>
                </c:pt>
                <c:pt idx="1928">
                  <c:v>3.4508970000000003</c:v>
                </c:pt>
                <c:pt idx="1929">
                  <c:v>3.4521390000000003</c:v>
                </c:pt>
                <c:pt idx="1930">
                  <c:v>3.4533809999999998</c:v>
                </c:pt>
                <c:pt idx="1931">
                  <c:v>3.4558649999999984</c:v>
                </c:pt>
                <c:pt idx="1932">
                  <c:v>3.4571070000000002</c:v>
                </c:pt>
                <c:pt idx="1933">
                  <c:v>3.4583489999999983</c:v>
                </c:pt>
                <c:pt idx="1934">
                  <c:v>3.4595909999999988</c:v>
                </c:pt>
                <c:pt idx="1935">
                  <c:v>3.4626959999999984</c:v>
                </c:pt>
                <c:pt idx="1936">
                  <c:v>3.4639380000000002</c:v>
                </c:pt>
                <c:pt idx="1937">
                  <c:v>3.4651800000000001</c:v>
                </c:pt>
                <c:pt idx="1938">
                  <c:v>3.4664219999999997</c:v>
                </c:pt>
                <c:pt idx="1939">
                  <c:v>3.4676639999999987</c:v>
                </c:pt>
                <c:pt idx="1940">
                  <c:v>3.468906</c:v>
                </c:pt>
                <c:pt idx="1941">
                  <c:v>3.47139</c:v>
                </c:pt>
                <c:pt idx="1942">
                  <c:v>3.4726319999999986</c:v>
                </c:pt>
                <c:pt idx="1943">
                  <c:v>3.4744949999999997</c:v>
                </c:pt>
                <c:pt idx="1944">
                  <c:v>3.4757370000000001</c:v>
                </c:pt>
                <c:pt idx="1945">
                  <c:v>3.4769789999999983</c:v>
                </c:pt>
                <c:pt idx="1946">
                  <c:v>3.478221</c:v>
                </c:pt>
                <c:pt idx="1947">
                  <c:v>3.4794629999999978</c:v>
                </c:pt>
                <c:pt idx="1948">
                  <c:v>3.4807050000000004</c:v>
                </c:pt>
                <c:pt idx="1949">
                  <c:v>3.4819469999999986</c:v>
                </c:pt>
                <c:pt idx="1950">
                  <c:v>3.4831889999999999</c:v>
                </c:pt>
                <c:pt idx="1951">
                  <c:v>3.4844309999999998</c:v>
                </c:pt>
                <c:pt idx="1952">
                  <c:v>3.486294</c:v>
                </c:pt>
                <c:pt idx="1953">
                  <c:v>3.4887780000000004</c:v>
                </c:pt>
                <c:pt idx="1954">
                  <c:v>3.4900199999999986</c:v>
                </c:pt>
                <c:pt idx="1955">
                  <c:v>3.4912619999999985</c:v>
                </c:pt>
                <c:pt idx="1956">
                  <c:v>3.4925039999999985</c:v>
                </c:pt>
                <c:pt idx="1957">
                  <c:v>3.4937459999999989</c:v>
                </c:pt>
                <c:pt idx="1958">
                  <c:v>3.4949879999999998</c:v>
                </c:pt>
                <c:pt idx="1959">
                  <c:v>3.4962299999999984</c:v>
                </c:pt>
                <c:pt idx="1960">
                  <c:v>3.4974719999999997</c:v>
                </c:pt>
                <c:pt idx="1961">
                  <c:v>3.4993349999999999</c:v>
                </c:pt>
                <c:pt idx="1962">
                  <c:v>3.5005769999999998</c:v>
                </c:pt>
                <c:pt idx="1963">
                  <c:v>3.5030610000000002</c:v>
                </c:pt>
                <c:pt idx="1964">
                  <c:v>3.5043029999999997</c:v>
                </c:pt>
                <c:pt idx="1965">
                  <c:v>3.5055449999999997</c:v>
                </c:pt>
                <c:pt idx="1966">
                  <c:v>3.5067870000000001</c:v>
                </c:pt>
                <c:pt idx="1967">
                  <c:v>3.5080290000000001</c:v>
                </c:pt>
                <c:pt idx="1968">
                  <c:v>3.509271</c:v>
                </c:pt>
                <c:pt idx="1969">
                  <c:v>3.5111339999999998</c:v>
                </c:pt>
                <c:pt idx="1970">
                  <c:v>3.5123759999999984</c:v>
                </c:pt>
                <c:pt idx="1971">
                  <c:v>3.5148599999999983</c:v>
                </c:pt>
                <c:pt idx="1972">
                  <c:v>3.5161019999999987</c:v>
                </c:pt>
                <c:pt idx="1973">
                  <c:v>3.518586</c:v>
                </c:pt>
                <c:pt idx="1974">
                  <c:v>3.5198279999999986</c:v>
                </c:pt>
                <c:pt idx="1975">
                  <c:v>3.5229330000000001</c:v>
                </c:pt>
                <c:pt idx="1976">
                  <c:v>3.5241750000000001</c:v>
                </c:pt>
                <c:pt idx="1977">
                  <c:v>3.5254169999999987</c:v>
                </c:pt>
                <c:pt idx="1978">
                  <c:v>3.5279010000000013</c:v>
                </c:pt>
                <c:pt idx="1979">
                  <c:v>3.5291429999999986</c:v>
                </c:pt>
                <c:pt idx="1980">
                  <c:v>3.5303849999999999</c:v>
                </c:pt>
                <c:pt idx="1981">
                  <c:v>3.5316270000000003</c:v>
                </c:pt>
                <c:pt idx="1982">
                  <c:v>3.534732</c:v>
                </c:pt>
                <c:pt idx="1983">
                  <c:v>3.535974</c:v>
                </c:pt>
                <c:pt idx="1984">
                  <c:v>3.5372159999999986</c:v>
                </c:pt>
                <c:pt idx="1985">
                  <c:v>3.538457999999999</c:v>
                </c:pt>
                <c:pt idx="1986">
                  <c:v>3.5397000000000003</c:v>
                </c:pt>
                <c:pt idx="1987">
                  <c:v>3.5421839999999998</c:v>
                </c:pt>
                <c:pt idx="1988">
                  <c:v>3.5434260000000002</c:v>
                </c:pt>
                <c:pt idx="1989">
                  <c:v>3.5446679999999997</c:v>
                </c:pt>
                <c:pt idx="1990">
                  <c:v>3.5477729999999998</c:v>
                </c:pt>
                <c:pt idx="1991">
                  <c:v>3.5490149999999998</c:v>
                </c:pt>
                <c:pt idx="1992">
                  <c:v>3.5502569999999984</c:v>
                </c:pt>
                <c:pt idx="1993">
                  <c:v>3.5514989999999989</c:v>
                </c:pt>
                <c:pt idx="1994">
                  <c:v>3.5539830000000001</c:v>
                </c:pt>
                <c:pt idx="1995">
                  <c:v>3.5552249999999987</c:v>
                </c:pt>
                <c:pt idx="1996">
                  <c:v>3.5564669999999983</c:v>
                </c:pt>
                <c:pt idx="1997">
                  <c:v>3.557709</c:v>
                </c:pt>
                <c:pt idx="1998">
                  <c:v>3.5608140000000001</c:v>
                </c:pt>
                <c:pt idx="1999">
                  <c:v>3.5620559999999979</c:v>
                </c:pt>
                <c:pt idx="2000">
                  <c:v>3.5632980000000001</c:v>
                </c:pt>
                <c:pt idx="2001">
                  <c:v>3.56454</c:v>
                </c:pt>
                <c:pt idx="2002">
                  <c:v>3.5670240000000013</c:v>
                </c:pt>
                <c:pt idx="2003">
                  <c:v>3.5682660000000004</c:v>
                </c:pt>
                <c:pt idx="2004">
                  <c:v>3.5695079999999999</c:v>
                </c:pt>
                <c:pt idx="2005">
                  <c:v>3.5713710000000001</c:v>
                </c:pt>
                <c:pt idx="2006">
                  <c:v>3.5738549999999987</c:v>
                </c:pt>
                <c:pt idx="2007">
                  <c:v>3.575097</c:v>
                </c:pt>
                <c:pt idx="2008">
                  <c:v>3.5763390000000004</c:v>
                </c:pt>
                <c:pt idx="2009">
                  <c:v>3.5788229999999985</c:v>
                </c:pt>
                <c:pt idx="2010">
                  <c:v>3.5800649999999998</c:v>
                </c:pt>
                <c:pt idx="2011">
                  <c:v>3.5813070000000002</c:v>
                </c:pt>
                <c:pt idx="2012">
                  <c:v>3.5844119999999999</c:v>
                </c:pt>
                <c:pt idx="2013">
                  <c:v>3.5856539999999986</c:v>
                </c:pt>
                <c:pt idx="2014">
                  <c:v>3.5868959999999985</c:v>
                </c:pt>
                <c:pt idx="2015">
                  <c:v>3.5881380000000012</c:v>
                </c:pt>
                <c:pt idx="2016">
                  <c:v>3.5906219999999998</c:v>
                </c:pt>
                <c:pt idx="2017">
                  <c:v>3.5918639999999984</c:v>
                </c:pt>
                <c:pt idx="2018">
                  <c:v>3.5931059999999997</c:v>
                </c:pt>
                <c:pt idx="2019">
                  <c:v>3.5962110000000003</c:v>
                </c:pt>
                <c:pt idx="2020">
                  <c:v>3.5974529999999989</c:v>
                </c:pt>
                <c:pt idx="2021">
                  <c:v>3.5986949999999998</c:v>
                </c:pt>
                <c:pt idx="2022">
                  <c:v>3.5999369999999997</c:v>
                </c:pt>
                <c:pt idx="2023">
                  <c:v>3.6024210000000001</c:v>
                </c:pt>
                <c:pt idx="2024">
                  <c:v>3.6036630000000001</c:v>
                </c:pt>
                <c:pt idx="2025">
                  <c:v>3.6049049999999996</c:v>
                </c:pt>
                <c:pt idx="2026">
                  <c:v>3.6061470000000004</c:v>
                </c:pt>
                <c:pt idx="2027">
                  <c:v>3.6092519999999997</c:v>
                </c:pt>
                <c:pt idx="2028">
                  <c:v>3.6104940000000001</c:v>
                </c:pt>
                <c:pt idx="2029">
                  <c:v>3.6117360000000001</c:v>
                </c:pt>
                <c:pt idx="2030">
                  <c:v>3.61422</c:v>
                </c:pt>
                <c:pt idx="2031">
                  <c:v>3.6154619999999986</c:v>
                </c:pt>
                <c:pt idx="2032">
                  <c:v>3.6167039999999986</c:v>
                </c:pt>
                <c:pt idx="2033">
                  <c:v>3.6198089999999978</c:v>
                </c:pt>
                <c:pt idx="2034">
                  <c:v>3.621051</c:v>
                </c:pt>
                <c:pt idx="2035">
                  <c:v>3.622293</c:v>
                </c:pt>
                <c:pt idx="2036">
                  <c:v>3.6247769999999999</c:v>
                </c:pt>
                <c:pt idx="2037">
                  <c:v>3.6260190000000003</c:v>
                </c:pt>
                <c:pt idx="2038">
                  <c:v>3.6272610000000012</c:v>
                </c:pt>
                <c:pt idx="2039">
                  <c:v>3.6297449999999998</c:v>
                </c:pt>
                <c:pt idx="2040">
                  <c:v>3.6309870000000002</c:v>
                </c:pt>
                <c:pt idx="2041">
                  <c:v>3.6328499999999972</c:v>
                </c:pt>
                <c:pt idx="2042">
                  <c:v>3.6353339999999998</c:v>
                </c:pt>
                <c:pt idx="2043">
                  <c:v>3.6365759999999985</c:v>
                </c:pt>
                <c:pt idx="2044">
                  <c:v>3.6378179999999998</c:v>
                </c:pt>
                <c:pt idx="2045">
                  <c:v>3.6403020000000001</c:v>
                </c:pt>
                <c:pt idx="2046">
                  <c:v>3.6415440000000001</c:v>
                </c:pt>
                <c:pt idx="2047">
                  <c:v>3.6427859999999987</c:v>
                </c:pt>
                <c:pt idx="2048">
                  <c:v>3.6458910000000002</c:v>
                </c:pt>
                <c:pt idx="2049">
                  <c:v>3.6471330000000015</c:v>
                </c:pt>
                <c:pt idx="2050">
                  <c:v>3.6496169999999997</c:v>
                </c:pt>
                <c:pt idx="2051">
                  <c:v>3.6508589999999979</c:v>
                </c:pt>
                <c:pt idx="2052">
                  <c:v>3.652101</c:v>
                </c:pt>
                <c:pt idx="2053">
                  <c:v>3.654585</c:v>
                </c:pt>
                <c:pt idx="2054">
                  <c:v>3.6564479999999984</c:v>
                </c:pt>
                <c:pt idx="2055">
                  <c:v>3.6576899999999997</c:v>
                </c:pt>
                <c:pt idx="2056">
                  <c:v>3.6589320000000001</c:v>
                </c:pt>
                <c:pt idx="2057">
                  <c:v>3.661416</c:v>
                </c:pt>
                <c:pt idx="2058">
                  <c:v>3.6626579999999986</c:v>
                </c:pt>
                <c:pt idx="2059">
                  <c:v>3.6639000000000017</c:v>
                </c:pt>
                <c:pt idx="2060">
                  <c:v>3.6651419999999999</c:v>
                </c:pt>
                <c:pt idx="2061">
                  <c:v>3.668247</c:v>
                </c:pt>
                <c:pt idx="2062">
                  <c:v>3.669489</c:v>
                </c:pt>
                <c:pt idx="2063">
                  <c:v>3.6707309999999995</c:v>
                </c:pt>
                <c:pt idx="2064">
                  <c:v>3.6719729999999986</c:v>
                </c:pt>
                <c:pt idx="2065">
                  <c:v>3.6744569999999985</c:v>
                </c:pt>
                <c:pt idx="2066">
                  <c:v>3.6756989999999985</c:v>
                </c:pt>
                <c:pt idx="2067">
                  <c:v>3.6769409999999989</c:v>
                </c:pt>
                <c:pt idx="2068">
                  <c:v>3.6794249999999997</c:v>
                </c:pt>
                <c:pt idx="2069">
                  <c:v>3.6812879999999999</c:v>
                </c:pt>
                <c:pt idx="2070">
                  <c:v>3.6825299999999999</c:v>
                </c:pt>
                <c:pt idx="2071">
                  <c:v>3.6837720000000012</c:v>
                </c:pt>
                <c:pt idx="2072">
                  <c:v>3.6862559999999984</c:v>
                </c:pt>
                <c:pt idx="2073">
                  <c:v>3.6874980000000002</c:v>
                </c:pt>
                <c:pt idx="2074">
                  <c:v>3.6887400000000001</c:v>
                </c:pt>
                <c:pt idx="2075">
                  <c:v>3.6899820000000001</c:v>
                </c:pt>
                <c:pt idx="2076">
                  <c:v>3.6930870000000002</c:v>
                </c:pt>
                <c:pt idx="2077">
                  <c:v>3.6943289999999998</c:v>
                </c:pt>
                <c:pt idx="2078">
                  <c:v>3.6955709999999997</c:v>
                </c:pt>
                <c:pt idx="2079">
                  <c:v>3.6968129999999984</c:v>
                </c:pt>
                <c:pt idx="2080">
                  <c:v>3.6992970000000001</c:v>
                </c:pt>
                <c:pt idx="2081">
                  <c:v>3.7005389999999996</c:v>
                </c:pt>
                <c:pt idx="2082">
                  <c:v>3.7017810000000013</c:v>
                </c:pt>
                <c:pt idx="2083">
                  <c:v>3.7030230000000013</c:v>
                </c:pt>
                <c:pt idx="2084">
                  <c:v>3.7048860000000001</c:v>
                </c:pt>
                <c:pt idx="2085">
                  <c:v>3.7061280000000001</c:v>
                </c:pt>
                <c:pt idx="2086">
                  <c:v>3.7073699999999996</c:v>
                </c:pt>
                <c:pt idx="2087">
                  <c:v>3.709854</c:v>
                </c:pt>
                <c:pt idx="2088">
                  <c:v>3.711096</c:v>
                </c:pt>
                <c:pt idx="2089">
                  <c:v>3.7123379999999999</c:v>
                </c:pt>
                <c:pt idx="2090">
                  <c:v>3.7135800000000012</c:v>
                </c:pt>
                <c:pt idx="2091">
                  <c:v>3.7148220000000003</c:v>
                </c:pt>
                <c:pt idx="2092">
                  <c:v>3.7166849999999987</c:v>
                </c:pt>
                <c:pt idx="2093">
                  <c:v>3.7179270000000013</c:v>
                </c:pt>
                <c:pt idx="2094">
                  <c:v>3.7204109999999999</c:v>
                </c:pt>
                <c:pt idx="2095">
                  <c:v>3.7216530000000003</c:v>
                </c:pt>
                <c:pt idx="2096">
                  <c:v>3.7228949999999998</c:v>
                </c:pt>
                <c:pt idx="2097">
                  <c:v>3.7241370000000016</c:v>
                </c:pt>
                <c:pt idx="2098">
                  <c:v>3.7253789999999998</c:v>
                </c:pt>
                <c:pt idx="2099">
                  <c:v>3.7266210000000002</c:v>
                </c:pt>
                <c:pt idx="2100">
                  <c:v>3.7297260000000012</c:v>
                </c:pt>
                <c:pt idx="2101">
                  <c:v>3.7309679999999998</c:v>
                </c:pt>
                <c:pt idx="2102">
                  <c:v>3.7322099999999985</c:v>
                </c:pt>
                <c:pt idx="2103">
                  <c:v>3.7334519999999998</c:v>
                </c:pt>
                <c:pt idx="2104">
                  <c:v>3.7359360000000001</c:v>
                </c:pt>
                <c:pt idx="2105">
                  <c:v>3.7371780000000001</c:v>
                </c:pt>
                <c:pt idx="2106">
                  <c:v>3.7384199999999987</c:v>
                </c:pt>
                <c:pt idx="2107">
                  <c:v>3.7396619999999987</c:v>
                </c:pt>
                <c:pt idx="2108">
                  <c:v>3.7427670000000002</c:v>
                </c:pt>
                <c:pt idx="2109">
                  <c:v>3.7440090000000001</c:v>
                </c:pt>
                <c:pt idx="2110">
                  <c:v>3.7452509999999997</c:v>
                </c:pt>
                <c:pt idx="2111">
                  <c:v>3.7464930000000001</c:v>
                </c:pt>
                <c:pt idx="2112">
                  <c:v>3.7489770000000013</c:v>
                </c:pt>
                <c:pt idx="2113">
                  <c:v>3.750219</c:v>
                </c:pt>
                <c:pt idx="2114">
                  <c:v>3.7514610000000004</c:v>
                </c:pt>
                <c:pt idx="2115">
                  <c:v>3.7545660000000001</c:v>
                </c:pt>
                <c:pt idx="2116">
                  <c:v>3.7558079999999987</c:v>
                </c:pt>
                <c:pt idx="2117">
                  <c:v>3.75705</c:v>
                </c:pt>
                <c:pt idx="2118">
                  <c:v>3.7595339999999999</c:v>
                </c:pt>
                <c:pt idx="2119">
                  <c:v>3.7607759999999999</c:v>
                </c:pt>
                <c:pt idx="2120">
                  <c:v>3.7620179999999999</c:v>
                </c:pt>
                <c:pt idx="2121">
                  <c:v>3.7645020000000002</c:v>
                </c:pt>
                <c:pt idx="2122">
                  <c:v>3.7663650000000004</c:v>
                </c:pt>
                <c:pt idx="2123">
                  <c:v>3.7676069999999999</c:v>
                </c:pt>
                <c:pt idx="2124">
                  <c:v>3.7688489999999986</c:v>
                </c:pt>
                <c:pt idx="2125">
                  <c:v>3.7713330000000012</c:v>
                </c:pt>
                <c:pt idx="2126">
                  <c:v>3.7725749999999998</c:v>
                </c:pt>
                <c:pt idx="2127">
                  <c:v>3.7738169999999998</c:v>
                </c:pt>
                <c:pt idx="2128">
                  <c:v>3.7763010000000001</c:v>
                </c:pt>
                <c:pt idx="2129">
                  <c:v>3.7781639999999999</c:v>
                </c:pt>
                <c:pt idx="2130">
                  <c:v>3.7794060000000003</c:v>
                </c:pt>
                <c:pt idx="2131">
                  <c:v>3.7818899999999998</c:v>
                </c:pt>
                <c:pt idx="2132">
                  <c:v>3.7831320000000015</c:v>
                </c:pt>
                <c:pt idx="2133">
                  <c:v>3.7856160000000001</c:v>
                </c:pt>
                <c:pt idx="2134">
                  <c:v>3.7868579999999987</c:v>
                </c:pt>
                <c:pt idx="2135">
                  <c:v>3.7880999999999996</c:v>
                </c:pt>
                <c:pt idx="2136">
                  <c:v>3.7912049999999997</c:v>
                </c:pt>
                <c:pt idx="2137">
                  <c:v>3.7924469999999983</c:v>
                </c:pt>
                <c:pt idx="2138">
                  <c:v>3.7936890000000001</c:v>
                </c:pt>
                <c:pt idx="2139">
                  <c:v>3.7961730000000005</c:v>
                </c:pt>
                <c:pt idx="2140">
                  <c:v>3.797415</c:v>
                </c:pt>
                <c:pt idx="2141">
                  <c:v>3.7998989999999986</c:v>
                </c:pt>
                <c:pt idx="2142">
                  <c:v>3.8017619999999988</c:v>
                </c:pt>
                <c:pt idx="2143">
                  <c:v>3.8030039999999987</c:v>
                </c:pt>
                <c:pt idx="2144">
                  <c:v>3.8054879999999986</c:v>
                </c:pt>
                <c:pt idx="2145">
                  <c:v>3.8067299999999986</c:v>
                </c:pt>
                <c:pt idx="2146">
                  <c:v>3.8079719999999999</c:v>
                </c:pt>
                <c:pt idx="2147">
                  <c:v>3.8104559999999972</c:v>
                </c:pt>
                <c:pt idx="2148">
                  <c:v>3.8116979999999985</c:v>
                </c:pt>
                <c:pt idx="2149">
                  <c:v>3.8129399999999984</c:v>
                </c:pt>
                <c:pt idx="2150">
                  <c:v>3.8160449999999972</c:v>
                </c:pt>
                <c:pt idx="2151">
                  <c:v>3.8172870000000003</c:v>
                </c:pt>
                <c:pt idx="2152">
                  <c:v>3.8185289999999985</c:v>
                </c:pt>
                <c:pt idx="2153">
                  <c:v>3.8210129999999984</c:v>
                </c:pt>
                <c:pt idx="2154">
                  <c:v>3.8222549999999984</c:v>
                </c:pt>
                <c:pt idx="2155">
                  <c:v>3.8234970000000001</c:v>
                </c:pt>
                <c:pt idx="2156">
                  <c:v>3.8266019999999985</c:v>
                </c:pt>
                <c:pt idx="2157">
                  <c:v>3.8278439999999985</c:v>
                </c:pt>
                <c:pt idx="2158">
                  <c:v>3.8290859999999989</c:v>
                </c:pt>
                <c:pt idx="2159">
                  <c:v>3.8303279999999997</c:v>
                </c:pt>
                <c:pt idx="2160">
                  <c:v>3.8328119999999979</c:v>
                </c:pt>
                <c:pt idx="2161">
                  <c:v>3.8340539999999983</c:v>
                </c:pt>
                <c:pt idx="2162">
                  <c:v>3.8352959999999983</c:v>
                </c:pt>
                <c:pt idx="2163">
                  <c:v>3.8384009999999988</c:v>
                </c:pt>
                <c:pt idx="2164">
                  <c:v>3.839642999999997</c:v>
                </c:pt>
                <c:pt idx="2165">
                  <c:v>3.8408849999999997</c:v>
                </c:pt>
                <c:pt idx="2166">
                  <c:v>3.843369</c:v>
                </c:pt>
                <c:pt idx="2167">
                  <c:v>3.844611</c:v>
                </c:pt>
                <c:pt idx="2168">
                  <c:v>3.8458529999999973</c:v>
                </c:pt>
                <c:pt idx="2169">
                  <c:v>3.8470950000000004</c:v>
                </c:pt>
                <c:pt idx="2170">
                  <c:v>3.8501999999999987</c:v>
                </c:pt>
                <c:pt idx="2171">
                  <c:v>3.8514419999999978</c:v>
                </c:pt>
                <c:pt idx="2172">
                  <c:v>3.8526839999999982</c:v>
                </c:pt>
                <c:pt idx="2173">
                  <c:v>3.8539260000000004</c:v>
                </c:pt>
                <c:pt idx="2174">
                  <c:v>3.8564099999999972</c:v>
                </c:pt>
                <c:pt idx="2175">
                  <c:v>3.8576519999999985</c:v>
                </c:pt>
                <c:pt idx="2176">
                  <c:v>3.8588940000000003</c:v>
                </c:pt>
                <c:pt idx="2177">
                  <c:v>3.8613779999999998</c:v>
                </c:pt>
                <c:pt idx="2178">
                  <c:v>3.8632409999999986</c:v>
                </c:pt>
                <c:pt idx="2179">
                  <c:v>3.8644829999999986</c:v>
                </c:pt>
                <c:pt idx="2180">
                  <c:v>3.8669670000000003</c:v>
                </c:pt>
                <c:pt idx="2181">
                  <c:v>3.8682089999999989</c:v>
                </c:pt>
                <c:pt idx="2182">
                  <c:v>3.8694509999999984</c:v>
                </c:pt>
                <c:pt idx="2183">
                  <c:v>3.8706929999999984</c:v>
                </c:pt>
                <c:pt idx="2184">
                  <c:v>3.8719349999999997</c:v>
                </c:pt>
                <c:pt idx="2185">
                  <c:v>3.8750399999999989</c:v>
                </c:pt>
                <c:pt idx="2186">
                  <c:v>3.8762819999999985</c:v>
                </c:pt>
                <c:pt idx="2187">
                  <c:v>3.8775239999999997</c:v>
                </c:pt>
                <c:pt idx="2188">
                  <c:v>3.8800079999999997</c:v>
                </c:pt>
                <c:pt idx="2189">
                  <c:v>3.8812499999999983</c:v>
                </c:pt>
                <c:pt idx="2190">
                  <c:v>3.8824919999999987</c:v>
                </c:pt>
                <c:pt idx="2191">
                  <c:v>3.8837339999999996</c:v>
                </c:pt>
                <c:pt idx="2192">
                  <c:v>3.8868389999999988</c:v>
                </c:pt>
                <c:pt idx="2193">
                  <c:v>3.8880810000000001</c:v>
                </c:pt>
                <c:pt idx="2194">
                  <c:v>3.8893230000000001</c:v>
                </c:pt>
                <c:pt idx="2195">
                  <c:v>3.8905649999999987</c:v>
                </c:pt>
                <c:pt idx="2196">
                  <c:v>3.8918069999999982</c:v>
                </c:pt>
                <c:pt idx="2197">
                  <c:v>3.8942909999999986</c:v>
                </c:pt>
                <c:pt idx="2198">
                  <c:v>3.8955329999999986</c:v>
                </c:pt>
                <c:pt idx="2199">
                  <c:v>3.896774999999999</c:v>
                </c:pt>
                <c:pt idx="2200">
                  <c:v>3.8986379999999987</c:v>
                </c:pt>
                <c:pt idx="2201">
                  <c:v>3.8998799999999982</c:v>
                </c:pt>
                <c:pt idx="2202">
                  <c:v>3.901122</c:v>
                </c:pt>
                <c:pt idx="2203">
                  <c:v>3.9036059999999986</c:v>
                </c:pt>
                <c:pt idx="2204">
                  <c:v>3.904847999999999</c:v>
                </c:pt>
                <c:pt idx="2205">
                  <c:v>3.9060899999999985</c:v>
                </c:pt>
                <c:pt idx="2206">
                  <c:v>3.9073320000000002</c:v>
                </c:pt>
                <c:pt idx="2207">
                  <c:v>3.9085739999999998</c:v>
                </c:pt>
                <c:pt idx="2208">
                  <c:v>3.9098159999999988</c:v>
                </c:pt>
                <c:pt idx="2209">
                  <c:v>3.9116789999999981</c:v>
                </c:pt>
                <c:pt idx="2210">
                  <c:v>3.9129209999999985</c:v>
                </c:pt>
                <c:pt idx="2211">
                  <c:v>3.9154049999999985</c:v>
                </c:pt>
                <c:pt idx="2212">
                  <c:v>3.9166469999999975</c:v>
                </c:pt>
                <c:pt idx="2213">
                  <c:v>3.9178889999999988</c:v>
                </c:pt>
                <c:pt idx="2214">
                  <c:v>3.9191310000000001</c:v>
                </c:pt>
                <c:pt idx="2215">
                  <c:v>3.9203729999999997</c:v>
                </c:pt>
                <c:pt idx="2216">
                  <c:v>3.9234779999999998</c:v>
                </c:pt>
                <c:pt idx="2217">
                  <c:v>3.9247200000000002</c:v>
                </c:pt>
                <c:pt idx="2218">
                  <c:v>3.9259619999999997</c:v>
                </c:pt>
                <c:pt idx="2219">
                  <c:v>3.9272039999999997</c:v>
                </c:pt>
                <c:pt idx="2220">
                  <c:v>3.9284459999999979</c:v>
                </c:pt>
                <c:pt idx="2221">
                  <c:v>3.9296879999999987</c:v>
                </c:pt>
                <c:pt idx="2222">
                  <c:v>3.9321719999999987</c:v>
                </c:pt>
                <c:pt idx="2223">
                  <c:v>3.933414</c:v>
                </c:pt>
                <c:pt idx="2224">
                  <c:v>3.9352769999999979</c:v>
                </c:pt>
                <c:pt idx="2225">
                  <c:v>3.9365189999999983</c:v>
                </c:pt>
                <c:pt idx="2226">
                  <c:v>3.9377610000000001</c:v>
                </c:pt>
                <c:pt idx="2227">
                  <c:v>3.9402449999999987</c:v>
                </c:pt>
                <c:pt idx="2228">
                  <c:v>3.9414870000000004</c:v>
                </c:pt>
                <c:pt idx="2229">
                  <c:v>3.9427289999999986</c:v>
                </c:pt>
                <c:pt idx="2230">
                  <c:v>3.9439709999999999</c:v>
                </c:pt>
                <c:pt idx="2231">
                  <c:v>3.9452129999999985</c:v>
                </c:pt>
                <c:pt idx="2232">
                  <c:v>3.9464549999999989</c:v>
                </c:pt>
                <c:pt idx="2233">
                  <c:v>3.9483179999999996</c:v>
                </c:pt>
                <c:pt idx="2234">
                  <c:v>3.9508019999999986</c:v>
                </c:pt>
                <c:pt idx="2235">
                  <c:v>3.9520439999999972</c:v>
                </c:pt>
                <c:pt idx="2236">
                  <c:v>3.9532859999999985</c:v>
                </c:pt>
                <c:pt idx="2237">
                  <c:v>3.9545280000000003</c:v>
                </c:pt>
                <c:pt idx="2238">
                  <c:v>3.9557699999999989</c:v>
                </c:pt>
                <c:pt idx="2239">
                  <c:v>3.9582539999999984</c:v>
                </c:pt>
                <c:pt idx="2240">
                  <c:v>3.9601169999999999</c:v>
                </c:pt>
                <c:pt idx="2241">
                  <c:v>3.9613589999999985</c:v>
                </c:pt>
                <c:pt idx="2242">
                  <c:v>3.9626010000000003</c:v>
                </c:pt>
                <c:pt idx="2243">
                  <c:v>3.9650849999999997</c:v>
                </c:pt>
                <c:pt idx="2244">
                  <c:v>3.9663269999999997</c:v>
                </c:pt>
                <c:pt idx="2245">
                  <c:v>3.9675690000000001</c:v>
                </c:pt>
                <c:pt idx="2246">
                  <c:v>3.9688110000000001</c:v>
                </c:pt>
                <c:pt idx="2247">
                  <c:v>3.9700529999999983</c:v>
                </c:pt>
                <c:pt idx="2248">
                  <c:v>3.9731579999999997</c:v>
                </c:pt>
                <c:pt idx="2249">
                  <c:v>3.9743999999999997</c:v>
                </c:pt>
                <c:pt idx="2250">
                  <c:v>3.9756419999999979</c:v>
                </c:pt>
                <c:pt idx="2251">
                  <c:v>3.9768839999999983</c:v>
                </c:pt>
                <c:pt idx="2252">
                  <c:v>3.9781259999999987</c:v>
                </c:pt>
                <c:pt idx="2253">
                  <c:v>3.9793679999999987</c:v>
                </c:pt>
                <c:pt idx="2254">
                  <c:v>3.9818519999999986</c:v>
                </c:pt>
                <c:pt idx="2255">
                  <c:v>3.9837150000000001</c:v>
                </c:pt>
                <c:pt idx="2256">
                  <c:v>3.9849570000000001</c:v>
                </c:pt>
                <c:pt idx="2257">
                  <c:v>3.9861989999999987</c:v>
                </c:pt>
                <c:pt idx="2258">
                  <c:v>3.987441</c:v>
                </c:pt>
                <c:pt idx="2259">
                  <c:v>3.9899249999999999</c:v>
                </c:pt>
                <c:pt idx="2260">
                  <c:v>3.9911669999999986</c:v>
                </c:pt>
                <c:pt idx="2261">
                  <c:v>3.9924089999999981</c:v>
                </c:pt>
                <c:pt idx="2262">
                  <c:v>3.9936509999999985</c:v>
                </c:pt>
                <c:pt idx="2263">
                  <c:v>3.9967559999999978</c:v>
                </c:pt>
                <c:pt idx="2264">
                  <c:v>3.9979979999999999</c:v>
                </c:pt>
                <c:pt idx="2265">
                  <c:v>3.999239999999999</c:v>
                </c:pt>
                <c:pt idx="2266">
                  <c:v>4.0004819999999972</c:v>
                </c:pt>
                <c:pt idx="2267">
                  <c:v>4.0017240000000003</c:v>
                </c:pt>
                <c:pt idx="2268">
                  <c:v>4.0029659999999971</c:v>
                </c:pt>
                <c:pt idx="2269">
                  <c:v>4.0054499999999997</c:v>
                </c:pt>
                <c:pt idx="2270">
                  <c:v>4.0066920000000028</c:v>
                </c:pt>
                <c:pt idx="2271">
                  <c:v>4.0085549999999968</c:v>
                </c:pt>
                <c:pt idx="2272">
                  <c:v>4.0097969999999998</c:v>
                </c:pt>
                <c:pt idx="2273">
                  <c:v>4.0110389999999985</c:v>
                </c:pt>
                <c:pt idx="2274">
                  <c:v>4.0122809999999971</c:v>
                </c:pt>
                <c:pt idx="2275">
                  <c:v>4.0135230000000002</c:v>
                </c:pt>
                <c:pt idx="2276">
                  <c:v>4.0160070000000001</c:v>
                </c:pt>
                <c:pt idx="2277">
                  <c:v>4.0172490000000014</c:v>
                </c:pt>
                <c:pt idx="2278">
                  <c:v>4.018491</c:v>
                </c:pt>
                <c:pt idx="2279">
                  <c:v>4.0203539999999975</c:v>
                </c:pt>
                <c:pt idx="2280">
                  <c:v>4.0215959999999971</c:v>
                </c:pt>
                <c:pt idx="2281">
                  <c:v>4.0228379999999966</c:v>
                </c:pt>
                <c:pt idx="2282">
                  <c:v>4.0240799999999979</c:v>
                </c:pt>
                <c:pt idx="2283">
                  <c:v>4.0265639999999996</c:v>
                </c:pt>
                <c:pt idx="2284">
                  <c:v>4.0278059999999956</c:v>
                </c:pt>
                <c:pt idx="2285">
                  <c:v>4.0290480000000004</c:v>
                </c:pt>
                <c:pt idx="2286">
                  <c:v>4.0302899999999999</c:v>
                </c:pt>
                <c:pt idx="2287">
                  <c:v>4.0321530000000001</c:v>
                </c:pt>
                <c:pt idx="2288">
                  <c:v>4.034637</c:v>
                </c:pt>
                <c:pt idx="2289">
                  <c:v>4.0358789999999996</c:v>
                </c:pt>
                <c:pt idx="2290">
                  <c:v>4.037121</c:v>
                </c:pt>
                <c:pt idx="2291">
                  <c:v>4.038363000000003</c:v>
                </c:pt>
                <c:pt idx="2292">
                  <c:v>4.0408469999999985</c:v>
                </c:pt>
                <c:pt idx="2293">
                  <c:v>4.0420889999999972</c:v>
                </c:pt>
                <c:pt idx="2294">
                  <c:v>4.0433310000000002</c:v>
                </c:pt>
                <c:pt idx="2295">
                  <c:v>4.0451939999999995</c:v>
                </c:pt>
                <c:pt idx="2296">
                  <c:v>4.0464359999999973</c:v>
                </c:pt>
                <c:pt idx="2297">
                  <c:v>4.0489199999999972</c:v>
                </c:pt>
                <c:pt idx="2298">
                  <c:v>4.0501620000000003</c:v>
                </c:pt>
                <c:pt idx="2299">
                  <c:v>4.0514039999999998</c:v>
                </c:pt>
                <c:pt idx="2300">
                  <c:v>4.0526460000000002</c:v>
                </c:pt>
                <c:pt idx="2301">
                  <c:v>4.0551299999999975</c:v>
                </c:pt>
                <c:pt idx="2302">
                  <c:v>4.0569930000000003</c:v>
                </c:pt>
                <c:pt idx="2303">
                  <c:v>4.0582349999999972</c:v>
                </c:pt>
                <c:pt idx="2304">
                  <c:v>4.0594770000000002</c:v>
                </c:pt>
                <c:pt idx="2305">
                  <c:v>4.0607189999999971</c:v>
                </c:pt>
                <c:pt idx="2306">
                  <c:v>4.0632029999999997</c:v>
                </c:pt>
                <c:pt idx="2307">
                  <c:v>4.0644449999999956</c:v>
                </c:pt>
                <c:pt idx="2308">
                  <c:v>4.0656869999999969</c:v>
                </c:pt>
                <c:pt idx="2309">
                  <c:v>4.0687919999999975</c:v>
                </c:pt>
                <c:pt idx="2310">
                  <c:v>4.0700339999999997</c:v>
                </c:pt>
                <c:pt idx="2311">
                  <c:v>4.0712760000000028</c:v>
                </c:pt>
                <c:pt idx="2312">
                  <c:v>4.072517999999997</c:v>
                </c:pt>
                <c:pt idx="2313">
                  <c:v>4.0750020000000013</c:v>
                </c:pt>
                <c:pt idx="2314">
                  <c:v>4.0762440000000026</c:v>
                </c:pt>
                <c:pt idx="2315">
                  <c:v>4.0774859999999968</c:v>
                </c:pt>
                <c:pt idx="2316">
                  <c:v>4.0787279999999999</c:v>
                </c:pt>
                <c:pt idx="2317">
                  <c:v>4.0805910000000001</c:v>
                </c:pt>
                <c:pt idx="2318">
                  <c:v>4.0818330000000014</c:v>
                </c:pt>
                <c:pt idx="2319">
                  <c:v>4.0843169999999969</c:v>
                </c:pt>
                <c:pt idx="2320">
                  <c:v>4.0855589999999973</c:v>
                </c:pt>
                <c:pt idx="2321">
                  <c:v>4.0868010000000004</c:v>
                </c:pt>
                <c:pt idx="2322">
                  <c:v>4.0880429999999999</c:v>
                </c:pt>
                <c:pt idx="2323">
                  <c:v>4.0892850000000003</c:v>
                </c:pt>
                <c:pt idx="2324">
                  <c:v>4.0905269999999971</c:v>
                </c:pt>
                <c:pt idx="2325">
                  <c:v>4.0936319999999995</c:v>
                </c:pt>
                <c:pt idx="2326">
                  <c:v>4.0948739999999972</c:v>
                </c:pt>
                <c:pt idx="2327">
                  <c:v>4.0961159999999968</c:v>
                </c:pt>
                <c:pt idx="2328">
                  <c:v>4.0973579999999972</c:v>
                </c:pt>
                <c:pt idx="2329">
                  <c:v>4.0998419999999998</c:v>
                </c:pt>
                <c:pt idx="2330">
                  <c:v>4.1010839999999975</c:v>
                </c:pt>
                <c:pt idx="2331">
                  <c:v>4.102325999999997</c:v>
                </c:pt>
                <c:pt idx="2332">
                  <c:v>4.1035680000000001</c:v>
                </c:pt>
                <c:pt idx="2333">
                  <c:v>4.1066730000000033</c:v>
                </c:pt>
                <c:pt idx="2334">
                  <c:v>4.107914999999994</c:v>
                </c:pt>
                <c:pt idx="2335">
                  <c:v>4.1091569999999971</c:v>
                </c:pt>
                <c:pt idx="2336">
                  <c:v>4.1103990000000001</c:v>
                </c:pt>
                <c:pt idx="2337">
                  <c:v>4.1128829999999956</c:v>
                </c:pt>
                <c:pt idx="2338">
                  <c:v>4.1141249999999943</c:v>
                </c:pt>
                <c:pt idx="2339">
                  <c:v>4.115367</c:v>
                </c:pt>
                <c:pt idx="2340">
                  <c:v>4.118471999999997</c:v>
                </c:pt>
                <c:pt idx="2341">
                  <c:v>4.1197139999999974</c:v>
                </c:pt>
                <c:pt idx="2342">
                  <c:v>4.1209559999999943</c:v>
                </c:pt>
                <c:pt idx="2343">
                  <c:v>4.1221979999999956</c:v>
                </c:pt>
                <c:pt idx="2344">
                  <c:v>4.1246819999999955</c:v>
                </c:pt>
                <c:pt idx="2345">
                  <c:v>4.1259239999999968</c:v>
                </c:pt>
                <c:pt idx="2346">
                  <c:v>4.1271659999999946</c:v>
                </c:pt>
                <c:pt idx="2347">
                  <c:v>4.1284079999999959</c:v>
                </c:pt>
                <c:pt idx="2348">
                  <c:v>4.131513</c:v>
                </c:pt>
                <c:pt idx="2349">
                  <c:v>4.1327549999999977</c:v>
                </c:pt>
                <c:pt idx="2350">
                  <c:v>4.1339969999999973</c:v>
                </c:pt>
                <c:pt idx="2351">
                  <c:v>4.1352389999999986</c:v>
                </c:pt>
                <c:pt idx="2352">
                  <c:v>4.1377230000000003</c:v>
                </c:pt>
                <c:pt idx="2353">
                  <c:v>4.1389649999999971</c:v>
                </c:pt>
                <c:pt idx="2354">
                  <c:v>4.1402070000000002</c:v>
                </c:pt>
                <c:pt idx="2355">
                  <c:v>4.1420699999999995</c:v>
                </c:pt>
                <c:pt idx="2356">
                  <c:v>4.1445539999999967</c:v>
                </c:pt>
                <c:pt idx="2357">
                  <c:v>4.1457959999999972</c:v>
                </c:pt>
                <c:pt idx="2358">
                  <c:v>4.1470379999999967</c:v>
                </c:pt>
                <c:pt idx="2359">
                  <c:v>4.1495220000000002</c:v>
                </c:pt>
                <c:pt idx="2360">
                  <c:v>4.1507639999999997</c:v>
                </c:pt>
                <c:pt idx="2361">
                  <c:v>4.1520059999999956</c:v>
                </c:pt>
                <c:pt idx="2362">
                  <c:v>4.1538690000000003</c:v>
                </c:pt>
                <c:pt idx="2363">
                  <c:v>4.1563529999999975</c:v>
                </c:pt>
                <c:pt idx="2364">
                  <c:v>4.1575949999999962</c:v>
                </c:pt>
                <c:pt idx="2365">
                  <c:v>4.1588369999999966</c:v>
                </c:pt>
                <c:pt idx="2366">
                  <c:v>4.160078999999997</c:v>
                </c:pt>
                <c:pt idx="2367">
                  <c:v>4.1625630000000005</c:v>
                </c:pt>
                <c:pt idx="2368">
                  <c:v>4.1638049999999955</c:v>
                </c:pt>
                <c:pt idx="2369">
                  <c:v>4.1656680000000001</c:v>
                </c:pt>
                <c:pt idx="2370">
                  <c:v>4.166909999999997</c:v>
                </c:pt>
                <c:pt idx="2371">
                  <c:v>4.1681519999999956</c:v>
                </c:pt>
                <c:pt idx="2372">
                  <c:v>4.170636</c:v>
                </c:pt>
                <c:pt idx="2373">
                  <c:v>4.1718779999999995</c:v>
                </c:pt>
                <c:pt idx="2374">
                  <c:v>4.1731199999999973</c:v>
                </c:pt>
                <c:pt idx="2375">
                  <c:v>4.1756039999999999</c:v>
                </c:pt>
                <c:pt idx="2376">
                  <c:v>4.1768460000000003</c:v>
                </c:pt>
                <c:pt idx="2377">
                  <c:v>4.1787090000000013</c:v>
                </c:pt>
                <c:pt idx="2378">
                  <c:v>4.1811929999999995</c:v>
                </c:pt>
                <c:pt idx="2379">
                  <c:v>4.1824349999999946</c:v>
                </c:pt>
                <c:pt idx="2380">
                  <c:v>4.1836770000000003</c:v>
                </c:pt>
                <c:pt idx="2381">
                  <c:v>4.1849189999999945</c:v>
                </c:pt>
                <c:pt idx="2382">
                  <c:v>4.1861609999999985</c:v>
                </c:pt>
                <c:pt idx="2383">
                  <c:v>4.1874029999999971</c:v>
                </c:pt>
                <c:pt idx="2384">
                  <c:v>4.1905079999999977</c:v>
                </c:pt>
                <c:pt idx="2385">
                  <c:v>4.1917499999999999</c:v>
                </c:pt>
                <c:pt idx="2386">
                  <c:v>4.1929919999999967</c:v>
                </c:pt>
                <c:pt idx="2387">
                  <c:v>4.1942339999999971</c:v>
                </c:pt>
                <c:pt idx="2388">
                  <c:v>4.1967179999999971</c:v>
                </c:pt>
                <c:pt idx="2389">
                  <c:v>4.1979599999999966</c:v>
                </c:pt>
                <c:pt idx="2390">
                  <c:v>4.1992019999999997</c:v>
                </c:pt>
                <c:pt idx="2391">
                  <c:v>4.2004440000000001</c:v>
                </c:pt>
                <c:pt idx="2392">
                  <c:v>4.2035489999999998</c:v>
                </c:pt>
                <c:pt idx="2393">
                  <c:v>4.2047910000000002</c:v>
                </c:pt>
                <c:pt idx="2394">
                  <c:v>4.2060329999999997</c:v>
                </c:pt>
                <c:pt idx="2395">
                  <c:v>4.2072750000000001</c:v>
                </c:pt>
                <c:pt idx="2396">
                  <c:v>4.2097590000000027</c:v>
                </c:pt>
                <c:pt idx="2397">
                  <c:v>4.2110009999999996</c:v>
                </c:pt>
                <c:pt idx="2398">
                  <c:v>4.2122430000000026</c:v>
                </c:pt>
                <c:pt idx="2399">
                  <c:v>4.2141059999999966</c:v>
                </c:pt>
                <c:pt idx="2400">
                  <c:v>4.2153480000000014</c:v>
                </c:pt>
                <c:pt idx="2401">
                  <c:v>4.2178319999999969</c:v>
                </c:pt>
                <c:pt idx="2402">
                  <c:v>4.219074</c:v>
                </c:pt>
                <c:pt idx="2403">
                  <c:v>4.2203159999999977</c:v>
                </c:pt>
                <c:pt idx="2404">
                  <c:v>4.2215579999999973</c:v>
                </c:pt>
                <c:pt idx="2405">
                  <c:v>4.2227999999999986</c:v>
                </c:pt>
                <c:pt idx="2406">
                  <c:v>4.2252839999999985</c:v>
                </c:pt>
                <c:pt idx="2407">
                  <c:v>4.2271469999999978</c:v>
                </c:pt>
                <c:pt idx="2408">
                  <c:v>4.228389</c:v>
                </c:pt>
                <c:pt idx="2409">
                  <c:v>4.2296310000000004</c:v>
                </c:pt>
                <c:pt idx="2410">
                  <c:v>4.2308729999999999</c:v>
                </c:pt>
                <c:pt idx="2411">
                  <c:v>4.2333569999999998</c:v>
                </c:pt>
                <c:pt idx="2412">
                  <c:v>4.2345990000000002</c:v>
                </c:pt>
                <c:pt idx="2413">
                  <c:v>4.2358409999999997</c:v>
                </c:pt>
                <c:pt idx="2414">
                  <c:v>4.2370830000000002</c:v>
                </c:pt>
                <c:pt idx="2415">
                  <c:v>4.2389459999999985</c:v>
                </c:pt>
                <c:pt idx="2416">
                  <c:v>4.2401879999999972</c:v>
                </c:pt>
                <c:pt idx="2417">
                  <c:v>4.2414300000000003</c:v>
                </c:pt>
                <c:pt idx="2418">
                  <c:v>4.2439139999999975</c:v>
                </c:pt>
                <c:pt idx="2419">
                  <c:v>4.2451560000000006</c:v>
                </c:pt>
                <c:pt idx="2420">
                  <c:v>4.2463980000000028</c:v>
                </c:pt>
                <c:pt idx="2421">
                  <c:v>4.2476399999999996</c:v>
                </c:pt>
                <c:pt idx="2422">
                  <c:v>4.2507450000000002</c:v>
                </c:pt>
                <c:pt idx="2423">
                  <c:v>4.2519870000000006</c:v>
                </c:pt>
                <c:pt idx="2424">
                  <c:v>4.2532290000000028</c:v>
                </c:pt>
                <c:pt idx="2425">
                  <c:v>4.2557130000000001</c:v>
                </c:pt>
                <c:pt idx="2426">
                  <c:v>4.2569550000000005</c:v>
                </c:pt>
                <c:pt idx="2427">
                  <c:v>4.258197</c:v>
                </c:pt>
                <c:pt idx="2428">
                  <c:v>4.2606809999999973</c:v>
                </c:pt>
                <c:pt idx="2429">
                  <c:v>4.2625439999999974</c:v>
                </c:pt>
                <c:pt idx="2430">
                  <c:v>4.263785999999997</c:v>
                </c:pt>
                <c:pt idx="2431">
                  <c:v>4.2662700000000013</c:v>
                </c:pt>
                <c:pt idx="2432">
                  <c:v>4.2675119999999955</c:v>
                </c:pt>
                <c:pt idx="2433">
                  <c:v>4.2687539999999995</c:v>
                </c:pt>
                <c:pt idx="2434">
                  <c:v>4.271238000000003</c:v>
                </c:pt>
                <c:pt idx="2435">
                  <c:v>4.2724799999999998</c:v>
                </c:pt>
                <c:pt idx="2436">
                  <c:v>4.2737219999999994</c:v>
                </c:pt>
                <c:pt idx="2437">
                  <c:v>4.2755849999999969</c:v>
                </c:pt>
                <c:pt idx="2438">
                  <c:v>4.278069000000003</c:v>
                </c:pt>
                <c:pt idx="2439">
                  <c:v>4.2793109999999999</c:v>
                </c:pt>
                <c:pt idx="2440">
                  <c:v>4.2805530000000003</c:v>
                </c:pt>
                <c:pt idx="2441">
                  <c:v>4.2817949999999998</c:v>
                </c:pt>
                <c:pt idx="2442">
                  <c:v>4.2830370000000002</c:v>
                </c:pt>
                <c:pt idx="2443">
                  <c:v>4.2855210000000001</c:v>
                </c:pt>
                <c:pt idx="2444">
                  <c:v>4.2873839999999985</c:v>
                </c:pt>
                <c:pt idx="2445">
                  <c:v>4.2886259999999998</c:v>
                </c:pt>
                <c:pt idx="2446">
                  <c:v>4.2898680000000029</c:v>
                </c:pt>
                <c:pt idx="2447">
                  <c:v>4.2911099999999998</c:v>
                </c:pt>
                <c:pt idx="2448">
                  <c:v>4.2923520000000002</c:v>
                </c:pt>
                <c:pt idx="2449">
                  <c:v>4.2935939999999997</c:v>
                </c:pt>
                <c:pt idx="2450">
                  <c:v>4.2960780000000014</c:v>
                </c:pt>
                <c:pt idx="2451">
                  <c:v>4.29732</c:v>
                </c:pt>
                <c:pt idx="2452">
                  <c:v>4.2991830000000002</c:v>
                </c:pt>
                <c:pt idx="2453">
                  <c:v>4.3004249999999971</c:v>
                </c:pt>
                <c:pt idx="2454">
                  <c:v>4.3016670000000028</c:v>
                </c:pt>
                <c:pt idx="2455">
                  <c:v>4.3029090000000005</c:v>
                </c:pt>
                <c:pt idx="2456">
                  <c:v>4.3041509999999956</c:v>
                </c:pt>
                <c:pt idx="2457">
                  <c:v>4.306635</c:v>
                </c:pt>
                <c:pt idx="2458">
                  <c:v>4.3078769999999977</c:v>
                </c:pt>
                <c:pt idx="2459">
                  <c:v>4.3091189999999973</c:v>
                </c:pt>
                <c:pt idx="2460">
                  <c:v>4.3103609999999986</c:v>
                </c:pt>
                <c:pt idx="2461">
                  <c:v>4.3122239999999996</c:v>
                </c:pt>
                <c:pt idx="2462">
                  <c:v>4.313466</c:v>
                </c:pt>
                <c:pt idx="2463">
                  <c:v>4.3147079999999978</c:v>
                </c:pt>
                <c:pt idx="2464">
                  <c:v>4.3159499999999973</c:v>
                </c:pt>
                <c:pt idx="2465">
                  <c:v>4.3171919999999977</c:v>
                </c:pt>
                <c:pt idx="2466">
                  <c:v>4.3184339999999972</c:v>
                </c:pt>
                <c:pt idx="2467">
                  <c:v>4.3209179999999945</c:v>
                </c:pt>
                <c:pt idx="2468">
                  <c:v>4.3221599999999967</c:v>
                </c:pt>
                <c:pt idx="2469">
                  <c:v>4.3240229999999977</c:v>
                </c:pt>
                <c:pt idx="2470">
                  <c:v>4.3252649999999973</c:v>
                </c:pt>
                <c:pt idx="2471">
                  <c:v>4.3265069999999959</c:v>
                </c:pt>
                <c:pt idx="2472">
                  <c:v>4.3277489999999972</c:v>
                </c:pt>
                <c:pt idx="2473">
                  <c:v>4.3302329999999998</c:v>
                </c:pt>
                <c:pt idx="2474">
                  <c:v>4.3314750000000002</c:v>
                </c:pt>
                <c:pt idx="2475">
                  <c:v>4.3327170000000006</c:v>
                </c:pt>
                <c:pt idx="2476">
                  <c:v>4.3339590000000001</c:v>
                </c:pt>
                <c:pt idx="2477">
                  <c:v>4.3358220000000003</c:v>
                </c:pt>
                <c:pt idx="2478">
                  <c:v>4.3370639999999998</c:v>
                </c:pt>
                <c:pt idx="2479">
                  <c:v>4.3383060000000002</c:v>
                </c:pt>
                <c:pt idx="2480">
                  <c:v>4.3395480000000024</c:v>
                </c:pt>
                <c:pt idx="2481">
                  <c:v>4.342031999999997</c:v>
                </c:pt>
                <c:pt idx="2482">
                  <c:v>4.3432740000000001</c:v>
                </c:pt>
                <c:pt idx="2483">
                  <c:v>4.344515999999996</c:v>
                </c:pt>
                <c:pt idx="2484">
                  <c:v>4.345758</c:v>
                </c:pt>
                <c:pt idx="2485">
                  <c:v>4.3476210000000002</c:v>
                </c:pt>
                <c:pt idx="2486">
                  <c:v>4.3488629999999997</c:v>
                </c:pt>
                <c:pt idx="2487">
                  <c:v>4.3501049999999957</c:v>
                </c:pt>
                <c:pt idx="2488">
                  <c:v>4.3513469999999996</c:v>
                </c:pt>
                <c:pt idx="2489">
                  <c:v>4.3525889999999956</c:v>
                </c:pt>
                <c:pt idx="2490">
                  <c:v>4.3538310000000005</c:v>
                </c:pt>
                <c:pt idx="2491">
                  <c:v>4.355073</c:v>
                </c:pt>
                <c:pt idx="2492">
                  <c:v>4.3563149999999968</c:v>
                </c:pt>
                <c:pt idx="2493">
                  <c:v>4.3575569999999946</c:v>
                </c:pt>
                <c:pt idx="2494">
                  <c:v>4.3587990000000003</c:v>
                </c:pt>
                <c:pt idx="2495">
                  <c:v>4.3606620000000014</c:v>
                </c:pt>
                <c:pt idx="2496">
                  <c:v>4.3619039999999973</c:v>
                </c:pt>
                <c:pt idx="2497">
                  <c:v>4.3631459999999969</c:v>
                </c:pt>
                <c:pt idx="2498">
                  <c:v>4.3643879999999946</c:v>
                </c:pt>
                <c:pt idx="2499">
                  <c:v>4.3656299999999995</c:v>
                </c:pt>
                <c:pt idx="2500">
                  <c:v>4.3668719999999972</c:v>
                </c:pt>
                <c:pt idx="2501">
                  <c:v>4.3693559999999971</c:v>
                </c:pt>
                <c:pt idx="2502">
                  <c:v>4.3705980000000002</c:v>
                </c:pt>
                <c:pt idx="2503">
                  <c:v>4.3724610000000004</c:v>
                </c:pt>
                <c:pt idx="2504">
                  <c:v>4.3737029999999999</c:v>
                </c:pt>
                <c:pt idx="2505">
                  <c:v>4.3749449999999968</c:v>
                </c:pt>
                <c:pt idx="2506">
                  <c:v>4.3761869999999972</c:v>
                </c:pt>
                <c:pt idx="2507">
                  <c:v>4.3774290000000002</c:v>
                </c:pt>
                <c:pt idx="2508">
                  <c:v>4.3786709999999998</c:v>
                </c:pt>
                <c:pt idx="2509">
                  <c:v>4.3799130000000002</c:v>
                </c:pt>
                <c:pt idx="2510">
                  <c:v>4.381154999999997</c:v>
                </c:pt>
                <c:pt idx="2511">
                  <c:v>4.3823970000000001</c:v>
                </c:pt>
                <c:pt idx="2512">
                  <c:v>4.3842599999999985</c:v>
                </c:pt>
                <c:pt idx="2513">
                  <c:v>4.3855019999999971</c:v>
                </c:pt>
                <c:pt idx="2514">
                  <c:v>4.3879859999999944</c:v>
                </c:pt>
                <c:pt idx="2515">
                  <c:v>4.3892280000000028</c:v>
                </c:pt>
                <c:pt idx="2516">
                  <c:v>4.3904700000000005</c:v>
                </c:pt>
                <c:pt idx="2517">
                  <c:v>4.3917120000000001</c:v>
                </c:pt>
                <c:pt idx="2518">
                  <c:v>4.3929539999999969</c:v>
                </c:pt>
                <c:pt idx="2519">
                  <c:v>4.3941959999999955</c:v>
                </c:pt>
                <c:pt idx="2520">
                  <c:v>4.3960590000000002</c:v>
                </c:pt>
                <c:pt idx="2521">
                  <c:v>4.3973010000000006</c:v>
                </c:pt>
                <c:pt idx="2522">
                  <c:v>4.3985430000000001</c:v>
                </c:pt>
                <c:pt idx="2523">
                  <c:v>4.3997849999999969</c:v>
                </c:pt>
                <c:pt idx="2524">
                  <c:v>4.4010270000000027</c:v>
                </c:pt>
                <c:pt idx="2525">
                  <c:v>4.4022690000000031</c:v>
                </c:pt>
                <c:pt idx="2526">
                  <c:v>4.403511</c:v>
                </c:pt>
                <c:pt idx="2527">
                  <c:v>4.4047530000000004</c:v>
                </c:pt>
                <c:pt idx="2528">
                  <c:v>4.4072370000000003</c:v>
                </c:pt>
                <c:pt idx="2529">
                  <c:v>4.4091000000000014</c:v>
                </c:pt>
                <c:pt idx="2530">
                  <c:v>4.4103420000000026</c:v>
                </c:pt>
                <c:pt idx="2531">
                  <c:v>4.4115839999999995</c:v>
                </c:pt>
                <c:pt idx="2532">
                  <c:v>4.4128259999999973</c:v>
                </c:pt>
                <c:pt idx="2533">
                  <c:v>4.4140679999999985</c:v>
                </c:pt>
                <c:pt idx="2534">
                  <c:v>4.4153099999999998</c:v>
                </c:pt>
                <c:pt idx="2535">
                  <c:v>4.4165520000000003</c:v>
                </c:pt>
                <c:pt idx="2536">
                  <c:v>4.4177939999999998</c:v>
                </c:pt>
                <c:pt idx="2537">
                  <c:v>4.4190360000000002</c:v>
                </c:pt>
                <c:pt idx="2538">
                  <c:v>4.4208989999999995</c:v>
                </c:pt>
                <c:pt idx="2539">
                  <c:v>4.4221409999999972</c:v>
                </c:pt>
                <c:pt idx="2540">
                  <c:v>4.4233830000000003</c:v>
                </c:pt>
                <c:pt idx="2541">
                  <c:v>4.4246249999999971</c:v>
                </c:pt>
                <c:pt idx="2542">
                  <c:v>4.4258670000000002</c:v>
                </c:pt>
                <c:pt idx="2543">
                  <c:v>4.4271089999999971</c:v>
                </c:pt>
                <c:pt idx="2544">
                  <c:v>4.4283510000000001</c:v>
                </c:pt>
                <c:pt idx="2545">
                  <c:v>4.4295929999999997</c:v>
                </c:pt>
                <c:pt idx="2546">
                  <c:v>4.4308350000000001</c:v>
                </c:pt>
                <c:pt idx="2547">
                  <c:v>4.4326980000000029</c:v>
                </c:pt>
                <c:pt idx="2548">
                  <c:v>4.4339399999999998</c:v>
                </c:pt>
                <c:pt idx="2549">
                  <c:v>4.4351820000000002</c:v>
                </c:pt>
                <c:pt idx="2550">
                  <c:v>4.4364240000000024</c:v>
                </c:pt>
                <c:pt idx="2551">
                  <c:v>4.4389079999999996</c:v>
                </c:pt>
                <c:pt idx="2552">
                  <c:v>4.44015</c:v>
                </c:pt>
                <c:pt idx="2553">
                  <c:v>4.441392000000004</c:v>
                </c:pt>
                <c:pt idx="2554">
                  <c:v>4.442634</c:v>
                </c:pt>
                <c:pt idx="2555">
                  <c:v>4.4444970000000001</c:v>
                </c:pt>
                <c:pt idx="2556">
                  <c:v>4.4457389999999997</c:v>
                </c:pt>
                <c:pt idx="2557">
                  <c:v>4.4469810000000001</c:v>
                </c:pt>
                <c:pt idx="2558">
                  <c:v>4.448223000000004</c:v>
                </c:pt>
                <c:pt idx="2559">
                  <c:v>4.4494650000000027</c:v>
                </c:pt>
                <c:pt idx="2560">
                  <c:v>4.4507069999999995</c:v>
                </c:pt>
                <c:pt idx="2561">
                  <c:v>4.4519489999999999</c:v>
                </c:pt>
                <c:pt idx="2562">
                  <c:v>4.4544329999999972</c:v>
                </c:pt>
                <c:pt idx="2563">
                  <c:v>4.4556750000000003</c:v>
                </c:pt>
                <c:pt idx="2564">
                  <c:v>4.4575379999999969</c:v>
                </c:pt>
                <c:pt idx="2565">
                  <c:v>4.45878</c:v>
                </c:pt>
                <c:pt idx="2566">
                  <c:v>4.4600220000000004</c:v>
                </c:pt>
                <c:pt idx="2567">
                  <c:v>4.4612640000000026</c:v>
                </c:pt>
                <c:pt idx="2568">
                  <c:v>4.4625059999999968</c:v>
                </c:pt>
                <c:pt idx="2569">
                  <c:v>4.4637479999999998</c:v>
                </c:pt>
                <c:pt idx="2570">
                  <c:v>4.4649899999999967</c:v>
                </c:pt>
                <c:pt idx="2571">
                  <c:v>4.4674739999999975</c:v>
                </c:pt>
                <c:pt idx="2572">
                  <c:v>4.4693370000000003</c:v>
                </c:pt>
                <c:pt idx="2573">
                  <c:v>4.4705789999999999</c:v>
                </c:pt>
                <c:pt idx="2574">
                  <c:v>4.4718209999999994</c:v>
                </c:pt>
                <c:pt idx="2575">
                  <c:v>4.4730630000000042</c:v>
                </c:pt>
                <c:pt idx="2576">
                  <c:v>4.4743050000000002</c:v>
                </c:pt>
                <c:pt idx="2577">
                  <c:v>4.4755469999999997</c:v>
                </c:pt>
                <c:pt idx="2578">
                  <c:v>4.4767890000000028</c:v>
                </c:pt>
                <c:pt idx="2579">
                  <c:v>4.4780310000000014</c:v>
                </c:pt>
                <c:pt idx="2580">
                  <c:v>4.4811360000000002</c:v>
                </c:pt>
                <c:pt idx="2581">
                  <c:v>4.4823779999999998</c:v>
                </c:pt>
                <c:pt idx="2582">
                  <c:v>4.4836200000000028</c:v>
                </c:pt>
                <c:pt idx="2583">
                  <c:v>4.4848620000000023</c:v>
                </c:pt>
                <c:pt idx="2584">
                  <c:v>4.4861040000000001</c:v>
                </c:pt>
                <c:pt idx="2585">
                  <c:v>4.4873459999999996</c:v>
                </c:pt>
                <c:pt idx="2586">
                  <c:v>4.488588</c:v>
                </c:pt>
                <c:pt idx="2587">
                  <c:v>4.4910720000000026</c:v>
                </c:pt>
                <c:pt idx="2588">
                  <c:v>4.4923139999999995</c:v>
                </c:pt>
                <c:pt idx="2589">
                  <c:v>4.494176999999997</c:v>
                </c:pt>
                <c:pt idx="2590">
                  <c:v>4.4954190000000001</c:v>
                </c:pt>
                <c:pt idx="2591">
                  <c:v>4.4966610000000031</c:v>
                </c:pt>
                <c:pt idx="2592">
                  <c:v>4.497903</c:v>
                </c:pt>
                <c:pt idx="2593">
                  <c:v>4.4991450000000004</c:v>
                </c:pt>
                <c:pt idx="2594">
                  <c:v>4.5016289999999994</c:v>
                </c:pt>
                <c:pt idx="2595">
                  <c:v>4.5028709999999972</c:v>
                </c:pt>
                <c:pt idx="2596">
                  <c:v>4.5041129999999967</c:v>
                </c:pt>
                <c:pt idx="2597">
                  <c:v>4.5059759999999978</c:v>
                </c:pt>
                <c:pt idx="2598">
                  <c:v>4.5072179999999973</c:v>
                </c:pt>
                <c:pt idx="2599">
                  <c:v>4.5084599999999995</c:v>
                </c:pt>
                <c:pt idx="2600">
                  <c:v>4.5097019999999999</c:v>
                </c:pt>
                <c:pt idx="2601">
                  <c:v>4.5109439999999985</c:v>
                </c:pt>
                <c:pt idx="2602">
                  <c:v>4.5134280000000002</c:v>
                </c:pt>
                <c:pt idx="2603">
                  <c:v>4.5146699999999997</c:v>
                </c:pt>
                <c:pt idx="2604">
                  <c:v>4.5159119999999966</c:v>
                </c:pt>
                <c:pt idx="2605">
                  <c:v>4.5177749999999968</c:v>
                </c:pt>
                <c:pt idx="2606">
                  <c:v>4.5190169999999972</c:v>
                </c:pt>
                <c:pt idx="2607">
                  <c:v>4.5202590000000002</c:v>
                </c:pt>
                <c:pt idx="2608">
                  <c:v>4.5215009999999971</c:v>
                </c:pt>
                <c:pt idx="2609">
                  <c:v>4.5227430000000002</c:v>
                </c:pt>
                <c:pt idx="2610">
                  <c:v>4.5239849999999944</c:v>
                </c:pt>
                <c:pt idx="2611">
                  <c:v>4.5252270000000001</c:v>
                </c:pt>
                <c:pt idx="2612">
                  <c:v>4.5264689999999996</c:v>
                </c:pt>
                <c:pt idx="2613">
                  <c:v>4.5277109999999956</c:v>
                </c:pt>
                <c:pt idx="2614">
                  <c:v>4.5295739999999975</c:v>
                </c:pt>
                <c:pt idx="2615">
                  <c:v>4.5308159999999971</c:v>
                </c:pt>
                <c:pt idx="2616">
                  <c:v>4.5320580000000001</c:v>
                </c:pt>
                <c:pt idx="2617">
                  <c:v>4.5333000000000014</c:v>
                </c:pt>
                <c:pt idx="2618">
                  <c:v>4.5357840000000005</c:v>
                </c:pt>
                <c:pt idx="2619">
                  <c:v>4.537026</c:v>
                </c:pt>
                <c:pt idx="2620">
                  <c:v>4.5382680000000022</c:v>
                </c:pt>
                <c:pt idx="2621">
                  <c:v>4.5395099999999999</c:v>
                </c:pt>
                <c:pt idx="2622">
                  <c:v>4.5407520000000003</c:v>
                </c:pt>
                <c:pt idx="2623">
                  <c:v>4.5426150000000005</c:v>
                </c:pt>
                <c:pt idx="2624">
                  <c:v>4.543857</c:v>
                </c:pt>
                <c:pt idx="2625">
                  <c:v>4.5450989999999996</c:v>
                </c:pt>
                <c:pt idx="2626">
                  <c:v>4.5463410000000026</c:v>
                </c:pt>
                <c:pt idx="2627">
                  <c:v>4.5475829999999977</c:v>
                </c:pt>
                <c:pt idx="2628">
                  <c:v>4.5488249999999972</c:v>
                </c:pt>
                <c:pt idx="2629">
                  <c:v>4.5500670000000003</c:v>
                </c:pt>
                <c:pt idx="2630">
                  <c:v>4.5513089999999998</c:v>
                </c:pt>
                <c:pt idx="2631">
                  <c:v>4.5544139999999969</c:v>
                </c:pt>
                <c:pt idx="2632">
                  <c:v>4.5556559999999973</c:v>
                </c:pt>
                <c:pt idx="2633">
                  <c:v>4.5568980000000003</c:v>
                </c:pt>
                <c:pt idx="2634">
                  <c:v>4.5581399999999972</c:v>
                </c:pt>
                <c:pt idx="2635">
                  <c:v>4.5593819999999985</c:v>
                </c:pt>
                <c:pt idx="2636">
                  <c:v>4.5606239999999998</c:v>
                </c:pt>
                <c:pt idx="2637">
                  <c:v>4.5618660000000002</c:v>
                </c:pt>
                <c:pt idx="2638">
                  <c:v>4.5631079999999971</c:v>
                </c:pt>
                <c:pt idx="2639">
                  <c:v>4.5643499999999975</c:v>
                </c:pt>
                <c:pt idx="2640">
                  <c:v>4.5662129999999985</c:v>
                </c:pt>
                <c:pt idx="2641">
                  <c:v>4.5674549999999945</c:v>
                </c:pt>
                <c:pt idx="2642">
                  <c:v>4.5686970000000002</c:v>
                </c:pt>
                <c:pt idx="2643">
                  <c:v>4.5699389999999971</c:v>
                </c:pt>
                <c:pt idx="2644">
                  <c:v>4.5711810000000002</c:v>
                </c:pt>
                <c:pt idx="2645">
                  <c:v>4.5724230000000023</c:v>
                </c:pt>
                <c:pt idx="2646">
                  <c:v>4.5736650000000028</c:v>
                </c:pt>
                <c:pt idx="2647">
                  <c:v>4.5749069999999969</c:v>
                </c:pt>
                <c:pt idx="2648">
                  <c:v>4.5761490000000027</c:v>
                </c:pt>
                <c:pt idx="2649">
                  <c:v>4.5792540000000024</c:v>
                </c:pt>
                <c:pt idx="2650">
                  <c:v>4.5804960000000001</c:v>
                </c:pt>
                <c:pt idx="2651">
                  <c:v>4.5817379999999996</c:v>
                </c:pt>
                <c:pt idx="2652">
                  <c:v>4.5829799999999974</c:v>
                </c:pt>
                <c:pt idx="2653">
                  <c:v>4.5842219999999996</c:v>
                </c:pt>
                <c:pt idx="2654">
                  <c:v>4.585464</c:v>
                </c:pt>
                <c:pt idx="2655">
                  <c:v>4.5867060000000004</c:v>
                </c:pt>
                <c:pt idx="2656">
                  <c:v>4.5879479999999973</c:v>
                </c:pt>
                <c:pt idx="2657">
                  <c:v>4.5891899999999985</c:v>
                </c:pt>
                <c:pt idx="2658">
                  <c:v>4.5910529999999996</c:v>
                </c:pt>
                <c:pt idx="2659">
                  <c:v>4.592295</c:v>
                </c:pt>
                <c:pt idx="2660">
                  <c:v>4.5935369999999978</c:v>
                </c:pt>
                <c:pt idx="2661">
                  <c:v>4.5947789999999973</c:v>
                </c:pt>
                <c:pt idx="2662">
                  <c:v>4.5960209999999995</c:v>
                </c:pt>
                <c:pt idx="2663">
                  <c:v>4.5972629999999999</c:v>
                </c:pt>
                <c:pt idx="2664">
                  <c:v>4.5985049999999967</c:v>
                </c:pt>
                <c:pt idx="2665">
                  <c:v>4.5997469999999998</c:v>
                </c:pt>
                <c:pt idx="2666">
                  <c:v>4.6009889999999967</c:v>
                </c:pt>
                <c:pt idx="2667">
                  <c:v>4.6028519999999968</c:v>
                </c:pt>
                <c:pt idx="2668">
                  <c:v>4.6040939999999972</c:v>
                </c:pt>
                <c:pt idx="2669">
                  <c:v>4.6053359999999968</c:v>
                </c:pt>
                <c:pt idx="2670">
                  <c:v>4.6065779999999972</c:v>
                </c:pt>
                <c:pt idx="2671">
                  <c:v>4.6078199999999967</c:v>
                </c:pt>
                <c:pt idx="2672">
                  <c:v>4.6090619999999998</c:v>
                </c:pt>
                <c:pt idx="2673">
                  <c:v>4.6103039999999975</c:v>
                </c:pt>
                <c:pt idx="2674">
                  <c:v>4.611545999999997</c:v>
                </c:pt>
                <c:pt idx="2675">
                  <c:v>4.6127879999999957</c:v>
                </c:pt>
                <c:pt idx="2676">
                  <c:v>4.6146509999999967</c:v>
                </c:pt>
                <c:pt idx="2677">
                  <c:v>4.6158929999999971</c:v>
                </c:pt>
                <c:pt idx="2678">
                  <c:v>4.6171349999999931</c:v>
                </c:pt>
                <c:pt idx="2679">
                  <c:v>4.6183769999999971</c:v>
                </c:pt>
                <c:pt idx="2680">
                  <c:v>4.6196190000000001</c:v>
                </c:pt>
                <c:pt idx="2681">
                  <c:v>4.620860999999997</c:v>
                </c:pt>
                <c:pt idx="2682">
                  <c:v>4.6221029999999956</c:v>
                </c:pt>
                <c:pt idx="2683">
                  <c:v>4.6233450000000005</c:v>
                </c:pt>
                <c:pt idx="2684">
                  <c:v>4.6245869999999938</c:v>
                </c:pt>
                <c:pt idx="2685">
                  <c:v>4.6264499999999975</c:v>
                </c:pt>
                <c:pt idx="2686">
                  <c:v>4.627691999999997</c:v>
                </c:pt>
                <c:pt idx="2687">
                  <c:v>4.6289339999999957</c:v>
                </c:pt>
                <c:pt idx="2688">
                  <c:v>4.6301760000000005</c:v>
                </c:pt>
                <c:pt idx="2689">
                  <c:v>4.631418</c:v>
                </c:pt>
                <c:pt idx="2690">
                  <c:v>4.6326599999999996</c:v>
                </c:pt>
                <c:pt idx="2691">
                  <c:v>4.633902</c:v>
                </c:pt>
                <c:pt idx="2692">
                  <c:v>4.6351439999999995</c:v>
                </c:pt>
                <c:pt idx="2693">
                  <c:v>4.6363859999999972</c:v>
                </c:pt>
                <c:pt idx="2694">
                  <c:v>4.6376280000000003</c:v>
                </c:pt>
                <c:pt idx="2695">
                  <c:v>4.6394909999999996</c:v>
                </c:pt>
                <c:pt idx="2696">
                  <c:v>4.640733</c:v>
                </c:pt>
                <c:pt idx="2697">
                  <c:v>4.6419749999999969</c:v>
                </c:pt>
                <c:pt idx="2698">
                  <c:v>4.6432169999999973</c:v>
                </c:pt>
                <c:pt idx="2699">
                  <c:v>4.6444589999999968</c:v>
                </c:pt>
                <c:pt idx="2700">
                  <c:v>4.6457009999999972</c:v>
                </c:pt>
                <c:pt idx="2701">
                  <c:v>4.6469429999999985</c:v>
                </c:pt>
                <c:pt idx="2702">
                  <c:v>4.6481849999999945</c:v>
                </c:pt>
                <c:pt idx="2703">
                  <c:v>4.6494270000000002</c:v>
                </c:pt>
                <c:pt idx="2704">
                  <c:v>4.6512900000000004</c:v>
                </c:pt>
                <c:pt idx="2705">
                  <c:v>4.6525319999999946</c:v>
                </c:pt>
                <c:pt idx="2706">
                  <c:v>4.6537739999999985</c:v>
                </c:pt>
                <c:pt idx="2707">
                  <c:v>4.6550159999999945</c:v>
                </c:pt>
                <c:pt idx="2708">
                  <c:v>4.6562580000000002</c:v>
                </c:pt>
                <c:pt idx="2709">
                  <c:v>4.6574999999999971</c:v>
                </c:pt>
                <c:pt idx="2710">
                  <c:v>4.6587420000000002</c:v>
                </c:pt>
                <c:pt idx="2711">
                  <c:v>4.659983999999997</c:v>
                </c:pt>
                <c:pt idx="2712">
                  <c:v>4.6612260000000001</c:v>
                </c:pt>
                <c:pt idx="2713">
                  <c:v>4.6630889999999967</c:v>
                </c:pt>
                <c:pt idx="2714">
                  <c:v>4.6643309999999945</c:v>
                </c:pt>
                <c:pt idx="2715">
                  <c:v>4.6655729999999966</c:v>
                </c:pt>
                <c:pt idx="2716">
                  <c:v>4.6668149999999944</c:v>
                </c:pt>
                <c:pt idx="2717">
                  <c:v>4.6668149999999944</c:v>
                </c:pt>
                <c:pt idx="2718">
                  <c:v>4.6680569999999966</c:v>
                </c:pt>
                <c:pt idx="2719">
                  <c:v>4.6692989999999996</c:v>
                </c:pt>
                <c:pt idx="2720">
                  <c:v>4.6705410000000001</c:v>
                </c:pt>
                <c:pt idx="2721">
                  <c:v>4.6717829999999996</c:v>
                </c:pt>
                <c:pt idx="2722">
                  <c:v>4.673025</c:v>
                </c:pt>
                <c:pt idx="2723">
                  <c:v>4.6742670000000004</c:v>
                </c:pt>
                <c:pt idx="2724">
                  <c:v>4.6761300000000006</c:v>
                </c:pt>
                <c:pt idx="2725">
                  <c:v>4.6773720000000001</c:v>
                </c:pt>
                <c:pt idx="2726">
                  <c:v>4.6786139999999996</c:v>
                </c:pt>
                <c:pt idx="2727">
                  <c:v>4.679856</c:v>
                </c:pt>
                <c:pt idx="2728">
                  <c:v>4.6810980000000004</c:v>
                </c:pt>
                <c:pt idx="2729">
                  <c:v>4.6823399999999973</c:v>
                </c:pt>
                <c:pt idx="2730">
                  <c:v>4.6835819999999968</c:v>
                </c:pt>
                <c:pt idx="2731">
                  <c:v>4.6848239999999972</c:v>
                </c:pt>
                <c:pt idx="2732">
                  <c:v>4.6860660000000003</c:v>
                </c:pt>
                <c:pt idx="2733">
                  <c:v>4.6879290000000005</c:v>
                </c:pt>
                <c:pt idx="2734">
                  <c:v>4.689171</c:v>
                </c:pt>
                <c:pt idx="2735">
                  <c:v>4.6904129999999968</c:v>
                </c:pt>
                <c:pt idx="2736">
                  <c:v>4.6916549999999972</c:v>
                </c:pt>
                <c:pt idx="2737">
                  <c:v>4.6916549999999972</c:v>
                </c:pt>
                <c:pt idx="2738">
                  <c:v>4.6928969999999968</c:v>
                </c:pt>
                <c:pt idx="2739">
                  <c:v>4.6941389999999945</c:v>
                </c:pt>
                <c:pt idx="2740">
                  <c:v>4.6953809999999967</c:v>
                </c:pt>
                <c:pt idx="2741">
                  <c:v>4.6966229999999998</c:v>
                </c:pt>
                <c:pt idx="2742">
                  <c:v>4.6978649999999966</c:v>
                </c:pt>
                <c:pt idx="2743">
                  <c:v>4.6997279999999995</c:v>
                </c:pt>
                <c:pt idx="2744">
                  <c:v>4.7009699999999999</c:v>
                </c:pt>
                <c:pt idx="2745">
                  <c:v>4.7022120000000003</c:v>
                </c:pt>
                <c:pt idx="2746">
                  <c:v>4.7034539999999998</c:v>
                </c:pt>
                <c:pt idx="2747">
                  <c:v>4.7046959999999975</c:v>
                </c:pt>
                <c:pt idx="2748">
                  <c:v>4.7059379999999971</c:v>
                </c:pt>
                <c:pt idx="2749">
                  <c:v>4.7071799999999975</c:v>
                </c:pt>
                <c:pt idx="2750">
                  <c:v>4.7084219999999997</c:v>
                </c:pt>
                <c:pt idx="2751">
                  <c:v>4.7096640000000027</c:v>
                </c:pt>
                <c:pt idx="2752">
                  <c:v>4.7115270000000002</c:v>
                </c:pt>
                <c:pt idx="2753">
                  <c:v>4.7127690000000024</c:v>
                </c:pt>
                <c:pt idx="2754">
                  <c:v>4.7140109999999966</c:v>
                </c:pt>
                <c:pt idx="2755">
                  <c:v>4.7152529999999997</c:v>
                </c:pt>
                <c:pt idx="2756">
                  <c:v>4.7164950000000001</c:v>
                </c:pt>
                <c:pt idx="2757">
                  <c:v>4.7177370000000005</c:v>
                </c:pt>
                <c:pt idx="2758">
                  <c:v>4.718979</c:v>
                </c:pt>
                <c:pt idx="2759">
                  <c:v>4.7202209999999996</c:v>
                </c:pt>
                <c:pt idx="2760">
                  <c:v>4.7214630000000026</c:v>
                </c:pt>
                <c:pt idx="2761">
                  <c:v>4.7227049999999977</c:v>
                </c:pt>
                <c:pt idx="2762">
                  <c:v>4.724567999999997</c:v>
                </c:pt>
                <c:pt idx="2763">
                  <c:v>4.7258099999999974</c:v>
                </c:pt>
                <c:pt idx="2764">
                  <c:v>4.7270520000000005</c:v>
                </c:pt>
                <c:pt idx="2765">
                  <c:v>4.728294</c:v>
                </c:pt>
                <c:pt idx="2766">
                  <c:v>4.7295359999999969</c:v>
                </c:pt>
                <c:pt idx="2767">
                  <c:v>4.7307779999999999</c:v>
                </c:pt>
                <c:pt idx="2768">
                  <c:v>4.7320200000000003</c:v>
                </c:pt>
                <c:pt idx="2769">
                  <c:v>4.7332620000000043</c:v>
                </c:pt>
                <c:pt idx="2770">
                  <c:v>4.7345039999999985</c:v>
                </c:pt>
                <c:pt idx="2771">
                  <c:v>4.7363670000000022</c:v>
                </c:pt>
                <c:pt idx="2772">
                  <c:v>4.7376090000000026</c:v>
                </c:pt>
                <c:pt idx="2773">
                  <c:v>4.7388510000000004</c:v>
                </c:pt>
                <c:pt idx="2774">
                  <c:v>4.7400929999999999</c:v>
                </c:pt>
                <c:pt idx="2775">
                  <c:v>4.7400929999999999</c:v>
                </c:pt>
                <c:pt idx="2776">
                  <c:v>4.7413349999999985</c:v>
                </c:pt>
                <c:pt idx="2777">
                  <c:v>4.7425769999999972</c:v>
                </c:pt>
                <c:pt idx="2778">
                  <c:v>4.7438190000000002</c:v>
                </c:pt>
                <c:pt idx="2779">
                  <c:v>4.7450609999999998</c:v>
                </c:pt>
                <c:pt idx="2780">
                  <c:v>4.7463030000000028</c:v>
                </c:pt>
                <c:pt idx="2781">
                  <c:v>4.7481660000000003</c:v>
                </c:pt>
                <c:pt idx="2782">
                  <c:v>4.7494079999999999</c:v>
                </c:pt>
                <c:pt idx="2783">
                  <c:v>4.7506500000000003</c:v>
                </c:pt>
                <c:pt idx="2784">
                  <c:v>4.7518919999999998</c:v>
                </c:pt>
                <c:pt idx="2785">
                  <c:v>4.7531339999999975</c:v>
                </c:pt>
                <c:pt idx="2786">
                  <c:v>4.754375999999997</c:v>
                </c:pt>
                <c:pt idx="2787">
                  <c:v>4.7556180000000001</c:v>
                </c:pt>
                <c:pt idx="2788">
                  <c:v>4.7568599999999996</c:v>
                </c:pt>
                <c:pt idx="2789">
                  <c:v>4.7581020000000001</c:v>
                </c:pt>
                <c:pt idx="2790">
                  <c:v>4.7599650000000002</c:v>
                </c:pt>
                <c:pt idx="2791">
                  <c:v>4.7612069999999997</c:v>
                </c:pt>
                <c:pt idx="2792">
                  <c:v>4.7624490000000002</c:v>
                </c:pt>
                <c:pt idx="2793">
                  <c:v>4.7636910000000023</c:v>
                </c:pt>
                <c:pt idx="2794">
                  <c:v>4.7649329999999956</c:v>
                </c:pt>
                <c:pt idx="2795">
                  <c:v>4.7661749999999969</c:v>
                </c:pt>
                <c:pt idx="2796">
                  <c:v>4.7674169999999956</c:v>
                </c:pt>
                <c:pt idx="2797">
                  <c:v>4.7686590000000004</c:v>
                </c:pt>
                <c:pt idx="2798">
                  <c:v>4.7699009999999973</c:v>
                </c:pt>
                <c:pt idx="2799">
                  <c:v>4.7711430000000021</c:v>
                </c:pt>
                <c:pt idx="2800">
                  <c:v>4.7730059999999996</c:v>
                </c:pt>
                <c:pt idx="2801">
                  <c:v>4.7742480000000027</c:v>
                </c:pt>
                <c:pt idx="2802">
                  <c:v>4.7754900000000013</c:v>
                </c:pt>
                <c:pt idx="2803">
                  <c:v>4.7767320000000026</c:v>
                </c:pt>
                <c:pt idx="2804">
                  <c:v>4.7779739999999995</c:v>
                </c:pt>
                <c:pt idx="2805">
                  <c:v>4.7792159999999999</c:v>
                </c:pt>
                <c:pt idx="2806">
                  <c:v>4.7804580000000003</c:v>
                </c:pt>
                <c:pt idx="2807">
                  <c:v>4.7817000000000025</c:v>
                </c:pt>
                <c:pt idx="2808">
                  <c:v>4.7829420000000002</c:v>
                </c:pt>
                <c:pt idx="2809">
                  <c:v>4.7848049999999978</c:v>
                </c:pt>
                <c:pt idx="2810">
                  <c:v>4.7860469999999999</c:v>
                </c:pt>
                <c:pt idx="2811">
                  <c:v>4.7872889999999995</c:v>
                </c:pt>
                <c:pt idx="2812">
                  <c:v>4.7885309999999972</c:v>
                </c:pt>
                <c:pt idx="2813">
                  <c:v>4.7897730000000029</c:v>
                </c:pt>
                <c:pt idx="2814">
                  <c:v>4.7910149999999971</c:v>
                </c:pt>
                <c:pt idx="2815">
                  <c:v>4.7922569999999975</c:v>
                </c:pt>
                <c:pt idx="2816">
                  <c:v>4.7934989999999997</c:v>
                </c:pt>
                <c:pt idx="2817">
                  <c:v>4.7947410000000001</c:v>
                </c:pt>
                <c:pt idx="2818">
                  <c:v>4.7966040000000003</c:v>
                </c:pt>
                <c:pt idx="2819">
                  <c:v>4.7978459999999972</c:v>
                </c:pt>
                <c:pt idx="2820">
                  <c:v>4.7990880000000002</c:v>
                </c:pt>
                <c:pt idx="2821">
                  <c:v>4.8003300000000007</c:v>
                </c:pt>
                <c:pt idx="2822">
                  <c:v>4.8015720000000002</c:v>
                </c:pt>
                <c:pt idx="2823">
                  <c:v>4.802813999999997</c:v>
                </c:pt>
                <c:pt idx="2824">
                  <c:v>4.8040559999999957</c:v>
                </c:pt>
                <c:pt idx="2825">
                  <c:v>4.8040559999999957</c:v>
                </c:pt>
                <c:pt idx="2826">
                  <c:v>4.8052980000000014</c:v>
                </c:pt>
                <c:pt idx="2827">
                  <c:v>4.80654</c:v>
                </c:pt>
                <c:pt idx="2828">
                  <c:v>4.8077819999999969</c:v>
                </c:pt>
                <c:pt idx="2829">
                  <c:v>4.8096449999999997</c:v>
                </c:pt>
                <c:pt idx="2830">
                  <c:v>4.8108869999999966</c:v>
                </c:pt>
                <c:pt idx="2831">
                  <c:v>4.8133710000000001</c:v>
                </c:pt>
                <c:pt idx="2832">
                  <c:v>4.8146130000000005</c:v>
                </c:pt>
                <c:pt idx="2833">
                  <c:v>4.8158549999999956</c:v>
                </c:pt>
                <c:pt idx="2834">
                  <c:v>4.8170969999999969</c:v>
                </c:pt>
                <c:pt idx="2835">
                  <c:v>4.8183389999999973</c:v>
                </c:pt>
                <c:pt idx="2836">
                  <c:v>4.8195809999999968</c:v>
                </c:pt>
                <c:pt idx="2837">
                  <c:v>4.8214440000000005</c:v>
                </c:pt>
                <c:pt idx="2838">
                  <c:v>4.8226859999999956</c:v>
                </c:pt>
                <c:pt idx="2839">
                  <c:v>4.8239279999999969</c:v>
                </c:pt>
                <c:pt idx="2840">
                  <c:v>4.8251699999999973</c:v>
                </c:pt>
                <c:pt idx="2841">
                  <c:v>4.8264119999999977</c:v>
                </c:pt>
                <c:pt idx="2842">
                  <c:v>4.8276539999999972</c:v>
                </c:pt>
                <c:pt idx="2843">
                  <c:v>4.8288959999999959</c:v>
                </c:pt>
                <c:pt idx="2844">
                  <c:v>4.8313800000000002</c:v>
                </c:pt>
                <c:pt idx="2845">
                  <c:v>4.8332430000000031</c:v>
                </c:pt>
                <c:pt idx="2846">
                  <c:v>4.8344849999999946</c:v>
                </c:pt>
                <c:pt idx="2847">
                  <c:v>4.8357270000000003</c:v>
                </c:pt>
                <c:pt idx="2848">
                  <c:v>4.8369689999999999</c:v>
                </c:pt>
                <c:pt idx="2849">
                  <c:v>4.8382110000000003</c:v>
                </c:pt>
                <c:pt idx="2850">
                  <c:v>4.8394529999999998</c:v>
                </c:pt>
                <c:pt idx="2851">
                  <c:v>4.8406950000000002</c:v>
                </c:pt>
                <c:pt idx="2852">
                  <c:v>4.841936999999997</c:v>
                </c:pt>
                <c:pt idx="2853">
                  <c:v>4.8431790000000001</c:v>
                </c:pt>
                <c:pt idx="2854">
                  <c:v>4.8450419999999985</c:v>
                </c:pt>
                <c:pt idx="2855">
                  <c:v>4.8462839999999998</c:v>
                </c:pt>
                <c:pt idx="2856">
                  <c:v>4.8475259999999967</c:v>
                </c:pt>
                <c:pt idx="2857">
                  <c:v>4.8487679999999997</c:v>
                </c:pt>
                <c:pt idx="2858">
                  <c:v>4.8500099999999975</c:v>
                </c:pt>
                <c:pt idx="2859">
                  <c:v>4.8512520000000023</c:v>
                </c:pt>
                <c:pt idx="2860">
                  <c:v>4.8524939999999974</c:v>
                </c:pt>
                <c:pt idx="2861">
                  <c:v>4.8537359999999969</c:v>
                </c:pt>
                <c:pt idx="2862">
                  <c:v>4.8549779999999956</c:v>
                </c:pt>
                <c:pt idx="2863">
                  <c:v>4.8562200000000004</c:v>
                </c:pt>
                <c:pt idx="2864">
                  <c:v>4.8580830000000006</c:v>
                </c:pt>
                <c:pt idx="2865">
                  <c:v>4.860566999999997</c:v>
                </c:pt>
                <c:pt idx="2866">
                  <c:v>4.861809</c:v>
                </c:pt>
                <c:pt idx="2867">
                  <c:v>4.8630510000000005</c:v>
                </c:pt>
                <c:pt idx="2868">
                  <c:v>4.864293</c:v>
                </c:pt>
                <c:pt idx="2869">
                  <c:v>4.8655349999999951</c:v>
                </c:pt>
                <c:pt idx="2870">
                  <c:v>4.8667769999999972</c:v>
                </c:pt>
                <c:pt idx="2871">
                  <c:v>4.8680189999999968</c:v>
                </c:pt>
                <c:pt idx="2872">
                  <c:v>4.8698819999999969</c:v>
                </c:pt>
                <c:pt idx="2873">
                  <c:v>4.871124</c:v>
                </c:pt>
                <c:pt idx="2874">
                  <c:v>4.8723660000000004</c:v>
                </c:pt>
                <c:pt idx="2875">
                  <c:v>4.8736079999999999</c:v>
                </c:pt>
                <c:pt idx="2876">
                  <c:v>4.8748499999999995</c:v>
                </c:pt>
                <c:pt idx="2877">
                  <c:v>4.8760919999999999</c:v>
                </c:pt>
                <c:pt idx="2878">
                  <c:v>4.8773339999999985</c:v>
                </c:pt>
                <c:pt idx="2879">
                  <c:v>4.8785759999999971</c:v>
                </c:pt>
                <c:pt idx="2880">
                  <c:v>4.8798179999999975</c:v>
                </c:pt>
                <c:pt idx="2881">
                  <c:v>4.8829229999999972</c:v>
                </c:pt>
                <c:pt idx="2882">
                  <c:v>4.8841649999999968</c:v>
                </c:pt>
                <c:pt idx="2883">
                  <c:v>4.8854069999999972</c:v>
                </c:pt>
                <c:pt idx="2884">
                  <c:v>4.8866490000000029</c:v>
                </c:pt>
                <c:pt idx="2885">
                  <c:v>4.8878910000000007</c:v>
                </c:pt>
                <c:pt idx="2886">
                  <c:v>4.8891330000000002</c:v>
                </c:pt>
                <c:pt idx="2887">
                  <c:v>4.890374999999997</c:v>
                </c:pt>
                <c:pt idx="2888">
                  <c:v>4.8916170000000001</c:v>
                </c:pt>
                <c:pt idx="2889">
                  <c:v>4.8934799999999985</c:v>
                </c:pt>
                <c:pt idx="2890">
                  <c:v>4.8947219999999971</c:v>
                </c:pt>
                <c:pt idx="2891">
                  <c:v>4.8959639999999975</c:v>
                </c:pt>
                <c:pt idx="2892">
                  <c:v>4.8972059999999971</c:v>
                </c:pt>
                <c:pt idx="2893">
                  <c:v>4.8984480000000001</c:v>
                </c:pt>
                <c:pt idx="2894">
                  <c:v>4.9009320000000001</c:v>
                </c:pt>
                <c:pt idx="2895">
                  <c:v>4.9021740000000005</c:v>
                </c:pt>
                <c:pt idx="2896">
                  <c:v>4.903416</c:v>
                </c:pt>
                <c:pt idx="2897">
                  <c:v>4.9046579999999995</c:v>
                </c:pt>
                <c:pt idx="2898">
                  <c:v>4.9065209999999997</c:v>
                </c:pt>
                <c:pt idx="2899">
                  <c:v>4.9077630000000028</c:v>
                </c:pt>
                <c:pt idx="2900">
                  <c:v>4.9090050000000014</c:v>
                </c:pt>
                <c:pt idx="2901">
                  <c:v>4.9114889999999995</c:v>
                </c:pt>
                <c:pt idx="2902">
                  <c:v>4.912731</c:v>
                </c:pt>
                <c:pt idx="2903">
                  <c:v>4.9139730000000004</c:v>
                </c:pt>
                <c:pt idx="2904">
                  <c:v>4.9152149999999972</c:v>
                </c:pt>
                <c:pt idx="2905">
                  <c:v>4.9164570000000003</c:v>
                </c:pt>
                <c:pt idx="2906">
                  <c:v>4.9183199999999996</c:v>
                </c:pt>
                <c:pt idx="2907">
                  <c:v>4.9195620000000027</c:v>
                </c:pt>
                <c:pt idx="2908">
                  <c:v>4.9220459999999973</c:v>
                </c:pt>
                <c:pt idx="2909">
                  <c:v>4.9232880000000003</c:v>
                </c:pt>
                <c:pt idx="2910">
                  <c:v>4.9245299999999972</c:v>
                </c:pt>
                <c:pt idx="2911">
                  <c:v>4.9257720000000003</c:v>
                </c:pt>
                <c:pt idx="2912">
                  <c:v>4.9270139999999971</c:v>
                </c:pt>
                <c:pt idx="2913">
                  <c:v>4.9282560000000002</c:v>
                </c:pt>
                <c:pt idx="2914">
                  <c:v>4.9301190000000004</c:v>
                </c:pt>
                <c:pt idx="2915">
                  <c:v>4.9326029999999994</c:v>
                </c:pt>
                <c:pt idx="2916">
                  <c:v>4.9338449999999998</c:v>
                </c:pt>
                <c:pt idx="2917">
                  <c:v>4.9350870000000002</c:v>
                </c:pt>
                <c:pt idx="2918">
                  <c:v>4.9363290000000033</c:v>
                </c:pt>
                <c:pt idx="2919">
                  <c:v>4.9375710000000002</c:v>
                </c:pt>
                <c:pt idx="2920">
                  <c:v>4.9388130000000023</c:v>
                </c:pt>
                <c:pt idx="2921">
                  <c:v>4.9400550000000001</c:v>
                </c:pt>
                <c:pt idx="2922">
                  <c:v>4.9419180000000003</c:v>
                </c:pt>
                <c:pt idx="2923">
                  <c:v>4.9444020000000002</c:v>
                </c:pt>
                <c:pt idx="2924">
                  <c:v>4.9456440000000024</c:v>
                </c:pt>
                <c:pt idx="2925">
                  <c:v>4.9468860000000001</c:v>
                </c:pt>
                <c:pt idx="2926">
                  <c:v>4.9481279999999996</c:v>
                </c:pt>
                <c:pt idx="2927">
                  <c:v>4.9493700000000027</c:v>
                </c:pt>
                <c:pt idx="2928">
                  <c:v>4.9506120000000013</c:v>
                </c:pt>
                <c:pt idx="2929">
                  <c:v>4.951854</c:v>
                </c:pt>
                <c:pt idx="2930">
                  <c:v>4.954958999999997</c:v>
                </c:pt>
                <c:pt idx="2931">
                  <c:v>4.9562010000000027</c:v>
                </c:pt>
                <c:pt idx="2932">
                  <c:v>4.9574429999999996</c:v>
                </c:pt>
                <c:pt idx="2933">
                  <c:v>4.958685</c:v>
                </c:pt>
                <c:pt idx="2934">
                  <c:v>4.9599270000000004</c:v>
                </c:pt>
                <c:pt idx="2935">
                  <c:v>4.9624109999999968</c:v>
                </c:pt>
                <c:pt idx="2936">
                  <c:v>4.9636529999999999</c:v>
                </c:pt>
                <c:pt idx="2937">
                  <c:v>4.9648949999999967</c:v>
                </c:pt>
                <c:pt idx="2938">
                  <c:v>4.9667580000000013</c:v>
                </c:pt>
                <c:pt idx="2939">
                  <c:v>4.969242000000003</c:v>
                </c:pt>
                <c:pt idx="2940">
                  <c:v>4.9704839999999999</c:v>
                </c:pt>
                <c:pt idx="2941">
                  <c:v>4.971726000000003</c:v>
                </c:pt>
                <c:pt idx="2942">
                  <c:v>4.9729679999999998</c:v>
                </c:pt>
                <c:pt idx="2943">
                  <c:v>4.9754520000000024</c:v>
                </c:pt>
                <c:pt idx="2944">
                  <c:v>4.9766940000000019</c:v>
                </c:pt>
                <c:pt idx="2945">
                  <c:v>4.9785569999999995</c:v>
                </c:pt>
                <c:pt idx="2946">
                  <c:v>4.9797990000000043</c:v>
                </c:pt>
                <c:pt idx="2947">
                  <c:v>4.9822829999999998</c:v>
                </c:pt>
                <c:pt idx="2948">
                  <c:v>4.9835250000000002</c:v>
                </c:pt>
                <c:pt idx="2949">
                  <c:v>4.9847669999999997</c:v>
                </c:pt>
                <c:pt idx="2950">
                  <c:v>4.9860090000000028</c:v>
                </c:pt>
                <c:pt idx="2951">
                  <c:v>4.9884930000000027</c:v>
                </c:pt>
                <c:pt idx="2952">
                  <c:v>4.9897350000000014</c:v>
                </c:pt>
                <c:pt idx="2953">
                  <c:v>4.9915979999999998</c:v>
                </c:pt>
                <c:pt idx="2954">
                  <c:v>4.9928399999999975</c:v>
                </c:pt>
                <c:pt idx="2955">
                  <c:v>4.994081999999997</c:v>
                </c:pt>
                <c:pt idx="2956">
                  <c:v>4.9965659999999996</c:v>
                </c:pt>
                <c:pt idx="2957">
                  <c:v>4.997808</c:v>
                </c:pt>
                <c:pt idx="2958">
                  <c:v>4.9990500000000004</c:v>
                </c:pt>
                <c:pt idx="2959">
                  <c:v>5.0002920000000026</c:v>
                </c:pt>
                <c:pt idx="2960">
                  <c:v>5.0015339999999995</c:v>
                </c:pt>
                <c:pt idx="2961">
                  <c:v>5.0046389999999965</c:v>
                </c:pt>
                <c:pt idx="2962">
                  <c:v>5.0058809999999969</c:v>
                </c:pt>
                <c:pt idx="2963">
                  <c:v>5.007123</c:v>
                </c:pt>
                <c:pt idx="2964">
                  <c:v>5.0083649999999995</c:v>
                </c:pt>
                <c:pt idx="2965">
                  <c:v>5.0096069999999999</c:v>
                </c:pt>
                <c:pt idx="2966">
                  <c:v>5.0120909999999972</c:v>
                </c:pt>
                <c:pt idx="2967">
                  <c:v>5.0133330000000003</c:v>
                </c:pt>
                <c:pt idx="2968">
                  <c:v>5.0151959999999978</c:v>
                </c:pt>
                <c:pt idx="2969">
                  <c:v>5.016438</c:v>
                </c:pt>
                <c:pt idx="2970">
                  <c:v>5.0176799999999995</c:v>
                </c:pt>
                <c:pt idx="2971">
                  <c:v>5.0201639999999985</c:v>
                </c:pt>
                <c:pt idx="2972">
                  <c:v>5.0214059999999971</c:v>
                </c:pt>
                <c:pt idx="2973">
                  <c:v>5.0226479999999976</c:v>
                </c:pt>
                <c:pt idx="2974">
                  <c:v>5.0238899999999971</c:v>
                </c:pt>
                <c:pt idx="2975">
                  <c:v>5.0251319999999966</c:v>
                </c:pt>
                <c:pt idx="2976">
                  <c:v>5.0269949999999968</c:v>
                </c:pt>
                <c:pt idx="2977">
                  <c:v>5.0282369999999972</c:v>
                </c:pt>
                <c:pt idx="2978">
                  <c:v>5.0307210000000024</c:v>
                </c:pt>
                <c:pt idx="2979">
                  <c:v>5.0319630000000029</c:v>
                </c:pt>
                <c:pt idx="2980">
                  <c:v>5.0332050000000024</c:v>
                </c:pt>
                <c:pt idx="2981">
                  <c:v>5.0344469999999975</c:v>
                </c:pt>
                <c:pt idx="2982">
                  <c:v>5.0356889999999996</c:v>
                </c:pt>
                <c:pt idx="2983">
                  <c:v>5.036931</c:v>
                </c:pt>
                <c:pt idx="2984">
                  <c:v>5.0400359999999971</c:v>
                </c:pt>
                <c:pt idx="2985">
                  <c:v>5.0412780000000028</c:v>
                </c:pt>
                <c:pt idx="2986">
                  <c:v>5.042519999999997</c:v>
                </c:pt>
                <c:pt idx="2987">
                  <c:v>5.0437620000000027</c:v>
                </c:pt>
                <c:pt idx="2988">
                  <c:v>5.0462460000000027</c:v>
                </c:pt>
                <c:pt idx="2989">
                  <c:v>5.0474879999999978</c:v>
                </c:pt>
                <c:pt idx="2990">
                  <c:v>5.0487300000000008</c:v>
                </c:pt>
                <c:pt idx="2991">
                  <c:v>5.0499719999999995</c:v>
                </c:pt>
                <c:pt idx="2992">
                  <c:v>5.051834999999997</c:v>
                </c:pt>
                <c:pt idx="2993">
                  <c:v>5.0543189999999969</c:v>
                </c:pt>
                <c:pt idx="2994">
                  <c:v>5.055561</c:v>
                </c:pt>
                <c:pt idx="2995">
                  <c:v>5.0568030000000004</c:v>
                </c:pt>
                <c:pt idx="2996">
                  <c:v>5.0580449999999972</c:v>
                </c:pt>
                <c:pt idx="2997">
                  <c:v>5.0592870000000003</c:v>
                </c:pt>
                <c:pt idx="2998">
                  <c:v>5.0605289999999972</c:v>
                </c:pt>
                <c:pt idx="2999">
                  <c:v>5.0636339999999995</c:v>
                </c:pt>
                <c:pt idx="3000">
                  <c:v>5.0648759999999946</c:v>
                </c:pt>
                <c:pt idx="3001">
                  <c:v>5.0661179999999968</c:v>
                </c:pt>
                <c:pt idx="3002">
                  <c:v>5.0673599999999972</c:v>
                </c:pt>
                <c:pt idx="3003">
                  <c:v>5.0686020000000003</c:v>
                </c:pt>
                <c:pt idx="3004">
                  <c:v>5.0698439999999998</c:v>
                </c:pt>
                <c:pt idx="3005">
                  <c:v>5.0723279999999997</c:v>
                </c:pt>
                <c:pt idx="3006">
                  <c:v>5.0735700000000001</c:v>
                </c:pt>
                <c:pt idx="3007">
                  <c:v>5.0754330000000003</c:v>
                </c:pt>
                <c:pt idx="3008">
                  <c:v>5.0766750000000034</c:v>
                </c:pt>
                <c:pt idx="3009">
                  <c:v>5.0779169999999958</c:v>
                </c:pt>
                <c:pt idx="3010">
                  <c:v>5.0791589999999998</c:v>
                </c:pt>
                <c:pt idx="3011">
                  <c:v>5.0804009999999975</c:v>
                </c:pt>
                <c:pt idx="3012">
                  <c:v>5.0828849999999957</c:v>
                </c:pt>
                <c:pt idx="3013">
                  <c:v>5.084126999999997</c:v>
                </c:pt>
                <c:pt idx="3014">
                  <c:v>5.0853690000000027</c:v>
                </c:pt>
                <c:pt idx="3015">
                  <c:v>5.0866110000000004</c:v>
                </c:pt>
                <c:pt idx="3016">
                  <c:v>5.0884740000000006</c:v>
                </c:pt>
                <c:pt idx="3017">
                  <c:v>5.0897160000000001</c:v>
                </c:pt>
                <c:pt idx="3018">
                  <c:v>5.0909580000000005</c:v>
                </c:pt>
                <c:pt idx="3019">
                  <c:v>5.0934419999999996</c:v>
                </c:pt>
                <c:pt idx="3020">
                  <c:v>5.0946839999999973</c:v>
                </c:pt>
                <c:pt idx="3021">
                  <c:v>5.0959259999999968</c:v>
                </c:pt>
                <c:pt idx="3022">
                  <c:v>5.0971679999999973</c:v>
                </c:pt>
                <c:pt idx="3023">
                  <c:v>5.0984099999999986</c:v>
                </c:pt>
                <c:pt idx="3024">
                  <c:v>5.1002729999999996</c:v>
                </c:pt>
                <c:pt idx="3025">
                  <c:v>5.1027569999999978</c:v>
                </c:pt>
                <c:pt idx="3026">
                  <c:v>5.103999</c:v>
                </c:pt>
                <c:pt idx="3027">
                  <c:v>5.1052410000000004</c:v>
                </c:pt>
                <c:pt idx="3028">
                  <c:v>5.1064830000000008</c:v>
                </c:pt>
                <c:pt idx="3029">
                  <c:v>5.1089669999999971</c:v>
                </c:pt>
                <c:pt idx="3030">
                  <c:v>5.1102089999999976</c:v>
                </c:pt>
                <c:pt idx="3031">
                  <c:v>5.1120719999999968</c:v>
                </c:pt>
                <c:pt idx="3032">
                  <c:v>5.1133139999999973</c:v>
                </c:pt>
                <c:pt idx="3033">
                  <c:v>5.114555999999995</c:v>
                </c:pt>
                <c:pt idx="3034">
                  <c:v>5.1157979999999972</c:v>
                </c:pt>
                <c:pt idx="3035">
                  <c:v>5.1182820000000007</c:v>
                </c:pt>
                <c:pt idx="3036">
                  <c:v>5.1195239999999975</c:v>
                </c:pt>
                <c:pt idx="3037">
                  <c:v>5.1207660000000006</c:v>
                </c:pt>
                <c:pt idx="3038">
                  <c:v>5.1220079999999957</c:v>
                </c:pt>
                <c:pt idx="3039">
                  <c:v>5.1238709999999958</c:v>
                </c:pt>
                <c:pt idx="3040">
                  <c:v>5.1251129999999945</c:v>
                </c:pt>
                <c:pt idx="3041">
                  <c:v>5.1263549999999967</c:v>
                </c:pt>
                <c:pt idx="3042">
                  <c:v>5.1288389999999966</c:v>
                </c:pt>
                <c:pt idx="3043">
                  <c:v>5.130080999999997</c:v>
                </c:pt>
                <c:pt idx="3044">
                  <c:v>5.1313230000000027</c:v>
                </c:pt>
                <c:pt idx="3045">
                  <c:v>5.1325650000000005</c:v>
                </c:pt>
                <c:pt idx="3046">
                  <c:v>5.133807</c:v>
                </c:pt>
                <c:pt idx="3047">
                  <c:v>5.1350490000000004</c:v>
                </c:pt>
                <c:pt idx="3048">
                  <c:v>5.136911999999997</c:v>
                </c:pt>
                <c:pt idx="3049">
                  <c:v>5.1381539999999966</c:v>
                </c:pt>
                <c:pt idx="3050">
                  <c:v>5.1393959999999996</c:v>
                </c:pt>
                <c:pt idx="3051">
                  <c:v>5.140638</c:v>
                </c:pt>
                <c:pt idx="3052">
                  <c:v>5.1418799999999996</c:v>
                </c:pt>
                <c:pt idx="3053">
                  <c:v>5.1443639999999995</c:v>
                </c:pt>
                <c:pt idx="3054">
                  <c:v>5.1456059999999972</c:v>
                </c:pt>
                <c:pt idx="3055">
                  <c:v>5.1468480000000003</c:v>
                </c:pt>
                <c:pt idx="3056">
                  <c:v>5.1487110000000005</c:v>
                </c:pt>
                <c:pt idx="3057">
                  <c:v>5.1499529999999965</c:v>
                </c:pt>
                <c:pt idx="3058">
                  <c:v>5.1511949999999969</c:v>
                </c:pt>
                <c:pt idx="3059">
                  <c:v>5.1536789999999995</c:v>
                </c:pt>
                <c:pt idx="3060">
                  <c:v>5.1549209999999945</c:v>
                </c:pt>
                <c:pt idx="3061">
                  <c:v>5.1561630000000003</c:v>
                </c:pt>
                <c:pt idx="3062">
                  <c:v>5.1574049999999945</c:v>
                </c:pt>
                <c:pt idx="3063">
                  <c:v>5.1586470000000002</c:v>
                </c:pt>
                <c:pt idx="3064">
                  <c:v>5.1605099999999968</c:v>
                </c:pt>
                <c:pt idx="3065">
                  <c:v>5.1617519999999972</c:v>
                </c:pt>
                <c:pt idx="3066">
                  <c:v>5.1642359999999963</c:v>
                </c:pt>
                <c:pt idx="3067">
                  <c:v>5.1654779999999958</c:v>
                </c:pt>
                <c:pt idx="3068">
                  <c:v>5.1667199999999971</c:v>
                </c:pt>
                <c:pt idx="3069">
                  <c:v>5.1679619999999957</c:v>
                </c:pt>
                <c:pt idx="3070">
                  <c:v>5.1692039999999997</c:v>
                </c:pt>
                <c:pt idx="3071">
                  <c:v>5.1723090000000003</c:v>
                </c:pt>
                <c:pt idx="3072">
                  <c:v>5.1735509999999971</c:v>
                </c:pt>
                <c:pt idx="3073">
                  <c:v>5.1747930000000002</c:v>
                </c:pt>
                <c:pt idx="3074">
                  <c:v>5.1772770000000001</c:v>
                </c:pt>
                <c:pt idx="3075">
                  <c:v>5.1785190000000005</c:v>
                </c:pt>
                <c:pt idx="3076">
                  <c:v>5.1810029999999996</c:v>
                </c:pt>
                <c:pt idx="3077">
                  <c:v>5.182245</c:v>
                </c:pt>
                <c:pt idx="3078">
                  <c:v>5.1853499999999997</c:v>
                </c:pt>
                <c:pt idx="3079">
                  <c:v>5.1878339999999969</c:v>
                </c:pt>
                <c:pt idx="3080">
                  <c:v>5.189076</c:v>
                </c:pt>
                <c:pt idx="3081">
                  <c:v>5.19156</c:v>
                </c:pt>
                <c:pt idx="3082">
                  <c:v>5.1928019999999977</c:v>
                </c:pt>
                <c:pt idx="3083">
                  <c:v>5.1940439999999981</c:v>
                </c:pt>
                <c:pt idx="3084">
                  <c:v>5.1971489999999969</c:v>
                </c:pt>
                <c:pt idx="3085">
                  <c:v>5.198391</c:v>
                </c:pt>
                <c:pt idx="3086">
                  <c:v>5.2008749999999973</c:v>
                </c:pt>
                <c:pt idx="3087">
                  <c:v>5.2021169999999968</c:v>
                </c:pt>
                <c:pt idx="3088">
                  <c:v>5.2046010000000003</c:v>
                </c:pt>
                <c:pt idx="3089">
                  <c:v>5.2058429999999998</c:v>
                </c:pt>
                <c:pt idx="3090">
                  <c:v>5.2089479999999995</c:v>
                </c:pt>
                <c:pt idx="3091">
                  <c:v>5.2101900000000008</c:v>
                </c:pt>
                <c:pt idx="3092">
                  <c:v>5.2126739999999998</c:v>
                </c:pt>
                <c:pt idx="3093">
                  <c:v>5.2151579999999971</c:v>
                </c:pt>
                <c:pt idx="3094">
                  <c:v>5.2164000000000001</c:v>
                </c:pt>
                <c:pt idx="3095">
                  <c:v>5.2188839999999974</c:v>
                </c:pt>
                <c:pt idx="3096">
                  <c:v>5.2207470000000002</c:v>
                </c:pt>
                <c:pt idx="3097">
                  <c:v>5.2232309999999975</c:v>
                </c:pt>
                <c:pt idx="3098">
                  <c:v>5.2257149999999948</c:v>
                </c:pt>
                <c:pt idx="3099">
                  <c:v>5.226956999999997</c:v>
                </c:pt>
                <c:pt idx="3100">
                  <c:v>5.228199</c:v>
                </c:pt>
                <c:pt idx="3101">
                  <c:v>5.2306830000000026</c:v>
                </c:pt>
                <c:pt idx="3102">
                  <c:v>5.2319250000000004</c:v>
                </c:pt>
                <c:pt idx="3103">
                  <c:v>5.2350300000000001</c:v>
                </c:pt>
                <c:pt idx="3104">
                  <c:v>5.236272000000004</c:v>
                </c:pt>
                <c:pt idx="3105">
                  <c:v>5.2387559999999995</c:v>
                </c:pt>
                <c:pt idx="3106">
                  <c:v>5.2399979999999999</c:v>
                </c:pt>
                <c:pt idx="3107">
                  <c:v>5.2424819999999972</c:v>
                </c:pt>
                <c:pt idx="3108">
                  <c:v>5.2437240000000003</c:v>
                </c:pt>
                <c:pt idx="3109">
                  <c:v>5.2468290000000026</c:v>
                </c:pt>
                <c:pt idx="3110">
                  <c:v>5.2480710000000004</c:v>
                </c:pt>
                <c:pt idx="3111">
                  <c:v>5.2505549999999968</c:v>
                </c:pt>
                <c:pt idx="3112">
                  <c:v>5.2517970000000034</c:v>
                </c:pt>
                <c:pt idx="3113">
                  <c:v>5.2530389999999985</c:v>
                </c:pt>
                <c:pt idx="3114">
                  <c:v>5.2555229999999975</c:v>
                </c:pt>
                <c:pt idx="3115">
                  <c:v>5.2573859999999959</c:v>
                </c:pt>
                <c:pt idx="3116">
                  <c:v>5.2598700000000003</c:v>
                </c:pt>
                <c:pt idx="3117">
                  <c:v>5.2611119999999971</c:v>
                </c:pt>
                <c:pt idx="3118">
                  <c:v>5.2623539999999975</c:v>
                </c:pt>
                <c:pt idx="3119">
                  <c:v>5.2648379999999966</c:v>
                </c:pt>
                <c:pt idx="3120">
                  <c:v>5.2660800000000005</c:v>
                </c:pt>
                <c:pt idx="3121">
                  <c:v>5.2691849999999958</c:v>
                </c:pt>
                <c:pt idx="3122">
                  <c:v>5.2704269999999998</c:v>
                </c:pt>
                <c:pt idx="3123">
                  <c:v>5.272910999999997</c:v>
                </c:pt>
                <c:pt idx="3124">
                  <c:v>5.2741530000000001</c:v>
                </c:pt>
                <c:pt idx="3125">
                  <c:v>5.2766370000000027</c:v>
                </c:pt>
                <c:pt idx="3126">
                  <c:v>5.2778790000000004</c:v>
                </c:pt>
                <c:pt idx="3127">
                  <c:v>5.2791210000000026</c:v>
                </c:pt>
                <c:pt idx="3128">
                  <c:v>5.2822260000000014</c:v>
                </c:pt>
                <c:pt idx="3129">
                  <c:v>5.2834679999999992</c:v>
                </c:pt>
                <c:pt idx="3130">
                  <c:v>5.2847099999999996</c:v>
                </c:pt>
                <c:pt idx="3131">
                  <c:v>5.2871939999999995</c:v>
                </c:pt>
                <c:pt idx="3132">
                  <c:v>5.2884359999999973</c:v>
                </c:pt>
                <c:pt idx="3133">
                  <c:v>5.289678000000003</c:v>
                </c:pt>
                <c:pt idx="3134">
                  <c:v>5.2909199999999972</c:v>
                </c:pt>
                <c:pt idx="3135">
                  <c:v>5.2940249999999978</c:v>
                </c:pt>
                <c:pt idx="3136">
                  <c:v>5.2952669999999991</c:v>
                </c:pt>
                <c:pt idx="3137">
                  <c:v>5.2965090000000004</c:v>
                </c:pt>
                <c:pt idx="3138">
                  <c:v>5.2977510000000008</c:v>
                </c:pt>
                <c:pt idx="3139">
                  <c:v>5.2989929999999985</c:v>
                </c:pt>
                <c:pt idx="3140">
                  <c:v>5.3002349999999971</c:v>
                </c:pt>
                <c:pt idx="3141">
                  <c:v>5.3027189999999971</c:v>
                </c:pt>
                <c:pt idx="3142">
                  <c:v>5.3039610000000001</c:v>
                </c:pt>
                <c:pt idx="3143">
                  <c:v>5.3058239999999985</c:v>
                </c:pt>
                <c:pt idx="3144">
                  <c:v>5.3070659999999972</c:v>
                </c:pt>
                <c:pt idx="3145">
                  <c:v>5.3083080000000002</c:v>
                </c:pt>
                <c:pt idx="3146">
                  <c:v>5.3095500000000007</c:v>
                </c:pt>
                <c:pt idx="3147">
                  <c:v>5.3107919999999975</c:v>
                </c:pt>
                <c:pt idx="3148">
                  <c:v>5.312033999999997</c:v>
                </c:pt>
                <c:pt idx="3149">
                  <c:v>5.3132759999999966</c:v>
                </c:pt>
                <c:pt idx="3150">
                  <c:v>5.3145179999999943</c:v>
                </c:pt>
                <c:pt idx="3151">
                  <c:v>5.31576</c:v>
                </c:pt>
                <c:pt idx="3152">
                  <c:v>5.3176230000000002</c:v>
                </c:pt>
                <c:pt idx="3153">
                  <c:v>5.3188649999999971</c:v>
                </c:pt>
                <c:pt idx="3154">
                  <c:v>5.3201069999999966</c:v>
                </c:pt>
                <c:pt idx="3155">
                  <c:v>5.3213490000000014</c:v>
                </c:pt>
                <c:pt idx="3156">
                  <c:v>5.3225909999999956</c:v>
                </c:pt>
                <c:pt idx="3157">
                  <c:v>5.3238330000000005</c:v>
                </c:pt>
                <c:pt idx="3158">
                  <c:v>5.3250749999999947</c:v>
                </c:pt>
                <c:pt idx="3159">
                  <c:v>5.3263169999999969</c:v>
                </c:pt>
                <c:pt idx="3160">
                  <c:v>5.3275589999999946</c:v>
                </c:pt>
                <c:pt idx="3161">
                  <c:v>5.3294220000000001</c:v>
                </c:pt>
                <c:pt idx="3162">
                  <c:v>5.3306640000000014</c:v>
                </c:pt>
                <c:pt idx="3163">
                  <c:v>5.331906</c:v>
                </c:pt>
                <c:pt idx="3164">
                  <c:v>5.3331479999999996</c:v>
                </c:pt>
                <c:pt idx="3165">
                  <c:v>5.33439</c:v>
                </c:pt>
                <c:pt idx="3166">
                  <c:v>5.3356320000000004</c:v>
                </c:pt>
                <c:pt idx="3167">
                  <c:v>5.3368739999999999</c:v>
                </c:pt>
                <c:pt idx="3168">
                  <c:v>5.3381159999999968</c:v>
                </c:pt>
                <c:pt idx="3169">
                  <c:v>5.3393580000000034</c:v>
                </c:pt>
                <c:pt idx="3170">
                  <c:v>5.3405999999999985</c:v>
                </c:pt>
                <c:pt idx="3171">
                  <c:v>5.3424629999999995</c:v>
                </c:pt>
                <c:pt idx="3172">
                  <c:v>5.3437049999999973</c:v>
                </c:pt>
                <c:pt idx="3173">
                  <c:v>5.3449469999999959</c:v>
                </c:pt>
                <c:pt idx="3174">
                  <c:v>5.3461889999999972</c:v>
                </c:pt>
                <c:pt idx="3175">
                  <c:v>5.3474309999999967</c:v>
                </c:pt>
                <c:pt idx="3176">
                  <c:v>5.3486729999999998</c:v>
                </c:pt>
                <c:pt idx="3177">
                  <c:v>5.3499149999999966</c:v>
                </c:pt>
                <c:pt idx="3178">
                  <c:v>5.3511570000000006</c:v>
                </c:pt>
                <c:pt idx="3179">
                  <c:v>5.3523990000000001</c:v>
                </c:pt>
                <c:pt idx="3180">
                  <c:v>5.3542620000000003</c:v>
                </c:pt>
                <c:pt idx="3181">
                  <c:v>5.355503999999998</c:v>
                </c:pt>
                <c:pt idx="3182">
                  <c:v>5.3567459999999985</c:v>
                </c:pt>
                <c:pt idx="3183">
                  <c:v>5.3579879999999944</c:v>
                </c:pt>
                <c:pt idx="3184">
                  <c:v>5.3592300000000002</c:v>
                </c:pt>
                <c:pt idx="3185">
                  <c:v>5.360471999999997</c:v>
                </c:pt>
                <c:pt idx="3186">
                  <c:v>5.3617139999999974</c:v>
                </c:pt>
                <c:pt idx="3187">
                  <c:v>5.3629559999999943</c:v>
                </c:pt>
                <c:pt idx="3188">
                  <c:v>5.3641979999999956</c:v>
                </c:pt>
                <c:pt idx="3189">
                  <c:v>5.3660610000000002</c:v>
                </c:pt>
                <c:pt idx="3190">
                  <c:v>5.3673030000000006</c:v>
                </c:pt>
                <c:pt idx="3191">
                  <c:v>5.3685449999999966</c:v>
                </c:pt>
                <c:pt idx="3192">
                  <c:v>5.3697870000000005</c:v>
                </c:pt>
                <c:pt idx="3193">
                  <c:v>5.3710289999999992</c:v>
                </c:pt>
                <c:pt idx="3194">
                  <c:v>5.3722709999999996</c:v>
                </c:pt>
                <c:pt idx="3195">
                  <c:v>5.373513</c:v>
                </c:pt>
                <c:pt idx="3196">
                  <c:v>5.3747549999999968</c:v>
                </c:pt>
                <c:pt idx="3197">
                  <c:v>5.3759969999999973</c:v>
                </c:pt>
                <c:pt idx="3198">
                  <c:v>5.3778600000000001</c:v>
                </c:pt>
                <c:pt idx="3199">
                  <c:v>5.3791020000000014</c:v>
                </c:pt>
                <c:pt idx="3200">
                  <c:v>5.3791020000000014</c:v>
                </c:pt>
                <c:pt idx="3201">
                  <c:v>5.380344</c:v>
                </c:pt>
                <c:pt idx="3202">
                  <c:v>5.3815859999999978</c:v>
                </c:pt>
                <c:pt idx="3203">
                  <c:v>5.3828279999999973</c:v>
                </c:pt>
                <c:pt idx="3204">
                  <c:v>5.3840699999999995</c:v>
                </c:pt>
                <c:pt idx="3205">
                  <c:v>5.3853120000000008</c:v>
                </c:pt>
                <c:pt idx="3206">
                  <c:v>5.3865539999999985</c:v>
                </c:pt>
                <c:pt idx="3207">
                  <c:v>5.3877959999999971</c:v>
                </c:pt>
                <c:pt idx="3208">
                  <c:v>5.3890380000000002</c:v>
                </c:pt>
                <c:pt idx="3209">
                  <c:v>5.3909009999999968</c:v>
                </c:pt>
                <c:pt idx="3210">
                  <c:v>5.3921429999999972</c:v>
                </c:pt>
                <c:pt idx="3211">
                  <c:v>5.3933849999999968</c:v>
                </c:pt>
                <c:pt idx="3212">
                  <c:v>5.3946269999999972</c:v>
                </c:pt>
                <c:pt idx="3213">
                  <c:v>5.3958690000000002</c:v>
                </c:pt>
                <c:pt idx="3214">
                  <c:v>5.3971109999999962</c:v>
                </c:pt>
                <c:pt idx="3215">
                  <c:v>5.3983529999999975</c:v>
                </c:pt>
                <c:pt idx="3216">
                  <c:v>5.3995950000000006</c:v>
                </c:pt>
                <c:pt idx="3217">
                  <c:v>5.4008369999999966</c:v>
                </c:pt>
                <c:pt idx="3218">
                  <c:v>5.4026999999999994</c:v>
                </c:pt>
                <c:pt idx="3219">
                  <c:v>5.4039419999999998</c:v>
                </c:pt>
                <c:pt idx="3220">
                  <c:v>5.4051839999999975</c:v>
                </c:pt>
                <c:pt idx="3221">
                  <c:v>5.4064259999999997</c:v>
                </c:pt>
                <c:pt idx="3222">
                  <c:v>5.4076680000000028</c:v>
                </c:pt>
                <c:pt idx="3223">
                  <c:v>5.4089100000000006</c:v>
                </c:pt>
                <c:pt idx="3224">
                  <c:v>5.4101520000000001</c:v>
                </c:pt>
                <c:pt idx="3225">
                  <c:v>5.4113940000000014</c:v>
                </c:pt>
                <c:pt idx="3226">
                  <c:v>5.4126359999999965</c:v>
                </c:pt>
                <c:pt idx="3227">
                  <c:v>5.4144989999999975</c:v>
                </c:pt>
                <c:pt idx="3228">
                  <c:v>5.4169830000000001</c:v>
                </c:pt>
                <c:pt idx="3229">
                  <c:v>5.4182249999999996</c:v>
                </c:pt>
                <c:pt idx="3230">
                  <c:v>5.4194670000000027</c:v>
                </c:pt>
                <c:pt idx="3231">
                  <c:v>5.4207089999999996</c:v>
                </c:pt>
                <c:pt idx="3232">
                  <c:v>5.421951</c:v>
                </c:pt>
                <c:pt idx="3233">
                  <c:v>5.4231930000000004</c:v>
                </c:pt>
                <c:pt idx="3234">
                  <c:v>5.4244349999999946</c:v>
                </c:pt>
                <c:pt idx="3235">
                  <c:v>5.4262980000000027</c:v>
                </c:pt>
                <c:pt idx="3236">
                  <c:v>5.4275400000000005</c:v>
                </c:pt>
                <c:pt idx="3237">
                  <c:v>5.4287820000000009</c:v>
                </c:pt>
                <c:pt idx="3238">
                  <c:v>5.4300240000000004</c:v>
                </c:pt>
                <c:pt idx="3239">
                  <c:v>5.4312660000000044</c:v>
                </c:pt>
                <c:pt idx="3240">
                  <c:v>5.4325079999999986</c:v>
                </c:pt>
                <c:pt idx="3241">
                  <c:v>5.4337500000000025</c:v>
                </c:pt>
                <c:pt idx="3242">
                  <c:v>5.4349920000000003</c:v>
                </c:pt>
                <c:pt idx="3243">
                  <c:v>5.4362340000000025</c:v>
                </c:pt>
                <c:pt idx="3244">
                  <c:v>5.4374760000000002</c:v>
                </c:pt>
                <c:pt idx="3245">
                  <c:v>5.439339000000003</c:v>
                </c:pt>
                <c:pt idx="3246">
                  <c:v>5.4405809999999972</c:v>
                </c:pt>
                <c:pt idx="3247">
                  <c:v>5.441823000000003</c:v>
                </c:pt>
                <c:pt idx="3248">
                  <c:v>5.4430650000000034</c:v>
                </c:pt>
                <c:pt idx="3249">
                  <c:v>5.4443069999999985</c:v>
                </c:pt>
                <c:pt idx="3250">
                  <c:v>5.4455489999999998</c:v>
                </c:pt>
                <c:pt idx="3251">
                  <c:v>5.4467910000000028</c:v>
                </c:pt>
                <c:pt idx="3252">
                  <c:v>5.4480329999999997</c:v>
                </c:pt>
                <c:pt idx="3253">
                  <c:v>5.4492750000000028</c:v>
                </c:pt>
                <c:pt idx="3254">
                  <c:v>5.4511380000000003</c:v>
                </c:pt>
                <c:pt idx="3255">
                  <c:v>5.4523799999999998</c:v>
                </c:pt>
                <c:pt idx="3256">
                  <c:v>5.4536220000000029</c:v>
                </c:pt>
                <c:pt idx="3257">
                  <c:v>5.4548640000000006</c:v>
                </c:pt>
                <c:pt idx="3258">
                  <c:v>5.4561060000000001</c:v>
                </c:pt>
                <c:pt idx="3259">
                  <c:v>5.4573480000000014</c:v>
                </c:pt>
                <c:pt idx="3260">
                  <c:v>5.4585899999999965</c:v>
                </c:pt>
                <c:pt idx="3261">
                  <c:v>5.4598319999999996</c:v>
                </c:pt>
                <c:pt idx="3262">
                  <c:v>5.461074</c:v>
                </c:pt>
                <c:pt idx="3263">
                  <c:v>5.4629369999999966</c:v>
                </c:pt>
                <c:pt idx="3264">
                  <c:v>5.464178999999997</c:v>
                </c:pt>
                <c:pt idx="3265">
                  <c:v>5.4654210000000001</c:v>
                </c:pt>
                <c:pt idx="3266">
                  <c:v>5.466663000000004</c:v>
                </c:pt>
                <c:pt idx="3267">
                  <c:v>5.4679049999999956</c:v>
                </c:pt>
                <c:pt idx="3268">
                  <c:v>5.4691470000000004</c:v>
                </c:pt>
                <c:pt idx="3269">
                  <c:v>5.4703889999999999</c:v>
                </c:pt>
                <c:pt idx="3270">
                  <c:v>5.471631000000003</c:v>
                </c:pt>
                <c:pt idx="3271">
                  <c:v>5.4728730000000034</c:v>
                </c:pt>
                <c:pt idx="3272">
                  <c:v>5.474736</c:v>
                </c:pt>
                <c:pt idx="3273">
                  <c:v>5.4759779999999996</c:v>
                </c:pt>
                <c:pt idx="3274">
                  <c:v>5.4772200000000026</c:v>
                </c:pt>
                <c:pt idx="3275">
                  <c:v>5.4784620000000022</c:v>
                </c:pt>
                <c:pt idx="3276">
                  <c:v>5.4797040000000026</c:v>
                </c:pt>
                <c:pt idx="3277">
                  <c:v>5.4809460000000003</c:v>
                </c:pt>
                <c:pt idx="3278">
                  <c:v>5.4821879999999972</c:v>
                </c:pt>
                <c:pt idx="3279">
                  <c:v>5.4834300000000002</c:v>
                </c:pt>
                <c:pt idx="3280">
                  <c:v>5.4846720000000024</c:v>
                </c:pt>
                <c:pt idx="3281">
                  <c:v>5.4865350000000008</c:v>
                </c:pt>
                <c:pt idx="3282">
                  <c:v>5.4877769999999995</c:v>
                </c:pt>
                <c:pt idx="3283">
                  <c:v>5.4890189999999999</c:v>
                </c:pt>
                <c:pt idx="3284">
                  <c:v>5.4902609999999994</c:v>
                </c:pt>
                <c:pt idx="3285">
                  <c:v>5.4915029999999998</c:v>
                </c:pt>
                <c:pt idx="3286">
                  <c:v>5.4927450000000002</c:v>
                </c:pt>
                <c:pt idx="3287">
                  <c:v>5.4939869999999971</c:v>
                </c:pt>
                <c:pt idx="3288">
                  <c:v>5.4952290000000028</c:v>
                </c:pt>
                <c:pt idx="3289">
                  <c:v>5.4964710000000014</c:v>
                </c:pt>
                <c:pt idx="3290">
                  <c:v>5.4977130000000001</c:v>
                </c:pt>
                <c:pt idx="3291">
                  <c:v>5.4995760000000002</c:v>
                </c:pt>
                <c:pt idx="3292">
                  <c:v>5.4995760000000002</c:v>
                </c:pt>
                <c:pt idx="3293">
                  <c:v>5.5008180000000007</c:v>
                </c:pt>
                <c:pt idx="3294">
                  <c:v>5.5020599999999975</c:v>
                </c:pt>
                <c:pt idx="3295">
                  <c:v>5.5033019999999997</c:v>
                </c:pt>
                <c:pt idx="3296">
                  <c:v>5.5045439999999974</c:v>
                </c:pt>
                <c:pt idx="3297">
                  <c:v>5.505785999999997</c:v>
                </c:pt>
                <c:pt idx="3298">
                  <c:v>5.507028</c:v>
                </c:pt>
                <c:pt idx="3299">
                  <c:v>5.5082700000000004</c:v>
                </c:pt>
                <c:pt idx="3300">
                  <c:v>5.509512</c:v>
                </c:pt>
                <c:pt idx="3301">
                  <c:v>5.5113750000000001</c:v>
                </c:pt>
                <c:pt idx="3302">
                  <c:v>5.5126170000000005</c:v>
                </c:pt>
                <c:pt idx="3303">
                  <c:v>5.5138590000000001</c:v>
                </c:pt>
                <c:pt idx="3304">
                  <c:v>5.5151010000000005</c:v>
                </c:pt>
                <c:pt idx="3305">
                  <c:v>5.5163429999999991</c:v>
                </c:pt>
                <c:pt idx="3306">
                  <c:v>5.5175849999999942</c:v>
                </c:pt>
                <c:pt idx="3307">
                  <c:v>5.5188269999999973</c:v>
                </c:pt>
                <c:pt idx="3308">
                  <c:v>5.5200689999999986</c:v>
                </c:pt>
                <c:pt idx="3309">
                  <c:v>5.5213109999999972</c:v>
                </c:pt>
                <c:pt idx="3310">
                  <c:v>5.5231739999999974</c:v>
                </c:pt>
                <c:pt idx="3311">
                  <c:v>5.5244159999999951</c:v>
                </c:pt>
                <c:pt idx="3312">
                  <c:v>5.525658</c:v>
                </c:pt>
                <c:pt idx="3313">
                  <c:v>5.5268999999999995</c:v>
                </c:pt>
                <c:pt idx="3314">
                  <c:v>5.5281419999999972</c:v>
                </c:pt>
                <c:pt idx="3315">
                  <c:v>5.5293839999999985</c:v>
                </c:pt>
                <c:pt idx="3316">
                  <c:v>5.5306260000000034</c:v>
                </c:pt>
                <c:pt idx="3317">
                  <c:v>5.5318679999999993</c:v>
                </c:pt>
                <c:pt idx="3318">
                  <c:v>5.5331099999999998</c:v>
                </c:pt>
                <c:pt idx="3319">
                  <c:v>5.5349729999999973</c:v>
                </c:pt>
                <c:pt idx="3320">
                  <c:v>5.5362149999999986</c:v>
                </c:pt>
                <c:pt idx="3321">
                  <c:v>5.5374569999999972</c:v>
                </c:pt>
                <c:pt idx="3322">
                  <c:v>5.5386990000000029</c:v>
                </c:pt>
                <c:pt idx="3323">
                  <c:v>5.5399409999999998</c:v>
                </c:pt>
                <c:pt idx="3324">
                  <c:v>5.5411830000000002</c:v>
                </c:pt>
                <c:pt idx="3325">
                  <c:v>5.5436670000000028</c:v>
                </c:pt>
                <c:pt idx="3326">
                  <c:v>5.5449090000000005</c:v>
                </c:pt>
                <c:pt idx="3327">
                  <c:v>5.5461509999999965</c:v>
                </c:pt>
                <c:pt idx="3328">
                  <c:v>5.5480139999999976</c:v>
                </c:pt>
                <c:pt idx="3329">
                  <c:v>5.5492559999999997</c:v>
                </c:pt>
                <c:pt idx="3330">
                  <c:v>5.5504980000000002</c:v>
                </c:pt>
                <c:pt idx="3331">
                  <c:v>5.5517399999999997</c:v>
                </c:pt>
                <c:pt idx="3332">
                  <c:v>5.5529819999999956</c:v>
                </c:pt>
                <c:pt idx="3333">
                  <c:v>5.5542240000000005</c:v>
                </c:pt>
                <c:pt idx="3334">
                  <c:v>5.555466</c:v>
                </c:pt>
                <c:pt idx="3335">
                  <c:v>5.5567080000000004</c:v>
                </c:pt>
                <c:pt idx="3336">
                  <c:v>5.5579499999999973</c:v>
                </c:pt>
                <c:pt idx="3337">
                  <c:v>5.5598129999999975</c:v>
                </c:pt>
                <c:pt idx="3338">
                  <c:v>5.561054999999997</c:v>
                </c:pt>
                <c:pt idx="3339">
                  <c:v>5.562297</c:v>
                </c:pt>
                <c:pt idx="3340">
                  <c:v>5.5635389999999969</c:v>
                </c:pt>
                <c:pt idx="3341">
                  <c:v>5.5647809999999955</c:v>
                </c:pt>
                <c:pt idx="3342">
                  <c:v>5.5660229999999995</c:v>
                </c:pt>
                <c:pt idx="3343">
                  <c:v>5.5672649999999972</c:v>
                </c:pt>
                <c:pt idx="3344">
                  <c:v>5.5685069999999968</c:v>
                </c:pt>
                <c:pt idx="3345">
                  <c:v>5.5697489999999998</c:v>
                </c:pt>
                <c:pt idx="3346">
                  <c:v>5.5716120000000027</c:v>
                </c:pt>
                <c:pt idx="3347">
                  <c:v>5.5728539999999995</c:v>
                </c:pt>
                <c:pt idx="3348">
                  <c:v>5.5740960000000008</c:v>
                </c:pt>
                <c:pt idx="3349">
                  <c:v>5.5753379999999995</c:v>
                </c:pt>
                <c:pt idx="3350">
                  <c:v>5.5765799999999999</c:v>
                </c:pt>
                <c:pt idx="3351">
                  <c:v>5.5765799999999999</c:v>
                </c:pt>
                <c:pt idx="3352">
                  <c:v>5.5778219999999985</c:v>
                </c:pt>
                <c:pt idx="3353">
                  <c:v>5.5790640000000025</c:v>
                </c:pt>
                <c:pt idx="3354">
                  <c:v>5.5803060000000002</c:v>
                </c:pt>
                <c:pt idx="3355">
                  <c:v>5.5815479999999997</c:v>
                </c:pt>
                <c:pt idx="3356">
                  <c:v>5.5834109999999972</c:v>
                </c:pt>
                <c:pt idx="3357">
                  <c:v>5.5846530000000003</c:v>
                </c:pt>
                <c:pt idx="3358">
                  <c:v>5.5858949999999972</c:v>
                </c:pt>
                <c:pt idx="3359">
                  <c:v>5.5871369999999967</c:v>
                </c:pt>
                <c:pt idx="3360">
                  <c:v>5.5883790000000024</c:v>
                </c:pt>
                <c:pt idx="3361">
                  <c:v>5.5896209999999993</c:v>
                </c:pt>
                <c:pt idx="3362">
                  <c:v>5.5908629999999997</c:v>
                </c:pt>
                <c:pt idx="3363">
                  <c:v>5.5921049999999957</c:v>
                </c:pt>
                <c:pt idx="3364">
                  <c:v>5.5933469999999996</c:v>
                </c:pt>
                <c:pt idx="3365">
                  <c:v>5.5952099999999998</c:v>
                </c:pt>
                <c:pt idx="3366">
                  <c:v>5.5964520000000002</c:v>
                </c:pt>
                <c:pt idx="3367">
                  <c:v>5.5976939999999997</c:v>
                </c:pt>
                <c:pt idx="3368">
                  <c:v>5.5989359999999966</c:v>
                </c:pt>
                <c:pt idx="3369">
                  <c:v>5.6001780000000005</c:v>
                </c:pt>
                <c:pt idx="3370">
                  <c:v>5.6014200000000001</c:v>
                </c:pt>
                <c:pt idx="3371">
                  <c:v>5.6026620000000014</c:v>
                </c:pt>
                <c:pt idx="3372">
                  <c:v>5.6039039999999964</c:v>
                </c:pt>
                <c:pt idx="3373">
                  <c:v>5.6051459999999969</c:v>
                </c:pt>
                <c:pt idx="3374">
                  <c:v>5.6063879999999973</c:v>
                </c:pt>
                <c:pt idx="3375">
                  <c:v>5.6082510000000001</c:v>
                </c:pt>
                <c:pt idx="3376">
                  <c:v>5.6094929999999996</c:v>
                </c:pt>
                <c:pt idx="3377">
                  <c:v>5.6107349999999956</c:v>
                </c:pt>
                <c:pt idx="3378">
                  <c:v>5.6119769999999978</c:v>
                </c:pt>
                <c:pt idx="3379">
                  <c:v>5.613219</c:v>
                </c:pt>
                <c:pt idx="3380">
                  <c:v>5.6144609999999977</c:v>
                </c:pt>
                <c:pt idx="3381">
                  <c:v>5.6157029999999972</c:v>
                </c:pt>
                <c:pt idx="3382">
                  <c:v>5.6169449999999967</c:v>
                </c:pt>
                <c:pt idx="3383">
                  <c:v>5.6181869999999963</c:v>
                </c:pt>
                <c:pt idx="3384">
                  <c:v>5.6200499999999973</c:v>
                </c:pt>
                <c:pt idx="3385">
                  <c:v>5.6212919999999995</c:v>
                </c:pt>
                <c:pt idx="3386">
                  <c:v>5.6225339999999946</c:v>
                </c:pt>
                <c:pt idx="3387">
                  <c:v>5.6237759999999959</c:v>
                </c:pt>
                <c:pt idx="3388">
                  <c:v>5.6237759999999959</c:v>
                </c:pt>
                <c:pt idx="3389">
                  <c:v>5.6250179999999945</c:v>
                </c:pt>
                <c:pt idx="3390">
                  <c:v>5.6262600000000003</c:v>
                </c:pt>
                <c:pt idx="3391">
                  <c:v>5.6275019999999945</c:v>
                </c:pt>
                <c:pt idx="3392">
                  <c:v>5.6287439999999975</c:v>
                </c:pt>
                <c:pt idx="3393">
                  <c:v>5.6299859999999962</c:v>
                </c:pt>
                <c:pt idx="3394">
                  <c:v>5.6318490000000034</c:v>
                </c:pt>
                <c:pt idx="3395">
                  <c:v>5.6330909999999985</c:v>
                </c:pt>
                <c:pt idx="3396">
                  <c:v>5.6343329999999971</c:v>
                </c:pt>
                <c:pt idx="3397">
                  <c:v>5.6355749999999958</c:v>
                </c:pt>
                <c:pt idx="3398">
                  <c:v>5.6368169999999971</c:v>
                </c:pt>
                <c:pt idx="3399">
                  <c:v>5.6380590000000002</c:v>
                </c:pt>
                <c:pt idx="3400">
                  <c:v>5.6393009999999997</c:v>
                </c:pt>
                <c:pt idx="3401">
                  <c:v>5.6405430000000001</c:v>
                </c:pt>
                <c:pt idx="3402">
                  <c:v>5.6417850000000005</c:v>
                </c:pt>
                <c:pt idx="3403">
                  <c:v>5.6436479999999998</c:v>
                </c:pt>
                <c:pt idx="3404">
                  <c:v>5.6448899999999966</c:v>
                </c:pt>
                <c:pt idx="3405">
                  <c:v>5.6461320000000006</c:v>
                </c:pt>
                <c:pt idx="3406">
                  <c:v>5.6473739999999975</c:v>
                </c:pt>
                <c:pt idx="3407">
                  <c:v>5.648615999999997</c:v>
                </c:pt>
                <c:pt idx="3408">
                  <c:v>5.649858</c:v>
                </c:pt>
                <c:pt idx="3409">
                  <c:v>5.6510999999999996</c:v>
                </c:pt>
                <c:pt idx="3410">
                  <c:v>5.652342</c:v>
                </c:pt>
                <c:pt idx="3411">
                  <c:v>5.6535839999999968</c:v>
                </c:pt>
                <c:pt idx="3412">
                  <c:v>5.6548259999999946</c:v>
                </c:pt>
                <c:pt idx="3413">
                  <c:v>5.6566890000000001</c:v>
                </c:pt>
                <c:pt idx="3414">
                  <c:v>5.657930999999996</c:v>
                </c:pt>
                <c:pt idx="3415">
                  <c:v>5.6604149999999951</c:v>
                </c:pt>
                <c:pt idx="3416">
                  <c:v>5.6616570000000008</c:v>
                </c:pt>
                <c:pt idx="3417">
                  <c:v>5.6628989999999968</c:v>
                </c:pt>
                <c:pt idx="3418">
                  <c:v>5.6641409999999945</c:v>
                </c:pt>
                <c:pt idx="3419">
                  <c:v>5.6653829999999958</c:v>
                </c:pt>
                <c:pt idx="3420">
                  <c:v>5.6666249999999971</c:v>
                </c:pt>
                <c:pt idx="3421">
                  <c:v>5.6684879999999955</c:v>
                </c:pt>
                <c:pt idx="3422">
                  <c:v>5.6709719999999972</c:v>
                </c:pt>
                <c:pt idx="3423">
                  <c:v>5.6722139999999985</c:v>
                </c:pt>
                <c:pt idx="3424">
                  <c:v>5.6734559999999972</c:v>
                </c:pt>
                <c:pt idx="3425">
                  <c:v>5.6746980000000002</c:v>
                </c:pt>
                <c:pt idx="3426">
                  <c:v>5.6759400000000007</c:v>
                </c:pt>
                <c:pt idx="3427">
                  <c:v>5.6784239999999997</c:v>
                </c:pt>
                <c:pt idx="3428">
                  <c:v>5.6802869999999972</c:v>
                </c:pt>
                <c:pt idx="3429">
                  <c:v>5.6815289999999985</c:v>
                </c:pt>
                <c:pt idx="3430">
                  <c:v>5.6827709999999971</c:v>
                </c:pt>
                <c:pt idx="3431">
                  <c:v>5.6840129999999967</c:v>
                </c:pt>
                <c:pt idx="3432">
                  <c:v>5.6864970000000001</c:v>
                </c:pt>
                <c:pt idx="3433">
                  <c:v>5.6877390000000005</c:v>
                </c:pt>
                <c:pt idx="3434">
                  <c:v>5.6889809999999956</c:v>
                </c:pt>
                <c:pt idx="3435">
                  <c:v>5.6902230000000014</c:v>
                </c:pt>
                <c:pt idx="3436">
                  <c:v>5.6920859999999944</c:v>
                </c:pt>
                <c:pt idx="3437">
                  <c:v>5.694569999999997</c:v>
                </c:pt>
                <c:pt idx="3438">
                  <c:v>5.6958119999999957</c:v>
                </c:pt>
                <c:pt idx="3439">
                  <c:v>5.697053999999997</c:v>
                </c:pt>
                <c:pt idx="3440">
                  <c:v>5.698296</c:v>
                </c:pt>
                <c:pt idx="3441">
                  <c:v>5.6995379999999978</c:v>
                </c:pt>
                <c:pt idx="3442">
                  <c:v>5.7020220000000004</c:v>
                </c:pt>
                <c:pt idx="3443">
                  <c:v>5.7032640000000026</c:v>
                </c:pt>
                <c:pt idx="3444">
                  <c:v>5.7051269999999965</c:v>
                </c:pt>
                <c:pt idx="3445">
                  <c:v>5.7063690000000031</c:v>
                </c:pt>
                <c:pt idx="3446">
                  <c:v>5.707611</c:v>
                </c:pt>
                <c:pt idx="3447">
                  <c:v>5.7100949999999973</c:v>
                </c:pt>
                <c:pt idx="3448">
                  <c:v>5.7113369999999986</c:v>
                </c:pt>
                <c:pt idx="3449">
                  <c:v>5.7125789999999972</c:v>
                </c:pt>
                <c:pt idx="3450">
                  <c:v>5.7138210000000003</c:v>
                </c:pt>
                <c:pt idx="3451">
                  <c:v>5.716926</c:v>
                </c:pt>
                <c:pt idx="3452">
                  <c:v>5.7181680000000004</c:v>
                </c:pt>
                <c:pt idx="3453">
                  <c:v>5.7194100000000008</c:v>
                </c:pt>
                <c:pt idx="3454">
                  <c:v>5.7206519999999985</c:v>
                </c:pt>
                <c:pt idx="3455">
                  <c:v>5.7231359999999958</c:v>
                </c:pt>
                <c:pt idx="3456">
                  <c:v>5.7243779999999971</c:v>
                </c:pt>
                <c:pt idx="3457">
                  <c:v>5.7256200000000002</c:v>
                </c:pt>
                <c:pt idx="3458">
                  <c:v>5.7268619999999997</c:v>
                </c:pt>
                <c:pt idx="3459">
                  <c:v>5.7287249999999972</c:v>
                </c:pt>
                <c:pt idx="3460">
                  <c:v>5.7312090000000033</c:v>
                </c:pt>
                <c:pt idx="3461">
                  <c:v>5.7324510000000002</c:v>
                </c:pt>
                <c:pt idx="3462">
                  <c:v>5.7336930000000041</c:v>
                </c:pt>
                <c:pt idx="3463">
                  <c:v>5.7361769999999996</c:v>
                </c:pt>
                <c:pt idx="3464">
                  <c:v>5.737419</c:v>
                </c:pt>
                <c:pt idx="3465">
                  <c:v>5.7386610000000031</c:v>
                </c:pt>
                <c:pt idx="3466">
                  <c:v>5.7405239999999997</c:v>
                </c:pt>
                <c:pt idx="3467">
                  <c:v>5.7430079999999997</c:v>
                </c:pt>
                <c:pt idx="3468">
                  <c:v>5.7442500000000001</c:v>
                </c:pt>
                <c:pt idx="3469">
                  <c:v>5.7454920000000014</c:v>
                </c:pt>
                <c:pt idx="3470">
                  <c:v>5.7479759999999978</c:v>
                </c:pt>
                <c:pt idx="3471">
                  <c:v>5.7492179999999991</c:v>
                </c:pt>
                <c:pt idx="3472">
                  <c:v>5.7504599999999995</c:v>
                </c:pt>
                <c:pt idx="3473">
                  <c:v>5.753565</c:v>
                </c:pt>
                <c:pt idx="3474">
                  <c:v>5.7548069999999969</c:v>
                </c:pt>
                <c:pt idx="3475">
                  <c:v>5.7560490000000026</c:v>
                </c:pt>
                <c:pt idx="3476">
                  <c:v>5.7572910000000004</c:v>
                </c:pt>
                <c:pt idx="3477">
                  <c:v>5.7585329999999972</c:v>
                </c:pt>
                <c:pt idx="3478">
                  <c:v>5.7610169999999972</c:v>
                </c:pt>
                <c:pt idx="3479">
                  <c:v>5.7622590000000002</c:v>
                </c:pt>
                <c:pt idx="3480">
                  <c:v>5.7635010000000007</c:v>
                </c:pt>
                <c:pt idx="3481">
                  <c:v>5.7653640000000008</c:v>
                </c:pt>
                <c:pt idx="3482">
                  <c:v>5.7666059999999995</c:v>
                </c:pt>
                <c:pt idx="3483">
                  <c:v>5.7678479999999972</c:v>
                </c:pt>
                <c:pt idx="3484">
                  <c:v>5.7690899999999985</c:v>
                </c:pt>
                <c:pt idx="3485">
                  <c:v>5.7703319999999998</c:v>
                </c:pt>
                <c:pt idx="3486">
                  <c:v>5.7728159999999971</c:v>
                </c:pt>
                <c:pt idx="3487">
                  <c:v>5.7740580000000001</c:v>
                </c:pt>
                <c:pt idx="3488">
                  <c:v>5.7753000000000014</c:v>
                </c:pt>
                <c:pt idx="3489">
                  <c:v>5.7771630000000034</c:v>
                </c:pt>
                <c:pt idx="3490">
                  <c:v>5.7784049999999985</c:v>
                </c:pt>
                <c:pt idx="3491">
                  <c:v>5.7796470000000042</c:v>
                </c:pt>
                <c:pt idx="3492">
                  <c:v>5.7808889999999975</c:v>
                </c:pt>
                <c:pt idx="3493">
                  <c:v>5.782130999999997</c:v>
                </c:pt>
                <c:pt idx="3494">
                  <c:v>5.784614999999997</c:v>
                </c:pt>
                <c:pt idx="3495">
                  <c:v>5.785857</c:v>
                </c:pt>
                <c:pt idx="3496">
                  <c:v>5.7870990000000004</c:v>
                </c:pt>
                <c:pt idx="3497">
                  <c:v>5.7889619999999997</c:v>
                </c:pt>
                <c:pt idx="3498">
                  <c:v>5.7902040000000001</c:v>
                </c:pt>
                <c:pt idx="3499">
                  <c:v>5.7914460000000014</c:v>
                </c:pt>
                <c:pt idx="3500">
                  <c:v>5.7939299999999996</c:v>
                </c:pt>
                <c:pt idx="3501">
                  <c:v>5.795172</c:v>
                </c:pt>
                <c:pt idx="3502">
                  <c:v>5.7964139999999995</c:v>
                </c:pt>
                <c:pt idx="3503">
                  <c:v>5.7976559999999973</c:v>
                </c:pt>
                <c:pt idx="3504">
                  <c:v>5.8007609999999996</c:v>
                </c:pt>
                <c:pt idx="3505">
                  <c:v>5.802003</c:v>
                </c:pt>
                <c:pt idx="3506">
                  <c:v>5.8032450000000004</c:v>
                </c:pt>
                <c:pt idx="3507">
                  <c:v>5.8044869999999955</c:v>
                </c:pt>
                <c:pt idx="3508">
                  <c:v>5.8069710000000008</c:v>
                </c:pt>
                <c:pt idx="3509">
                  <c:v>5.8082129999999985</c:v>
                </c:pt>
                <c:pt idx="3510">
                  <c:v>5.8094549999999971</c:v>
                </c:pt>
                <c:pt idx="3511">
                  <c:v>5.8106969999999976</c:v>
                </c:pt>
                <c:pt idx="3512">
                  <c:v>5.8138019999999972</c:v>
                </c:pt>
                <c:pt idx="3513">
                  <c:v>5.8150439999999985</c:v>
                </c:pt>
                <c:pt idx="3514">
                  <c:v>5.8162859999999972</c:v>
                </c:pt>
                <c:pt idx="3515">
                  <c:v>5.8175279999999967</c:v>
                </c:pt>
                <c:pt idx="3516">
                  <c:v>5.8187699999999998</c:v>
                </c:pt>
                <c:pt idx="3517">
                  <c:v>5.8212540000000006</c:v>
                </c:pt>
                <c:pt idx="3518">
                  <c:v>5.8224959999999957</c:v>
                </c:pt>
                <c:pt idx="3519">
                  <c:v>5.823737999999997</c:v>
                </c:pt>
                <c:pt idx="3520">
                  <c:v>5.8256009999999971</c:v>
                </c:pt>
                <c:pt idx="3521">
                  <c:v>5.8268429999999976</c:v>
                </c:pt>
                <c:pt idx="3522">
                  <c:v>5.8293270000000001</c:v>
                </c:pt>
                <c:pt idx="3523">
                  <c:v>5.8305689999999997</c:v>
                </c:pt>
                <c:pt idx="3524">
                  <c:v>5.8318110000000001</c:v>
                </c:pt>
                <c:pt idx="3525">
                  <c:v>5.8330530000000014</c:v>
                </c:pt>
                <c:pt idx="3526">
                  <c:v>5.834295</c:v>
                </c:pt>
                <c:pt idx="3527">
                  <c:v>5.8355369999999978</c:v>
                </c:pt>
                <c:pt idx="3528">
                  <c:v>5.8374000000000006</c:v>
                </c:pt>
                <c:pt idx="3529">
                  <c:v>5.8398839999999996</c:v>
                </c:pt>
                <c:pt idx="3530">
                  <c:v>5.841126</c:v>
                </c:pt>
                <c:pt idx="3531">
                  <c:v>5.8423679999999996</c:v>
                </c:pt>
                <c:pt idx="3532">
                  <c:v>5.84361</c:v>
                </c:pt>
                <c:pt idx="3533">
                  <c:v>5.8448519999999977</c:v>
                </c:pt>
                <c:pt idx="3534">
                  <c:v>5.8460939999999999</c:v>
                </c:pt>
                <c:pt idx="3535">
                  <c:v>5.8473359999999968</c:v>
                </c:pt>
                <c:pt idx="3536">
                  <c:v>5.8491990000000014</c:v>
                </c:pt>
                <c:pt idx="3537">
                  <c:v>5.8516830000000004</c:v>
                </c:pt>
                <c:pt idx="3538">
                  <c:v>5.8529249999999964</c:v>
                </c:pt>
                <c:pt idx="3539">
                  <c:v>5.8541669999999968</c:v>
                </c:pt>
                <c:pt idx="3540">
                  <c:v>5.8554089999999972</c:v>
                </c:pt>
                <c:pt idx="3541">
                  <c:v>5.8566509999999985</c:v>
                </c:pt>
                <c:pt idx="3542">
                  <c:v>5.8578929999999971</c:v>
                </c:pt>
                <c:pt idx="3543">
                  <c:v>5.8591349999999967</c:v>
                </c:pt>
                <c:pt idx="3544">
                  <c:v>5.8622399999999972</c:v>
                </c:pt>
                <c:pt idx="3545">
                  <c:v>5.8634819999999968</c:v>
                </c:pt>
                <c:pt idx="3546">
                  <c:v>5.864723999999998</c:v>
                </c:pt>
                <c:pt idx="3547">
                  <c:v>5.8659659999999967</c:v>
                </c:pt>
                <c:pt idx="3548">
                  <c:v>5.8684499999999975</c:v>
                </c:pt>
                <c:pt idx="3549">
                  <c:v>5.8696919999999997</c:v>
                </c:pt>
                <c:pt idx="3550">
                  <c:v>5.8709339999999974</c:v>
                </c:pt>
                <c:pt idx="3551">
                  <c:v>5.872175999999997</c:v>
                </c:pt>
                <c:pt idx="3552">
                  <c:v>5.8752810000000002</c:v>
                </c:pt>
                <c:pt idx="3553">
                  <c:v>5.8765229999999997</c:v>
                </c:pt>
                <c:pt idx="3554">
                  <c:v>5.8777650000000001</c:v>
                </c:pt>
                <c:pt idx="3555">
                  <c:v>5.8790070000000014</c:v>
                </c:pt>
                <c:pt idx="3556">
                  <c:v>5.8814909999999996</c:v>
                </c:pt>
                <c:pt idx="3557">
                  <c:v>5.882733</c:v>
                </c:pt>
                <c:pt idx="3558">
                  <c:v>5.8839749999999968</c:v>
                </c:pt>
                <c:pt idx="3559">
                  <c:v>5.885837999999997</c:v>
                </c:pt>
                <c:pt idx="3560">
                  <c:v>5.8870799999999974</c:v>
                </c:pt>
                <c:pt idx="3561">
                  <c:v>5.8883219999999996</c:v>
                </c:pt>
                <c:pt idx="3562">
                  <c:v>5.889564</c:v>
                </c:pt>
                <c:pt idx="3563">
                  <c:v>5.892048</c:v>
                </c:pt>
                <c:pt idx="3564">
                  <c:v>5.8932900000000004</c:v>
                </c:pt>
                <c:pt idx="3565">
                  <c:v>5.8945319999999963</c:v>
                </c:pt>
                <c:pt idx="3566">
                  <c:v>5.8957739999999985</c:v>
                </c:pt>
                <c:pt idx="3567">
                  <c:v>5.8976369999999969</c:v>
                </c:pt>
                <c:pt idx="3568">
                  <c:v>5.898879</c:v>
                </c:pt>
                <c:pt idx="3569">
                  <c:v>5.9001209999999995</c:v>
                </c:pt>
                <c:pt idx="3570">
                  <c:v>5.9013630000000044</c:v>
                </c:pt>
                <c:pt idx="3571">
                  <c:v>5.9038469999999998</c:v>
                </c:pt>
                <c:pt idx="3572">
                  <c:v>5.9050890000000003</c:v>
                </c:pt>
                <c:pt idx="3573">
                  <c:v>5.9063309999999998</c:v>
                </c:pt>
                <c:pt idx="3574">
                  <c:v>5.9075730000000002</c:v>
                </c:pt>
                <c:pt idx="3575">
                  <c:v>5.9088150000000006</c:v>
                </c:pt>
                <c:pt idx="3576">
                  <c:v>5.9119199999999985</c:v>
                </c:pt>
                <c:pt idx="3577">
                  <c:v>5.9131619999999998</c:v>
                </c:pt>
                <c:pt idx="3578">
                  <c:v>5.9144039999999976</c:v>
                </c:pt>
                <c:pt idx="3579">
                  <c:v>5.9156459999999997</c:v>
                </c:pt>
                <c:pt idx="3580">
                  <c:v>5.9168880000000001</c:v>
                </c:pt>
                <c:pt idx="3581">
                  <c:v>5.9181299999999997</c:v>
                </c:pt>
                <c:pt idx="3582">
                  <c:v>5.9206140000000005</c:v>
                </c:pt>
                <c:pt idx="3583">
                  <c:v>5.9224770000000007</c:v>
                </c:pt>
                <c:pt idx="3584">
                  <c:v>5.9237190000000002</c:v>
                </c:pt>
                <c:pt idx="3585">
                  <c:v>5.9249610000000006</c:v>
                </c:pt>
                <c:pt idx="3586">
                  <c:v>5.9262029999999992</c:v>
                </c:pt>
                <c:pt idx="3587">
                  <c:v>5.928687</c:v>
                </c:pt>
                <c:pt idx="3588">
                  <c:v>5.9299289999999996</c:v>
                </c:pt>
                <c:pt idx="3589">
                  <c:v>5.9311710000000026</c:v>
                </c:pt>
                <c:pt idx="3590">
                  <c:v>5.9324130000000004</c:v>
                </c:pt>
                <c:pt idx="3591">
                  <c:v>5.9342759999999997</c:v>
                </c:pt>
                <c:pt idx="3592">
                  <c:v>5.936760000000004</c:v>
                </c:pt>
                <c:pt idx="3593">
                  <c:v>5.9380020000000027</c:v>
                </c:pt>
                <c:pt idx="3594">
                  <c:v>5.9392440000000031</c:v>
                </c:pt>
                <c:pt idx="3595">
                  <c:v>5.9404860000000008</c:v>
                </c:pt>
                <c:pt idx="3596">
                  <c:v>5.9417280000000021</c:v>
                </c:pt>
                <c:pt idx="3597">
                  <c:v>5.9442119999999985</c:v>
                </c:pt>
                <c:pt idx="3598">
                  <c:v>5.9460749999999996</c:v>
                </c:pt>
                <c:pt idx="3599">
                  <c:v>5.947317</c:v>
                </c:pt>
                <c:pt idx="3600">
                  <c:v>5.9485590000000004</c:v>
                </c:pt>
                <c:pt idx="3601">
                  <c:v>5.951043000000003</c:v>
                </c:pt>
                <c:pt idx="3602">
                  <c:v>5.9522850000000007</c:v>
                </c:pt>
                <c:pt idx="3603">
                  <c:v>5.9535270000000002</c:v>
                </c:pt>
                <c:pt idx="3604">
                  <c:v>5.9547690000000024</c:v>
                </c:pt>
                <c:pt idx="3605">
                  <c:v>5.9560109999999975</c:v>
                </c:pt>
                <c:pt idx="3606">
                  <c:v>5.9572529999999997</c:v>
                </c:pt>
                <c:pt idx="3607">
                  <c:v>5.9603580000000003</c:v>
                </c:pt>
                <c:pt idx="3608">
                  <c:v>5.9615999999999998</c:v>
                </c:pt>
                <c:pt idx="3609">
                  <c:v>5.9628420000000002</c:v>
                </c:pt>
                <c:pt idx="3610">
                  <c:v>5.9640839999999971</c:v>
                </c:pt>
                <c:pt idx="3611">
                  <c:v>5.9653260000000001</c:v>
                </c:pt>
                <c:pt idx="3612">
                  <c:v>5.9665680000000014</c:v>
                </c:pt>
                <c:pt idx="3613">
                  <c:v>5.9690520000000014</c:v>
                </c:pt>
                <c:pt idx="3614">
                  <c:v>5.9709149999999971</c:v>
                </c:pt>
                <c:pt idx="3615">
                  <c:v>5.9721570000000002</c:v>
                </c:pt>
                <c:pt idx="3616">
                  <c:v>5.9746410000000028</c:v>
                </c:pt>
                <c:pt idx="3617">
                  <c:v>5.9758829999999996</c:v>
                </c:pt>
                <c:pt idx="3618">
                  <c:v>5.977125</c:v>
                </c:pt>
                <c:pt idx="3619">
                  <c:v>5.9783670000000031</c:v>
                </c:pt>
                <c:pt idx="3620">
                  <c:v>5.9808510000000004</c:v>
                </c:pt>
                <c:pt idx="3621">
                  <c:v>5.9827140000000005</c:v>
                </c:pt>
                <c:pt idx="3622">
                  <c:v>5.9839559999999965</c:v>
                </c:pt>
                <c:pt idx="3623">
                  <c:v>5.9864400000000026</c:v>
                </c:pt>
                <c:pt idx="3624">
                  <c:v>5.9876819999999995</c:v>
                </c:pt>
                <c:pt idx="3625">
                  <c:v>5.9889239999999999</c:v>
                </c:pt>
                <c:pt idx="3626">
                  <c:v>5.9914079999999998</c:v>
                </c:pt>
                <c:pt idx="3627">
                  <c:v>5.9926500000000003</c:v>
                </c:pt>
                <c:pt idx="3628">
                  <c:v>5.9945129999999978</c:v>
                </c:pt>
                <c:pt idx="3629">
                  <c:v>5.9969970000000004</c:v>
                </c:pt>
                <c:pt idx="3630">
                  <c:v>5.9982390000000034</c:v>
                </c:pt>
                <c:pt idx="3631">
                  <c:v>5.9994809999999985</c:v>
                </c:pt>
                <c:pt idx="3632">
                  <c:v>6.0007229999999998</c:v>
                </c:pt>
                <c:pt idx="3633">
                  <c:v>6.0032069999999997</c:v>
                </c:pt>
                <c:pt idx="3634">
                  <c:v>6.0044490000000001</c:v>
                </c:pt>
                <c:pt idx="3635">
                  <c:v>6.0056909999999997</c:v>
                </c:pt>
                <c:pt idx="3636">
                  <c:v>6.0075539999999972</c:v>
                </c:pt>
                <c:pt idx="3637">
                  <c:v>6.0087960000000002</c:v>
                </c:pt>
                <c:pt idx="3638">
                  <c:v>6.0100380000000007</c:v>
                </c:pt>
                <c:pt idx="3639">
                  <c:v>6.0125220000000006</c:v>
                </c:pt>
                <c:pt idx="3640">
                  <c:v>6.0137639999999992</c:v>
                </c:pt>
                <c:pt idx="3641">
                  <c:v>6.015005999999997</c:v>
                </c:pt>
                <c:pt idx="3642">
                  <c:v>6.0162480000000027</c:v>
                </c:pt>
                <c:pt idx="3643">
                  <c:v>6.0174899999999969</c:v>
                </c:pt>
                <c:pt idx="3644">
                  <c:v>6.0205949999999966</c:v>
                </c:pt>
                <c:pt idx="3645">
                  <c:v>6.021836999999997</c:v>
                </c:pt>
                <c:pt idx="3646">
                  <c:v>6.0230790000000001</c:v>
                </c:pt>
                <c:pt idx="3647">
                  <c:v>6.0243210000000005</c:v>
                </c:pt>
                <c:pt idx="3648">
                  <c:v>6.0268049999999977</c:v>
                </c:pt>
                <c:pt idx="3649">
                  <c:v>6.0280470000000008</c:v>
                </c:pt>
                <c:pt idx="3650">
                  <c:v>6.0292889999999995</c:v>
                </c:pt>
                <c:pt idx="3651">
                  <c:v>6.0311519999999996</c:v>
                </c:pt>
                <c:pt idx="3652">
                  <c:v>6.0336359999999996</c:v>
                </c:pt>
                <c:pt idx="3653">
                  <c:v>6.034878</c:v>
                </c:pt>
                <c:pt idx="3654">
                  <c:v>6.0361200000000004</c:v>
                </c:pt>
                <c:pt idx="3655">
                  <c:v>6.0373619999999999</c:v>
                </c:pt>
                <c:pt idx="3656">
                  <c:v>6.0386040000000003</c:v>
                </c:pt>
                <c:pt idx="3657">
                  <c:v>6.0398460000000034</c:v>
                </c:pt>
                <c:pt idx="3658">
                  <c:v>6.0410880000000002</c:v>
                </c:pt>
                <c:pt idx="3659">
                  <c:v>6.0429509999999969</c:v>
                </c:pt>
                <c:pt idx="3660">
                  <c:v>6.0454349999999959</c:v>
                </c:pt>
                <c:pt idx="3661">
                  <c:v>6.0466769999999999</c:v>
                </c:pt>
                <c:pt idx="3662">
                  <c:v>6.0479189999999967</c:v>
                </c:pt>
                <c:pt idx="3663">
                  <c:v>6.0491609999999998</c:v>
                </c:pt>
                <c:pt idx="3664">
                  <c:v>6.0504030000000002</c:v>
                </c:pt>
                <c:pt idx="3665">
                  <c:v>6.0528869999999966</c:v>
                </c:pt>
                <c:pt idx="3666">
                  <c:v>6.0547499999999985</c:v>
                </c:pt>
                <c:pt idx="3667">
                  <c:v>6.0559920000000007</c:v>
                </c:pt>
                <c:pt idx="3668">
                  <c:v>6.0572339999999985</c:v>
                </c:pt>
                <c:pt idx="3669">
                  <c:v>6.0584759999999971</c:v>
                </c:pt>
                <c:pt idx="3670">
                  <c:v>6.0597179999999975</c:v>
                </c:pt>
                <c:pt idx="3671">
                  <c:v>6.0622020000000001</c:v>
                </c:pt>
                <c:pt idx="3672">
                  <c:v>6.0634439999999996</c:v>
                </c:pt>
                <c:pt idx="3673">
                  <c:v>6.0646859999999956</c:v>
                </c:pt>
                <c:pt idx="3674">
                  <c:v>6.0659279999999978</c:v>
                </c:pt>
                <c:pt idx="3675">
                  <c:v>6.0677910000000006</c:v>
                </c:pt>
                <c:pt idx="3676">
                  <c:v>6.0690330000000001</c:v>
                </c:pt>
                <c:pt idx="3677">
                  <c:v>6.0702750000000014</c:v>
                </c:pt>
                <c:pt idx="3678">
                  <c:v>6.0715169999999965</c:v>
                </c:pt>
                <c:pt idx="3679">
                  <c:v>6.074001</c:v>
                </c:pt>
                <c:pt idx="3680">
                  <c:v>6.0752430000000022</c:v>
                </c:pt>
                <c:pt idx="3681">
                  <c:v>6.0764849999999972</c:v>
                </c:pt>
                <c:pt idx="3682">
                  <c:v>6.0777270000000003</c:v>
                </c:pt>
                <c:pt idx="3683">
                  <c:v>6.0795899999999996</c:v>
                </c:pt>
                <c:pt idx="3684">
                  <c:v>6.080832</c:v>
                </c:pt>
                <c:pt idx="3685">
                  <c:v>6.0820739999999995</c:v>
                </c:pt>
                <c:pt idx="3686">
                  <c:v>6.0833159999999973</c:v>
                </c:pt>
                <c:pt idx="3687">
                  <c:v>6.0845579999999977</c:v>
                </c:pt>
                <c:pt idx="3688">
                  <c:v>6.0870419999999985</c:v>
                </c:pt>
                <c:pt idx="3689">
                  <c:v>6.0882839999999998</c:v>
                </c:pt>
                <c:pt idx="3690">
                  <c:v>6.0895259999999976</c:v>
                </c:pt>
                <c:pt idx="3691">
                  <c:v>6.0913889999999995</c:v>
                </c:pt>
                <c:pt idx="3692">
                  <c:v>6.0926309999999972</c:v>
                </c:pt>
                <c:pt idx="3693">
                  <c:v>6.0938730000000003</c:v>
                </c:pt>
                <c:pt idx="3694">
                  <c:v>6.0951149999999945</c:v>
                </c:pt>
                <c:pt idx="3695">
                  <c:v>6.0963570000000002</c:v>
                </c:pt>
                <c:pt idx="3696">
                  <c:v>6.0975990000000007</c:v>
                </c:pt>
                <c:pt idx="3697">
                  <c:v>6.1000830000000006</c:v>
                </c:pt>
                <c:pt idx="3698">
                  <c:v>6.1013249999999966</c:v>
                </c:pt>
                <c:pt idx="3699">
                  <c:v>6.1031879999999958</c:v>
                </c:pt>
                <c:pt idx="3700">
                  <c:v>6.1044299999999971</c:v>
                </c:pt>
                <c:pt idx="3701">
                  <c:v>6.1056720000000002</c:v>
                </c:pt>
                <c:pt idx="3702">
                  <c:v>6.1069139999999971</c:v>
                </c:pt>
                <c:pt idx="3703">
                  <c:v>6.1081559999999966</c:v>
                </c:pt>
                <c:pt idx="3704">
                  <c:v>6.1093979999999997</c:v>
                </c:pt>
                <c:pt idx="3705">
                  <c:v>6.1106400000000001</c:v>
                </c:pt>
                <c:pt idx="3706">
                  <c:v>6.1131239999999973</c:v>
                </c:pt>
                <c:pt idx="3707">
                  <c:v>6.1143659999999977</c:v>
                </c:pt>
                <c:pt idx="3708">
                  <c:v>6.1162289999999997</c:v>
                </c:pt>
                <c:pt idx="3709">
                  <c:v>6.1174709999999957</c:v>
                </c:pt>
                <c:pt idx="3710">
                  <c:v>6.118712999999997</c:v>
                </c:pt>
                <c:pt idx="3711">
                  <c:v>6.1199549999999956</c:v>
                </c:pt>
                <c:pt idx="3712">
                  <c:v>6.1211969999999969</c:v>
                </c:pt>
                <c:pt idx="3713">
                  <c:v>6.1224389999999955</c:v>
                </c:pt>
                <c:pt idx="3714">
                  <c:v>6.1236809999999977</c:v>
                </c:pt>
                <c:pt idx="3715">
                  <c:v>6.1249229999999946</c:v>
                </c:pt>
                <c:pt idx="3716">
                  <c:v>6.1261649999999968</c:v>
                </c:pt>
                <c:pt idx="3717">
                  <c:v>6.1280280000000005</c:v>
                </c:pt>
                <c:pt idx="3718">
                  <c:v>6.1292699999999991</c:v>
                </c:pt>
                <c:pt idx="3719">
                  <c:v>6.1317539999999999</c:v>
                </c:pt>
                <c:pt idx="3720">
                  <c:v>6.1329959999999959</c:v>
                </c:pt>
                <c:pt idx="3721">
                  <c:v>6.1342379999999972</c:v>
                </c:pt>
                <c:pt idx="3722">
                  <c:v>6.1354799999999985</c:v>
                </c:pt>
                <c:pt idx="3723">
                  <c:v>6.1367219999999998</c:v>
                </c:pt>
                <c:pt idx="3724">
                  <c:v>6.1379639999999975</c:v>
                </c:pt>
                <c:pt idx="3725">
                  <c:v>6.1398270000000004</c:v>
                </c:pt>
                <c:pt idx="3726">
                  <c:v>6.1410689999999999</c:v>
                </c:pt>
                <c:pt idx="3727">
                  <c:v>6.1423109999999967</c:v>
                </c:pt>
                <c:pt idx="3728">
                  <c:v>6.1435530000000007</c:v>
                </c:pt>
                <c:pt idx="3729">
                  <c:v>6.1447949999999958</c:v>
                </c:pt>
                <c:pt idx="3730">
                  <c:v>6.1472789999999975</c:v>
                </c:pt>
                <c:pt idx="3731">
                  <c:v>6.148520999999997</c:v>
                </c:pt>
                <c:pt idx="3732">
                  <c:v>6.1497630000000028</c:v>
                </c:pt>
                <c:pt idx="3733">
                  <c:v>6.1516260000000003</c:v>
                </c:pt>
                <c:pt idx="3734">
                  <c:v>6.1528679999999971</c:v>
                </c:pt>
                <c:pt idx="3735">
                  <c:v>6.1541099999999958</c:v>
                </c:pt>
                <c:pt idx="3736">
                  <c:v>6.1553520000000006</c:v>
                </c:pt>
                <c:pt idx="3737">
                  <c:v>6.1565939999999975</c:v>
                </c:pt>
                <c:pt idx="3738">
                  <c:v>6.1578359999999961</c:v>
                </c:pt>
                <c:pt idx="3739">
                  <c:v>6.1590779999999965</c:v>
                </c:pt>
                <c:pt idx="3740">
                  <c:v>6.1603199999999969</c:v>
                </c:pt>
                <c:pt idx="3741">
                  <c:v>6.161562</c:v>
                </c:pt>
                <c:pt idx="3742">
                  <c:v>6.164666999999997</c:v>
                </c:pt>
                <c:pt idx="3743">
                  <c:v>6.1659089999999956</c:v>
                </c:pt>
                <c:pt idx="3744">
                  <c:v>6.1671509999999943</c:v>
                </c:pt>
                <c:pt idx="3745">
                  <c:v>6.168393</c:v>
                </c:pt>
                <c:pt idx="3746">
                  <c:v>6.1696349999999978</c:v>
                </c:pt>
                <c:pt idx="3747">
                  <c:v>6.1708769999999973</c:v>
                </c:pt>
                <c:pt idx="3748">
                  <c:v>6.1721189999999977</c:v>
                </c:pt>
                <c:pt idx="3749">
                  <c:v>6.1733610000000034</c:v>
                </c:pt>
                <c:pt idx="3750">
                  <c:v>6.1746029999999985</c:v>
                </c:pt>
                <c:pt idx="3751">
                  <c:v>6.1764659999999996</c:v>
                </c:pt>
                <c:pt idx="3752">
                  <c:v>6.177708</c:v>
                </c:pt>
                <c:pt idx="3753">
                  <c:v>6.1789499999999995</c:v>
                </c:pt>
                <c:pt idx="3754">
                  <c:v>6.1801919999999972</c:v>
                </c:pt>
                <c:pt idx="3755">
                  <c:v>6.1814339999999985</c:v>
                </c:pt>
                <c:pt idx="3756">
                  <c:v>6.1826759999999972</c:v>
                </c:pt>
                <c:pt idx="3757">
                  <c:v>6.1851600000000007</c:v>
                </c:pt>
                <c:pt idx="3758">
                  <c:v>6.1864020000000002</c:v>
                </c:pt>
                <c:pt idx="3759">
                  <c:v>6.1882649999999995</c:v>
                </c:pt>
                <c:pt idx="3760">
                  <c:v>6.1895069999999972</c:v>
                </c:pt>
                <c:pt idx="3761">
                  <c:v>6.1907489999999985</c:v>
                </c:pt>
                <c:pt idx="3762">
                  <c:v>6.1919909999999971</c:v>
                </c:pt>
                <c:pt idx="3763">
                  <c:v>6.1944749999999944</c:v>
                </c:pt>
                <c:pt idx="3764">
                  <c:v>6.1957169999999966</c:v>
                </c:pt>
                <c:pt idx="3765">
                  <c:v>6.196958999999997</c:v>
                </c:pt>
                <c:pt idx="3766">
                  <c:v>6.1982010000000001</c:v>
                </c:pt>
                <c:pt idx="3767">
                  <c:v>6.2000640000000002</c:v>
                </c:pt>
                <c:pt idx="3768">
                  <c:v>6.2013060000000024</c:v>
                </c:pt>
                <c:pt idx="3769">
                  <c:v>6.2025479999999975</c:v>
                </c:pt>
                <c:pt idx="3770">
                  <c:v>6.2050320000000001</c:v>
                </c:pt>
                <c:pt idx="3771">
                  <c:v>6.2062740000000014</c:v>
                </c:pt>
                <c:pt idx="3772">
                  <c:v>6.2075159999999956</c:v>
                </c:pt>
                <c:pt idx="3773">
                  <c:v>6.2087579999999996</c:v>
                </c:pt>
                <c:pt idx="3774">
                  <c:v>6.21</c:v>
                </c:pt>
                <c:pt idx="3775">
                  <c:v>6.211242000000003</c:v>
                </c:pt>
                <c:pt idx="3776">
                  <c:v>6.2131050000000005</c:v>
                </c:pt>
                <c:pt idx="3777">
                  <c:v>6.2155890000000005</c:v>
                </c:pt>
                <c:pt idx="3778">
                  <c:v>6.2168309999999964</c:v>
                </c:pt>
                <c:pt idx="3779">
                  <c:v>6.2180729999999995</c:v>
                </c:pt>
                <c:pt idx="3780">
                  <c:v>6.2193149999999973</c:v>
                </c:pt>
                <c:pt idx="3781">
                  <c:v>6.2205569999999959</c:v>
                </c:pt>
                <c:pt idx="3782">
                  <c:v>6.2217989999999999</c:v>
                </c:pt>
                <c:pt idx="3783">
                  <c:v>6.2230410000000003</c:v>
                </c:pt>
                <c:pt idx="3784">
                  <c:v>6.2249039999999969</c:v>
                </c:pt>
                <c:pt idx="3785">
                  <c:v>6.226146</c:v>
                </c:pt>
                <c:pt idx="3786">
                  <c:v>6.2286299999999999</c:v>
                </c:pt>
                <c:pt idx="3787">
                  <c:v>6.2298720000000003</c:v>
                </c:pt>
                <c:pt idx="3788">
                  <c:v>6.2311140000000007</c:v>
                </c:pt>
                <c:pt idx="3789">
                  <c:v>6.2323559999999985</c:v>
                </c:pt>
                <c:pt idx="3790">
                  <c:v>6.2335979999999998</c:v>
                </c:pt>
                <c:pt idx="3791">
                  <c:v>6.2348399999999975</c:v>
                </c:pt>
                <c:pt idx="3792">
                  <c:v>6.2367029999999994</c:v>
                </c:pt>
                <c:pt idx="3793">
                  <c:v>6.2379449999999972</c:v>
                </c:pt>
                <c:pt idx="3794">
                  <c:v>6.2391870000000003</c:v>
                </c:pt>
                <c:pt idx="3795">
                  <c:v>6.2416710000000029</c:v>
                </c:pt>
                <c:pt idx="3796">
                  <c:v>6.2429130000000006</c:v>
                </c:pt>
                <c:pt idx="3797">
                  <c:v>6.2441549999999966</c:v>
                </c:pt>
                <c:pt idx="3798">
                  <c:v>6.2453970000000014</c:v>
                </c:pt>
                <c:pt idx="3799">
                  <c:v>6.2466389999999992</c:v>
                </c:pt>
                <c:pt idx="3800">
                  <c:v>6.2485019999999976</c:v>
                </c:pt>
                <c:pt idx="3801">
                  <c:v>6.2497440000000024</c:v>
                </c:pt>
                <c:pt idx="3802">
                  <c:v>6.2522279999999997</c:v>
                </c:pt>
                <c:pt idx="3803">
                  <c:v>6.2534700000000001</c:v>
                </c:pt>
                <c:pt idx="3804">
                  <c:v>6.2547119999999969</c:v>
                </c:pt>
                <c:pt idx="3805">
                  <c:v>6.2559539999999974</c:v>
                </c:pt>
                <c:pt idx="3806">
                  <c:v>6.2571959999999978</c:v>
                </c:pt>
                <c:pt idx="3807">
                  <c:v>6.2584379999999973</c:v>
                </c:pt>
                <c:pt idx="3808">
                  <c:v>6.2603009999999975</c:v>
                </c:pt>
                <c:pt idx="3809">
                  <c:v>6.2627849999999974</c:v>
                </c:pt>
                <c:pt idx="3810">
                  <c:v>6.2640269999999969</c:v>
                </c:pt>
                <c:pt idx="3811">
                  <c:v>6.2652690000000026</c:v>
                </c:pt>
                <c:pt idx="3812">
                  <c:v>6.2665109999999968</c:v>
                </c:pt>
                <c:pt idx="3813">
                  <c:v>6.2677529999999972</c:v>
                </c:pt>
                <c:pt idx="3814">
                  <c:v>6.2689949999999968</c:v>
                </c:pt>
                <c:pt idx="3815">
                  <c:v>6.2702369999999998</c:v>
                </c:pt>
                <c:pt idx="3816">
                  <c:v>6.2733420000000031</c:v>
                </c:pt>
                <c:pt idx="3817">
                  <c:v>6.2745839999999964</c:v>
                </c:pt>
                <c:pt idx="3818">
                  <c:v>6.2758259999999995</c:v>
                </c:pt>
                <c:pt idx="3819">
                  <c:v>6.2770679999999999</c:v>
                </c:pt>
                <c:pt idx="3820">
                  <c:v>6.2783099999999994</c:v>
                </c:pt>
                <c:pt idx="3821">
                  <c:v>6.2795519999999998</c:v>
                </c:pt>
                <c:pt idx="3822">
                  <c:v>6.2807940000000002</c:v>
                </c:pt>
                <c:pt idx="3823">
                  <c:v>6.2820359999999971</c:v>
                </c:pt>
                <c:pt idx="3824">
                  <c:v>6.2832780000000028</c:v>
                </c:pt>
                <c:pt idx="3825">
                  <c:v>6.2851410000000003</c:v>
                </c:pt>
                <c:pt idx="3826">
                  <c:v>6.2863829999999998</c:v>
                </c:pt>
                <c:pt idx="3827">
                  <c:v>6.2876250000000002</c:v>
                </c:pt>
                <c:pt idx="3828">
                  <c:v>6.2901089999999975</c:v>
                </c:pt>
                <c:pt idx="3829">
                  <c:v>6.2913509999999997</c:v>
                </c:pt>
                <c:pt idx="3830">
                  <c:v>6.2925929999999966</c:v>
                </c:pt>
                <c:pt idx="3831">
                  <c:v>6.293834999999997</c:v>
                </c:pt>
                <c:pt idx="3832">
                  <c:v>6.295077</c:v>
                </c:pt>
                <c:pt idx="3833">
                  <c:v>6.2969400000000002</c:v>
                </c:pt>
                <c:pt idx="3834">
                  <c:v>6.2981819999999971</c:v>
                </c:pt>
                <c:pt idx="3835">
                  <c:v>6.2994240000000001</c:v>
                </c:pt>
                <c:pt idx="3836">
                  <c:v>6.3006660000000014</c:v>
                </c:pt>
                <c:pt idx="3837">
                  <c:v>6.3019080000000001</c:v>
                </c:pt>
                <c:pt idx="3838">
                  <c:v>6.3043919999999964</c:v>
                </c:pt>
                <c:pt idx="3839">
                  <c:v>6.3056339999999995</c:v>
                </c:pt>
                <c:pt idx="3840">
                  <c:v>6.3068759999999973</c:v>
                </c:pt>
                <c:pt idx="3841">
                  <c:v>6.3087390000000001</c:v>
                </c:pt>
                <c:pt idx="3842">
                  <c:v>6.309980999999997</c:v>
                </c:pt>
                <c:pt idx="3843">
                  <c:v>6.3112230000000027</c:v>
                </c:pt>
                <c:pt idx="3844">
                  <c:v>6.3124649999999969</c:v>
                </c:pt>
                <c:pt idx="3845">
                  <c:v>6.313707</c:v>
                </c:pt>
                <c:pt idx="3846">
                  <c:v>6.3149489999999977</c:v>
                </c:pt>
                <c:pt idx="3847">
                  <c:v>6.3174329999999967</c:v>
                </c:pt>
                <c:pt idx="3848">
                  <c:v>6.3186750000000007</c:v>
                </c:pt>
                <c:pt idx="3849">
                  <c:v>6.3199169999999958</c:v>
                </c:pt>
                <c:pt idx="3850">
                  <c:v>6.3217799999999995</c:v>
                </c:pt>
                <c:pt idx="3851">
                  <c:v>6.3230219999999973</c:v>
                </c:pt>
                <c:pt idx="3852">
                  <c:v>6.3242639999999986</c:v>
                </c:pt>
                <c:pt idx="3853">
                  <c:v>6.3255059999999945</c:v>
                </c:pt>
                <c:pt idx="3854">
                  <c:v>6.3267480000000003</c:v>
                </c:pt>
                <c:pt idx="3855">
                  <c:v>6.3292320000000002</c:v>
                </c:pt>
                <c:pt idx="3856">
                  <c:v>6.3304740000000006</c:v>
                </c:pt>
                <c:pt idx="3857">
                  <c:v>6.3317160000000001</c:v>
                </c:pt>
                <c:pt idx="3858">
                  <c:v>6.3335790000000003</c:v>
                </c:pt>
                <c:pt idx="3859">
                  <c:v>6.3348210000000007</c:v>
                </c:pt>
                <c:pt idx="3860">
                  <c:v>6.3360629999999993</c:v>
                </c:pt>
                <c:pt idx="3861">
                  <c:v>6.3373049999999971</c:v>
                </c:pt>
                <c:pt idx="3862">
                  <c:v>6.3397889999999997</c:v>
                </c:pt>
                <c:pt idx="3863">
                  <c:v>6.3410310000000001</c:v>
                </c:pt>
                <c:pt idx="3864">
                  <c:v>6.3422729999999996</c:v>
                </c:pt>
                <c:pt idx="3865">
                  <c:v>6.3435149999999956</c:v>
                </c:pt>
                <c:pt idx="3866">
                  <c:v>6.3453780000000002</c:v>
                </c:pt>
                <c:pt idx="3867">
                  <c:v>6.3466200000000024</c:v>
                </c:pt>
                <c:pt idx="3868">
                  <c:v>6.3478620000000001</c:v>
                </c:pt>
                <c:pt idx="3869">
                  <c:v>6.3491040000000005</c:v>
                </c:pt>
                <c:pt idx="3870">
                  <c:v>6.3515879999999969</c:v>
                </c:pt>
                <c:pt idx="3871">
                  <c:v>6.3528299999999973</c:v>
                </c:pt>
                <c:pt idx="3872">
                  <c:v>6.3540719999999968</c:v>
                </c:pt>
                <c:pt idx="3873">
                  <c:v>6.3553139999999972</c:v>
                </c:pt>
                <c:pt idx="3874">
                  <c:v>6.3571769999999956</c:v>
                </c:pt>
                <c:pt idx="3875">
                  <c:v>6.3584190000000005</c:v>
                </c:pt>
                <c:pt idx="3876">
                  <c:v>6.3596610000000027</c:v>
                </c:pt>
                <c:pt idx="3877">
                  <c:v>6.3609029999999978</c:v>
                </c:pt>
                <c:pt idx="3878">
                  <c:v>6.3621449999999946</c:v>
                </c:pt>
                <c:pt idx="3879">
                  <c:v>6.3633869999999968</c:v>
                </c:pt>
                <c:pt idx="3880">
                  <c:v>6.3646289999999972</c:v>
                </c:pt>
                <c:pt idx="3881">
                  <c:v>6.3658709999999958</c:v>
                </c:pt>
                <c:pt idx="3882">
                  <c:v>6.3671129999999945</c:v>
                </c:pt>
                <c:pt idx="3883">
                  <c:v>6.3683549999999967</c:v>
                </c:pt>
                <c:pt idx="3884">
                  <c:v>6.3702179999999995</c:v>
                </c:pt>
                <c:pt idx="3885">
                  <c:v>6.3714599999999999</c:v>
                </c:pt>
                <c:pt idx="3886">
                  <c:v>6.3727020000000003</c:v>
                </c:pt>
                <c:pt idx="3887">
                  <c:v>6.3739439999999998</c:v>
                </c:pt>
                <c:pt idx="3888">
                  <c:v>6.3751859999999967</c:v>
                </c:pt>
                <c:pt idx="3889">
                  <c:v>6.3764280000000024</c:v>
                </c:pt>
                <c:pt idx="3890">
                  <c:v>6.3776699999999993</c:v>
                </c:pt>
                <c:pt idx="3891">
                  <c:v>6.378911999999997</c:v>
                </c:pt>
                <c:pt idx="3892">
                  <c:v>6.3801539999999966</c:v>
                </c:pt>
                <c:pt idx="3893">
                  <c:v>6.3820169999999958</c:v>
                </c:pt>
                <c:pt idx="3894">
                  <c:v>6.3832589999999998</c:v>
                </c:pt>
                <c:pt idx="3895">
                  <c:v>6.3845009999999967</c:v>
                </c:pt>
                <c:pt idx="3896">
                  <c:v>6.3869849999999966</c:v>
                </c:pt>
                <c:pt idx="3897">
                  <c:v>6.3882270000000014</c:v>
                </c:pt>
                <c:pt idx="3898">
                  <c:v>6.3894690000000027</c:v>
                </c:pt>
                <c:pt idx="3899">
                  <c:v>6.3907110000000005</c:v>
                </c:pt>
                <c:pt idx="3900">
                  <c:v>6.3919529999999964</c:v>
                </c:pt>
                <c:pt idx="3901">
                  <c:v>6.3938159999999957</c:v>
                </c:pt>
                <c:pt idx="3902">
                  <c:v>6.395057999999997</c:v>
                </c:pt>
                <c:pt idx="3903">
                  <c:v>6.3963000000000001</c:v>
                </c:pt>
                <c:pt idx="3904">
                  <c:v>6.397541999999997</c:v>
                </c:pt>
                <c:pt idx="3905">
                  <c:v>6.3987839999999974</c:v>
                </c:pt>
                <c:pt idx="3906">
                  <c:v>6.4000259999999995</c:v>
                </c:pt>
                <c:pt idx="3907">
                  <c:v>6.4012680000000053</c:v>
                </c:pt>
                <c:pt idx="3908">
                  <c:v>6.4025099999999995</c:v>
                </c:pt>
                <c:pt idx="3909">
                  <c:v>6.4037519999999999</c:v>
                </c:pt>
                <c:pt idx="3910">
                  <c:v>6.4068570000000014</c:v>
                </c:pt>
                <c:pt idx="3911">
                  <c:v>6.4080990000000035</c:v>
                </c:pt>
                <c:pt idx="3912">
                  <c:v>6.4093410000000022</c:v>
                </c:pt>
                <c:pt idx="3913">
                  <c:v>6.4105829999999973</c:v>
                </c:pt>
                <c:pt idx="3914">
                  <c:v>6.4118249999999986</c:v>
                </c:pt>
                <c:pt idx="3915">
                  <c:v>6.4130669999999999</c:v>
                </c:pt>
                <c:pt idx="3916">
                  <c:v>6.4143090000000003</c:v>
                </c:pt>
                <c:pt idx="3917">
                  <c:v>6.4155509999999971</c:v>
                </c:pt>
                <c:pt idx="3918">
                  <c:v>6.4174139999999973</c:v>
                </c:pt>
                <c:pt idx="3919">
                  <c:v>6.4186560000000004</c:v>
                </c:pt>
                <c:pt idx="3920">
                  <c:v>6.4198979999999999</c:v>
                </c:pt>
                <c:pt idx="3921">
                  <c:v>6.4211400000000003</c:v>
                </c:pt>
                <c:pt idx="3922">
                  <c:v>6.4223820000000007</c:v>
                </c:pt>
                <c:pt idx="3923">
                  <c:v>6.4236239999999993</c:v>
                </c:pt>
                <c:pt idx="3924">
                  <c:v>6.4248659999999971</c:v>
                </c:pt>
                <c:pt idx="3925">
                  <c:v>6.4273499999999997</c:v>
                </c:pt>
                <c:pt idx="3926">
                  <c:v>6.4285920000000001</c:v>
                </c:pt>
                <c:pt idx="3927">
                  <c:v>6.4304550000000003</c:v>
                </c:pt>
                <c:pt idx="3928">
                  <c:v>6.4316970000000033</c:v>
                </c:pt>
                <c:pt idx="3929">
                  <c:v>6.4329390000000002</c:v>
                </c:pt>
                <c:pt idx="3930">
                  <c:v>6.4341810000000006</c:v>
                </c:pt>
                <c:pt idx="3931">
                  <c:v>6.4354230000000028</c:v>
                </c:pt>
                <c:pt idx="3932">
                  <c:v>6.4366650000000041</c:v>
                </c:pt>
                <c:pt idx="3933">
                  <c:v>6.4379070000000009</c:v>
                </c:pt>
                <c:pt idx="3934">
                  <c:v>6.4403910000000026</c:v>
                </c:pt>
                <c:pt idx="3935">
                  <c:v>6.4422540000000001</c:v>
                </c:pt>
                <c:pt idx="3936">
                  <c:v>6.4434959999999997</c:v>
                </c:pt>
                <c:pt idx="3937">
                  <c:v>6.4447380000000001</c:v>
                </c:pt>
                <c:pt idx="3938">
                  <c:v>6.4459800000000005</c:v>
                </c:pt>
                <c:pt idx="3939">
                  <c:v>6.4472220000000027</c:v>
                </c:pt>
                <c:pt idx="3940">
                  <c:v>6.4497059999999991</c:v>
                </c:pt>
                <c:pt idx="3941">
                  <c:v>6.4509479999999995</c:v>
                </c:pt>
                <c:pt idx="3942">
                  <c:v>6.4521900000000008</c:v>
                </c:pt>
                <c:pt idx="3943">
                  <c:v>6.454053</c:v>
                </c:pt>
                <c:pt idx="3944">
                  <c:v>6.4552949999999996</c:v>
                </c:pt>
                <c:pt idx="3945">
                  <c:v>6.456537</c:v>
                </c:pt>
                <c:pt idx="3946">
                  <c:v>6.4577789999999995</c:v>
                </c:pt>
                <c:pt idx="3947">
                  <c:v>6.4590209999999999</c:v>
                </c:pt>
                <c:pt idx="3948">
                  <c:v>6.460263000000003</c:v>
                </c:pt>
                <c:pt idx="3949">
                  <c:v>6.4615049999999972</c:v>
                </c:pt>
                <c:pt idx="3950">
                  <c:v>6.4627470000000002</c:v>
                </c:pt>
                <c:pt idx="3951">
                  <c:v>6.4639890000000007</c:v>
                </c:pt>
                <c:pt idx="3952">
                  <c:v>6.4658520000000008</c:v>
                </c:pt>
                <c:pt idx="3953">
                  <c:v>6.4670939999999995</c:v>
                </c:pt>
                <c:pt idx="3954">
                  <c:v>6.4683359999999972</c:v>
                </c:pt>
                <c:pt idx="3955">
                  <c:v>6.4708199999999998</c:v>
                </c:pt>
                <c:pt idx="3956">
                  <c:v>6.4720620000000029</c:v>
                </c:pt>
                <c:pt idx="3957">
                  <c:v>6.4733040000000024</c:v>
                </c:pt>
                <c:pt idx="3958">
                  <c:v>6.4745460000000001</c:v>
                </c:pt>
                <c:pt idx="3959">
                  <c:v>6.4757880000000014</c:v>
                </c:pt>
                <c:pt idx="3960">
                  <c:v>6.4770300000000001</c:v>
                </c:pt>
                <c:pt idx="3961">
                  <c:v>6.4788930000000029</c:v>
                </c:pt>
                <c:pt idx="3962">
                  <c:v>6.4801350000000006</c:v>
                </c:pt>
                <c:pt idx="3963">
                  <c:v>6.4813769999999993</c:v>
                </c:pt>
                <c:pt idx="3964">
                  <c:v>6.4826189999999997</c:v>
                </c:pt>
                <c:pt idx="3965">
                  <c:v>6.4838610000000028</c:v>
                </c:pt>
                <c:pt idx="3966">
                  <c:v>6.4851029999999996</c:v>
                </c:pt>
                <c:pt idx="3967">
                  <c:v>6.4875869999999969</c:v>
                </c:pt>
                <c:pt idx="3968">
                  <c:v>6.4888290000000026</c:v>
                </c:pt>
                <c:pt idx="3969">
                  <c:v>6.4906920000000028</c:v>
                </c:pt>
                <c:pt idx="3970">
                  <c:v>6.4919340000000005</c:v>
                </c:pt>
                <c:pt idx="3971">
                  <c:v>6.4931760000000001</c:v>
                </c:pt>
                <c:pt idx="3972">
                  <c:v>6.4944180000000005</c:v>
                </c:pt>
                <c:pt idx="3973">
                  <c:v>6.4956600000000035</c:v>
                </c:pt>
                <c:pt idx="3974">
                  <c:v>6.4969019999999995</c:v>
                </c:pt>
                <c:pt idx="3975">
                  <c:v>6.4981439999999999</c:v>
                </c:pt>
                <c:pt idx="3976">
                  <c:v>6.4993859999999986</c:v>
                </c:pt>
                <c:pt idx="3977">
                  <c:v>6.5006279999999999</c:v>
                </c:pt>
                <c:pt idx="3978">
                  <c:v>6.502491</c:v>
                </c:pt>
                <c:pt idx="3979">
                  <c:v>6.5037330000000004</c:v>
                </c:pt>
                <c:pt idx="3980">
                  <c:v>6.5037330000000004</c:v>
                </c:pt>
                <c:pt idx="3981">
                  <c:v>6.5049749999999955</c:v>
                </c:pt>
                <c:pt idx="3982">
                  <c:v>6.5062170000000004</c:v>
                </c:pt>
                <c:pt idx="3983">
                  <c:v>6.5074589999999972</c:v>
                </c:pt>
                <c:pt idx="3984">
                  <c:v>6.5087010000000003</c:v>
                </c:pt>
                <c:pt idx="3985">
                  <c:v>6.5099430000000034</c:v>
                </c:pt>
                <c:pt idx="3986">
                  <c:v>6.5111849999999958</c:v>
                </c:pt>
                <c:pt idx="3987">
                  <c:v>6.5124269999999971</c:v>
                </c:pt>
                <c:pt idx="3988">
                  <c:v>6.5142899999999972</c:v>
                </c:pt>
                <c:pt idx="3989">
                  <c:v>6.5155319999999968</c:v>
                </c:pt>
                <c:pt idx="3990">
                  <c:v>6.5167739999999998</c:v>
                </c:pt>
                <c:pt idx="3991">
                  <c:v>6.5180159999999967</c:v>
                </c:pt>
                <c:pt idx="3992">
                  <c:v>6.5192579999999998</c:v>
                </c:pt>
                <c:pt idx="3993">
                  <c:v>6.5204999999999975</c:v>
                </c:pt>
                <c:pt idx="3994">
                  <c:v>6.5217420000000024</c:v>
                </c:pt>
                <c:pt idx="3995">
                  <c:v>6.5229839999999957</c:v>
                </c:pt>
                <c:pt idx="3996">
                  <c:v>6.5242260000000005</c:v>
                </c:pt>
                <c:pt idx="3997">
                  <c:v>6.5254679999999965</c:v>
                </c:pt>
                <c:pt idx="3998">
                  <c:v>6.5273309999999958</c:v>
                </c:pt>
                <c:pt idx="3999">
                  <c:v>6.5285729999999971</c:v>
                </c:pt>
                <c:pt idx="4000">
                  <c:v>6.5298149999999966</c:v>
                </c:pt>
                <c:pt idx="4001">
                  <c:v>6.5310569999999997</c:v>
                </c:pt>
                <c:pt idx="4002">
                  <c:v>6.5322990000000027</c:v>
                </c:pt>
                <c:pt idx="4003">
                  <c:v>6.5335410000000014</c:v>
                </c:pt>
                <c:pt idx="4004">
                  <c:v>6.534783</c:v>
                </c:pt>
                <c:pt idx="4005">
                  <c:v>6.5360250000000004</c:v>
                </c:pt>
                <c:pt idx="4006">
                  <c:v>6.5372669999999999</c:v>
                </c:pt>
                <c:pt idx="4007">
                  <c:v>6.5391299999999992</c:v>
                </c:pt>
                <c:pt idx="4008">
                  <c:v>6.5403719999999996</c:v>
                </c:pt>
                <c:pt idx="4009">
                  <c:v>6.541614</c:v>
                </c:pt>
                <c:pt idx="4010">
                  <c:v>6.5428559999999969</c:v>
                </c:pt>
                <c:pt idx="4011">
                  <c:v>6.544098</c:v>
                </c:pt>
                <c:pt idx="4012">
                  <c:v>6.5453399999999995</c:v>
                </c:pt>
                <c:pt idx="4013">
                  <c:v>6.5465819999999972</c:v>
                </c:pt>
                <c:pt idx="4014">
                  <c:v>6.5478239999999985</c:v>
                </c:pt>
                <c:pt idx="4015">
                  <c:v>6.5490659999999998</c:v>
                </c:pt>
                <c:pt idx="4016">
                  <c:v>6.550929</c:v>
                </c:pt>
                <c:pt idx="4017">
                  <c:v>6.5521709999999977</c:v>
                </c:pt>
                <c:pt idx="4018">
                  <c:v>6.5534130000000008</c:v>
                </c:pt>
                <c:pt idx="4019">
                  <c:v>6.5546549999999968</c:v>
                </c:pt>
                <c:pt idx="4020">
                  <c:v>6.5558969999999972</c:v>
                </c:pt>
                <c:pt idx="4021">
                  <c:v>6.5571389999999958</c:v>
                </c:pt>
                <c:pt idx="4022">
                  <c:v>6.5583809999999971</c:v>
                </c:pt>
                <c:pt idx="4023">
                  <c:v>6.5596230000000029</c:v>
                </c:pt>
                <c:pt idx="4024">
                  <c:v>6.5608649999999971</c:v>
                </c:pt>
                <c:pt idx="4025">
                  <c:v>6.5627279999999972</c:v>
                </c:pt>
                <c:pt idx="4026">
                  <c:v>6.5639699999999985</c:v>
                </c:pt>
                <c:pt idx="4027">
                  <c:v>6.5652119999999972</c:v>
                </c:pt>
                <c:pt idx="4028">
                  <c:v>6.5664539999999985</c:v>
                </c:pt>
                <c:pt idx="4029">
                  <c:v>6.5676960000000006</c:v>
                </c:pt>
                <c:pt idx="4030">
                  <c:v>6.5689379999999957</c:v>
                </c:pt>
                <c:pt idx="4031">
                  <c:v>6.5701799999999997</c:v>
                </c:pt>
                <c:pt idx="4032">
                  <c:v>6.5714220000000028</c:v>
                </c:pt>
                <c:pt idx="4033">
                  <c:v>6.5726640000000014</c:v>
                </c:pt>
                <c:pt idx="4034">
                  <c:v>6.5745269999999971</c:v>
                </c:pt>
                <c:pt idx="4035">
                  <c:v>6.5757690000000029</c:v>
                </c:pt>
                <c:pt idx="4036">
                  <c:v>6.5770109999999971</c:v>
                </c:pt>
                <c:pt idx="4037">
                  <c:v>6.5782530000000028</c:v>
                </c:pt>
                <c:pt idx="4038">
                  <c:v>6.5794950000000014</c:v>
                </c:pt>
                <c:pt idx="4039">
                  <c:v>6.5807370000000001</c:v>
                </c:pt>
                <c:pt idx="4040">
                  <c:v>6.5819790000000014</c:v>
                </c:pt>
                <c:pt idx="4041">
                  <c:v>6.5832210000000035</c:v>
                </c:pt>
                <c:pt idx="4042">
                  <c:v>6.5844629999999995</c:v>
                </c:pt>
                <c:pt idx="4043">
                  <c:v>6.5857049999999973</c:v>
                </c:pt>
                <c:pt idx="4044">
                  <c:v>6.5875680000000001</c:v>
                </c:pt>
                <c:pt idx="4045">
                  <c:v>6.5888099999999996</c:v>
                </c:pt>
                <c:pt idx="4046">
                  <c:v>6.590052</c:v>
                </c:pt>
                <c:pt idx="4047">
                  <c:v>6.5912940000000004</c:v>
                </c:pt>
                <c:pt idx="4048">
                  <c:v>6.5925359999999955</c:v>
                </c:pt>
                <c:pt idx="4049">
                  <c:v>6.5937780000000004</c:v>
                </c:pt>
                <c:pt idx="4050">
                  <c:v>6.596262000000003</c:v>
                </c:pt>
                <c:pt idx="4051">
                  <c:v>6.597503999999998</c:v>
                </c:pt>
                <c:pt idx="4052">
                  <c:v>6.5993670000000026</c:v>
                </c:pt>
                <c:pt idx="4053">
                  <c:v>6.6006089999999995</c:v>
                </c:pt>
                <c:pt idx="4054">
                  <c:v>6.6018509999999972</c:v>
                </c:pt>
                <c:pt idx="4055">
                  <c:v>6.6030929999999985</c:v>
                </c:pt>
                <c:pt idx="4056">
                  <c:v>6.6043349999999945</c:v>
                </c:pt>
                <c:pt idx="4057">
                  <c:v>6.6055769999999967</c:v>
                </c:pt>
                <c:pt idx="4058">
                  <c:v>6.6068189999999971</c:v>
                </c:pt>
                <c:pt idx="4059">
                  <c:v>6.6093030000000024</c:v>
                </c:pt>
                <c:pt idx="4060">
                  <c:v>6.6111660000000008</c:v>
                </c:pt>
                <c:pt idx="4061">
                  <c:v>6.6124079999999958</c:v>
                </c:pt>
                <c:pt idx="4062">
                  <c:v>6.6136499999999998</c:v>
                </c:pt>
                <c:pt idx="4063">
                  <c:v>6.6148919999999958</c:v>
                </c:pt>
                <c:pt idx="4064">
                  <c:v>6.6161339999999971</c:v>
                </c:pt>
                <c:pt idx="4065">
                  <c:v>6.6173759999999966</c:v>
                </c:pt>
                <c:pt idx="4066">
                  <c:v>6.6198600000000001</c:v>
                </c:pt>
                <c:pt idx="4067">
                  <c:v>6.6211020000000005</c:v>
                </c:pt>
                <c:pt idx="4068">
                  <c:v>6.6229649999999944</c:v>
                </c:pt>
                <c:pt idx="4069">
                  <c:v>6.6254490000000006</c:v>
                </c:pt>
                <c:pt idx="4070">
                  <c:v>6.6266909999999966</c:v>
                </c:pt>
                <c:pt idx="4071">
                  <c:v>6.6279329999999943</c:v>
                </c:pt>
                <c:pt idx="4072">
                  <c:v>6.6304169999999969</c:v>
                </c:pt>
                <c:pt idx="4073">
                  <c:v>6.6316590000000026</c:v>
                </c:pt>
                <c:pt idx="4074">
                  <c:v>6.6329009999999968</c:v>
                </c:pt>
                <c:pt idx="4075">
                  <c:v>6.6360060000000001</c:v>
                </c:pt>
                <c:pt idx="4076">
                  <c:v>6.6372480000000014</c:v>
                </c:pt>
                <c:pt idx="4077">
                  <c:v>6.63849</c:v>
                </c:pt>
                <c:pt idx="4078">
                  <c:v>6.6409739999999982</c:v>
                </c:pt>
                <c:pt idx="4079">
                  <c:v>6.6422159999999968</c:v>
                </c:pt>
                <c:pt idx="4080">
                  <c:v>6.6446999999999985</c:v>
                </c:pt>
                <c:pt idx="4081">
                  <c:v>6.6459419999999971</c:v>
                </c:pt>
                <c:pt idx="4082">
                  <c:v>6.6490470000000004</c:v>
                </c:pt>
                <c:pt idx="4083">
                  <c:v>6.6502889999999972</c:v>
                </c:pt>
                <c:pt idx="4084">
                  <c:v>6.6527729999999972</c:v>
                </c:pt>
                <c:pt idx="4085">
                  <c:v>6.6540149999999949</c:v>
                </c:pt>
                <c:pt idx="4086">
                  <c:v>6.6564989999999975</c:v>
                </c:pt>
                <c:pt idx="4087">
                  <c:v>6.657740999999997</c:v>
                </c:pt>
                <c:pt idx="4088">
                  <c:v>6.6608459999999967</c:v>
                </c:pt>
                <c:pt idx="4089">
                  <c:v>6.6620879999999945</c:v>
                </c:pt>
                <c:pt idx="4090">
                  <c:v>6.6633299999999975</c:v>
                </c:pt>
                <c:pt idx="4091">
                  <c:v>6.6658139999999957</c:v>
                </c:pt>
                <c:pt idx="4092">
                  <c:v>6.6670559999999961</c:v>
                </c:pt>
                <c:pt idx="4093">
                  <c:v>6.6682980000000001</c:v>
                </c:pt>
                <c:pt idx="4094">
                  <c:v>6.6714029999999998</c:v>
                </c:pt>
                <c:pt idx="4095">
                  <c:v>6.6726449999999975</c:v>
                </c:pt>
                <c:pt idx="4096">
                  <c:v>6.673886999999997</c:v>
                </c:pt>
                <c:pt idx="4097">
                  <c:v>6.6763709999999996</c:v>
                </c:pt>
                <c:pt idx="4098">
                  <c:v>6.677613</c:v>
                </c:pt>
                <c:pt idx="4099">
                  <c:v>6.6788549999999978</c:v>
                </c:pt>
                <c:pt idx="4100">
                  <c:v>6.680097</c:v>
                </c:pt>
                <c:pt idx="4101">
                  <c:v>6.6825809999999946</c:v>
                </c:pt>
                <c:pt idx="4102">
                  <c:v>6.6844439999999965</c:v>
                </c:pt>
                <c:pt idx="4103">
                  <c:v>6.6856859999999969</c:v>
                </c:pt>
                <c:pt idx="4104">
                  <c:v>6.6881699999999995</c:v>
                </c:pt>
                <c:pt idx="4105">
                  <c:v>6.6894119999999972</c:v>
                </c:pt>
                <c:pt idx="4106">
                  <c:v>6.6906539999999985</c:v>
                </c:pt>
                <c:pt idx="4107">
                  <c:v>6.6931379999999967</c:v>
                </c:pt>
                <c:pt idx="4108">
                  <c:v>6.6943799999999971</c:v>
                </c:pt>
                <c:pt idx="4109">
                  <c:v>6.6962429999999999</c:v>
                </c:pt>
                <c:pt idx="4110">
                  <c:v>6.6987270000000008</c:v>
                </c:pt>
                <c:pt idx="4111">
                  <c:v>6.6999689999999985</c:v>
                </c:pt>
                <c:pt idx="4112">
                  <c:v>6.7012109999999998</c:v>
                </c:pt>
                <c:pt idx="4113">
                  <c:v>6.7036949999999997</c:v>
                </c:pt>
                <c:pt idx="4114">
                  <c:v>6.7049369999999966</c:v>
                </c:pt>
                <c:pt idx="4115">
                  <c:v>6.7061789999999997</c:v>
                </c:pt>
                <c:pt idx="4116">
                  <c:v>6.7092840000000002</c:v>
                </c:pt>
                <c:pt idx="4117">
                  <c:v>6.7105259999999971</c:v>
                </c:pt>
                <c:pt idx="4118">
                  <c:v>6.7117680000000028</c:v>
                </c:pt>
                <c:pt idx="4119">
                  <c:v>6.7142519999999966</c:v>
                </c:pt>
                <c:pt idx="4120">
                  <c:v>6.7154939999999996</c:v>
                </c:pt>
                <c:pt idx="4121">
                  <c:v>6.716736</c:v>
                </c:pt>
                <c:pt idx="4122">
                  <c:v>6.7179779999999969</c:v>
                </c:pt>
                <c:pt idx="4123">
                  <c:v>6.7210830000000001</c:v>
                </c:pt>
                <c:pt idx="4124">
                  <c:v>6.722324999999997</c:v>
                </c:pt>
                <c:pt idx="4125">
                  <c:v>6.7235670000000001</c:v>
                </c:pt>
                <c:pt idx="4126">
                  <c:v>6.726051</c:v>
                </c:pt>
                <c:pt idx="4127">
                  <c:v>6.7272930000000004</c:v>
                </c:pt>
                <c:pt idx="4128">
                  <c:v>6.7285349999999964</c:v>
                </c:pt>
                <c:pt idx="4129">
                  <c:v>6.7297769999999995</c:v>
                </c:pt>
                <c:pt idx="4130">
                  <c:v>6.732882</c:v>
                </c:pt>
                <c:pt idx="4131">
                  <c:v>6.7341239999999996</c:v>
                </c:pt>
                <c:pt idx="4132">
                  <c:v>6.7353660000000026</c:v>
                </c:pt>
                <c:pt idx="4133">
                  <c:v>6.7378499999999999</c:v>
                </c:pt>
                <c:pt idx="4134">
                  <c:v>6.739092000000003</c:v>
                </c:pt>
                <c:pt idx="4135">
                  <c:v>6.7403339999999998</c:v>
                </c:pt>
                <c:pt idx="4136">
                  <c:v>6.7428180000000006</c:v>
                </c:pt>
                <c:pt idx="4137">
                  <c:v>6.7446809999999973</c:v>
                </c:pt>
                <c:pt idx="4138">
                  <c:v>6.7459229999999986</c:v>
                </c:pt>
                <c:pt idx="4139">
                  <c:v>6.7471649999999972</c:v>
                </c:pt>
                <c:pt idx="4140">
                  <c:v>6.7484070000000003</c:v>
                </c:pt>
                <c:pt idx="4141">
                  <c:v>6.7508910000000002</c:v>
                </c:pt>
                <c:pt idx="4142">
                  <c:v>6.7521329999999971</c:v>
                </c:pt>
                <c:pt idx="4143">
                  <c:v>6.7533750000000001</c:v>
                </c:pt>
                <c:pt idx="4144">
                  <c:v>6.7546170000000005</c:v>
                </c:pt>
                <c:pt idx="4145">
                  <c:v>6.7564800000000007</c:v>
                </c:pt>
                <c:pt idx="4146">
                  <c:v>6.7589639999999997</c:v>
                </c:pt>
                <c:pt idx="4147">
                  <c:v>6.7602059999999975</c:v>
                </c:pt>
                <c:pt idx="4148">
                  <c:v>6.7614479999999997</c:v>
                </c:pt>
                <c:pt idx="4149">
                  <c:v>6.7626900000000001</c:v>
                </c:pt>
                <c:pt idx="4150">
                  <c:v>6.7639319999999969</c:v>
                </c:pt>
                <c:pt idx="4151">
                  <c:v>6.7651739999999974</c:v>
                </c:pt>
                <c:pt idx="4152">
                  <c:v>6.7664159999999978</c:v>
                </c:pt>
                <c:pt idx="4153">
                  <c:v>6.7695210000000001</c:v>
                </c:pt>
                <c:pt idx="4154">
                  <c:v>6.7707630000000041</c:v>
                </c:pt>
                <c:pt idx="4155">
                  <c:v>6.7720049999999965</c:v>
                </c:pt>
                <c:pt idx="4156">
                  <c:v>6.7732470000000031</c:v>
                </c:pt>
                <c:pt idx="4157">
                  <c:v>6.774489</c:v>
                </c:pt>
                <c:pt idx="4158">
                  <c:v>6.7757309999999995</c:v>
                </c:pt>
                <c:pt idx="4159">
                  <c:v>6.7769729999999999</c:v>
                </c:pt>
                <c:pt idx="4160">
                  <c:v>6.7782149999999985</c:v>
                </c:pt>
                <c:pt idx="4161">
                  <c:v>6.7813200000000027</c:v>
                </c:pt>
                <c:pt idx="4162">
                  <c:v>6.7825620000000004</c:v>
                </c:pt>
                <c:pt idx="4163">
                  <c:v>6.7838039999999999</c:v>
                </c:pt>
                <c:pt idx="4164">
                  <c:v>6.7850460000000004</c:v>
                </c:pt>
                <c:pt idx="4165">
                  <c:v>6.7862880000000034</c:v>
                </c:pt>
                <c:pt idx="4166">
                  <c:v>6.7875299999999985</c:v>
                </c:pt>
                <c:pt idx="4167">
                  <c:v>6.7887719999999998</c:v>
                </c:pt>
                <c:pt idx="4168">
                  <c:v>6.7900139999999976</c:v>
                </c:pt>
                <c:pt idx="4169">
                  <c:v>6.7912559999999997</c:v>
                </c:pt>
                <c:pt idx="4170">
                  <c:v>6.7931189999999972</c:v>
                </c:pt>
                <c:pt idx="4171">
                  <c:v>6.7943610000000003</c:v>
                </c:pt>
                <c:pt idx="4172">
                  <c:v>6.7968450000000002</c:v>
                </c:pt>
                <c:pt idx="4173">
                  <c:v>6.7980869999999971</c:v>
                </c:pt>
                <c:pt idx="4174">
                  <c:v>6.7993290000000028</c:v>
                </c:pt>
                <c:pt idx="4175">
                  <c:v>6.8005710000000006</c:v>
                </c:pt>
                <c:pt idx="4176">
                  <c:v>6.8018129999999966</c:v>
                </c:pt>
                <c:pt idx="4177">
                  <c:v>6.803054999999997</c:v>
                </c:pt>
                <c:pt idx="4178">
                  <c:v>6.8049179999999945</c:v>
                </c:pt>
                <c:pt idx="4179">
                  <c:v>6.8061600000000002</c:v>
                </c:pt>
                <c:pt idx="4180">
                  <c:v>6.8086440000000001</c:v>
                </c:pt>
                <c:pt idx="4181">
                  <c:v>6.809885999999997</c:v>
                </c:pt>
                <c:pt idx="4182">
                  <c:v>6.8111280000000001</c:v>
                </c:pt>
                <c:pt idx="4183">
                  <c:v>6.8123700000000005</c:v>
                </c:pt>
                <c:pt idx="4184">
                  <c:v>6.813612</c:v>
                </c:pt>
                <c:pt idx="4185">
                  <c:v>6.8148539999999969</c:v>
                </c:pt>
                <c:pt idx="4186">
                  <c:v>6.8167170000000006</c:v>
                </c:pt>
                <c:pt idx="4187">
                  <c:v>6.8179589999999948</c:v>
                </c:pt>
                <c:pt idx="4188">
                  <c:v>6.8192009999999996</c:v>
                </c:pt>
                <c:pt idx="4189">
                  <c:v>6.820443</c:v>
                </c:pt>
                <c:pt idx="4190">
                  <c:v>6.8229269999999955</c:v>
                </c:pt>
                <c:pt idx="4191">
                  <c:v>6.8241689999999977</c:v>
                </c:pt>
                <c:pt idx="4192">
                  <c:v>6.8254109999999946</c:v>
                </c:pt>
                <c:pt idx="4193">
                  <c:v>6.8266530000000003</c:v>
                </c:pt>
                <c:pt idx="4194">
                  <c:v>6.828515999999996</c:v>
                </c:pt>
                <c:pt idx="4195">
                  <c:v>6.8309999999999995</c:v>
                </c:pt>
                <c:pt idx="4196">
                  <c:v>6.8322420000000035</c:v>
                </c:pt>
                <c:pt idx="4197">
                  <c:v>6.8334839999999986</c:v>
                </c:pt>
                <c:pt idx="4198">
                  <c:v>6.8347259999999972</c:v>
                </c:pt>
                <c:pt idx="4199">
                  <c:v>6.8372099999999998</c:v>
                </c:pt>
                <c:pt idx="4200">
                  <c:v>6.8384520000000002</c:v>
                </c:pt>
                <c:pt idx="4201">
                  <c:v>6.8396940000000024</c:v>
                </c:pt>
                <c:pt idx="4202">
                  <c:v>6.8427990000000003</c:v>
                </c:pt>
                <c:pt idx="4203">
                  <c:v>6.8440410000000007</c:v>
                </c:pt>
                <c:pt idx="4204">
                  <c:v>6.8452829999999985</c:v>
                </c:pt>
                <c:pt idx="4205">
                  <c:v>6.8465249999999971</c:v>
                </c:pt>
                <c:pt idx="4206">
                  <c:v>6.8490089999999997</c:v>
                </c:pt>
                <c:pt idx="4207">
                  <c:v>6.8502510000000001</c:v>
                </c:pt>
                <c:pt idx="4208">
                  <c:v>6.8514929999999996</c:v>
                </c:pt>
                <c:pt idx="4209">
                  <c:v>6.8545979999999966</c:v>
                </c:pt>
                <c:pt idx="4210">
                  <c:v>6.855839999999997</c:v>
                </c:pt>
                <c:pt idx="4211">
                  <c:v>6.8570819999999966</c:v>
                </c:pt>
                <c:pt idx="4212">
                  <c:v>6.8595659999999965</c:v>
                </c:pt>
                <c:pt idx="4213">
                  <c:v>6.8608079999999969</c:v>
                </c:pt>
                <c:pt idx="4214">
                  <c:v>6.8620499999999973</c:v>
                </c:pt>
                <c:pt idx="4215">
                  <c:v>6.8651549999999943</c:v>
                </c:pt>
                <c:pt idx="4216">
                  <c:v>6.8663970000000001</c:v>
                </c:pt>
                <c:pt idx="4217">
                  <c:v>6.8676389999999969</c:v>
                </c:pt>
                <c:pt idx="4218">
                  <c:v>6.8701230000000004</c:v>
                </c:pt>
                <c:pt idx="4219">
                  <c:v>6.8713649999999999</c:v>
                </c:pt>
                <c:pt idx="4220">
                  <c:v>6.8726070000000004</c:v>
                </c:pt>
                <c:pt idx="4221">
                  <c:v>6.8750909999999985</c:v>
                </c:pt>
                <c:pt idx="4222">
                  <c:v>6.8769539999999996</c:v>
                </c:pt>
                <c:pt idx="4223">
                  <c:v>6.878196</c:v>
                </c:pt>
                <c:pt idx="4224">
                  <c:v>6.8794379999999995</c:v>
                </c:pt>
                <c:pt idx="4225">
                  <c:v>6.8819220000000003</c:v>
                </c:pt>
                <c:pt idx="4226">
                  <c:v>6.8831639999999998</c:v>
                </c:pt>
                <c:pt idx="4227">
                  <c:v>6.8844059999999967</c:v>
                </c:pt>
                <c:pt idx="4228">
                  <c:v>6.8856479999999998</c:v>
                </c:pt>
                <c:pt idx="4229">
                  <c:v>6.8881320000000006</c:v>
                </c:pt>
                <c:pt idx="4230">
                  <c:v>6.8899950000000008</c:v>
                </c:pt>
                <c:pt idx="4231">
                  <c:v>6.8912369999999985</c:v>
                </c:pt>
                <c:pt idx="4232">
                  <c:v>6.8924789999999971</c:v>
                </c:pt>
                <c:pt idx="4233">
                  <c:v>6.8949629999999971</c:v>
                </c:pt>
                <c:pt idx="4234">
                  <c:v>6.8962050000000001</c:v>
                </c:pt>
                <c:pt idx="4235">
                  <c:v>6.897446999999997</c:v>
                </c:pt>
                <c:pt idx="4236">
                  <c:v>6.8986890000000001</c:v>
                </c:pt>
                <c:pt idx="4237">
                  <c:v>6.9017940000000024</c:v>
                </c:pt>
                <c:pt idx="4238">
                  <c:v>6.9030360000000002</c:v>
                </c:pt>
                <c:pt idx="4239">
                  <c:v>6.9042780000000024</c:v>
                </c:pt>
                <c:pt idx="4240">
                  <c:v>6.9067620000000032</c:v>
                </c:pt>
                <c:pt idx="4241">
                  <c:v>6.908004</c:v>
                </c:pt>
                <c:pt idx="4242">
                  <c:v>6.9092460000000022</c:v>
                </c:pt>
                <c:pt idx="4243">
                  <c:v>6.910488</c:v>
                </c:pt>
                <c:pt idx="4244">
                  <c:v>6.9135929999999997</c:v>
                </c:pt>
                <c:pt idx="4245">
                  <c:v>6.9148349999999956</c:v>
                </c:pt>
                <c:pt idx="4246">
                  <c:v>6.9160770000000014</c:v>
                </c:pt>
                <c:pt idx="4247">
                  <c:v>6.917319</c:v>
                </c:pt>
                <c:pt idx="4248">
                  <c:v>6.9198030000000035</c:v>
                </c:pt>
                <c:pt idx="4249">
                  <c:v>6.9210449999999986</c:v>
                </c:pt>
                <c:pt idx="4250">
                  <c:v>6.9222869999999972</c:v>
                </c:pt>
                <c:pt idx="4251">
                  <c:v>6.9235289999999985</c:v>
                </c:pt>
                <c:pt idx="4252">
                  <c:v>6.9253919999999995</c:v>
                </c:pt>
                <c:pt idx="4253">
                  <c:v>6.926634</c:v>
                </c:pt>
                <c:pt idx="4254">
                  <c:v>6.9291179999999972</c:v>
                </c:pt>
                <c:pt idx="4255">
                  <c:v>6.930360000000003</c:v>
                </c:pt>
                <c:pt idx="4256">
                  <c:v>6.931602000000006</c:v>
                </c:pt>
                <c:pt idx="4257">
                  <c:v>6.9340859999999971</c:v>
                </c:pt>
                <c:pt idx="4258">
                  <c:v>6.9353279999999993</c:v>
                </c:pt>
                <c:pt idx="4259">
                  <c:v>6.9365700000000023</c:v>
                </c:pt>
                <c:pt idx="4260">
                  <c:v>6.9396750000000029</c:v>
                </c:pt>
                <c:pt idx="4261">
                  <c:v>6.9409169999999971</c:v>
                </c:pt>
                <c:pt idx="4262">
                  <c:v>6.9421590000000002</c:v>
                </c:pt>
                <c:pt idx="4263">
                  <c:v>6.9434009999999997</c:v>
                </c:pt>
                <c:pt idx="4264">
                  <c:v>6.9458850000000005</c:v>
                </c:pt>
                <c:pt idx="4265">
                  <c:v>6.9471269999999965</c:v>
                </c:pt>
                <c:pt idx="4266">
                  <c:v>6.9483690000000031</c:v>
                </c:pt>
                <c:pt idx="4267">
                  <c:v>6.9502319999999997</c:v>
                </c:pt>
                <c:pt idx="4268">
                  <c:v>6.9514740000000002</c:v>
                </c:pt>
                <c:pt idx="4269">
                  <c:v>6.9539580000000001</c:v>
                </c:pt>
                <c:pt idx="4270">
                  <c:v>6.9551999999999996</c:v>
                </c:pt>
                <c:pt idx="4271">
                  <c:v>6.9564420000000027</c:v>
                </c:pt>
                <c:pt idx="4272">
                  <c:v>6.9576839999999995</c:v>
                </c:pt>
                <c:pt idx="4273">
                  <c:v>6.9589259999999973</c:v>
                </c:pt>
                <c:pt idx="4274">
                  <c:v>6.9620310000000005</c:v>
                </c:pt>
                <c:pt idx="4275">
                  <c:v>6.9632729999999992</c:v>
                </c:pt>
                <c:pt idx="4276">
                  <c:v>6.9645149999999942</c:v>
                </c:pt>
                <c:pt idx="4277">
                  <c:v>6.965757</c:v>
                </c:pt>
                <c:pt idx="4278">
                  <c:v>6.9669989999999995</c:v>
                </c:pt>
                <c:pt idx="4279">
                  <c:v>6.9694830000000003</c:v>
                </c:pt>
                <c:pt idx="4280">
                  <c:v>6.9707249999999998</c:v>
                </c:pt>
                <c:pt idx="4281">
                  <c:v>6.9719670000000029</c:v>
                </c:pt>
                <c:pt idx="4282">
                  <c:v>6.9750719999999999</c:v>
                </c:pt>
                <c:pt idx="4283">
                  <c:v>6.9763140000000003</c:v>
                </c:pt>
                <c:pt idx="4284">
                  <c:v>6.9775560000000008</c:v>
                </c:pt>
                <c:pt idx="4285">
                  <c:v>6.9800399999999998</c:v>
                </c:pt>
                <c:pt idx="4286">
                  <c:v>6.9812820000000029</c:v>
                </c:pt>
                <c:pt idx="4287">
                  <c:v>6.9825239999999997</c:v>
                </c:pt>
                <c:pt idx="4288">
                  <c:v>6.9837660000000028</c:v>
                </c:pt>
                <c:pt idx="4289">
                  <c:v>6.9868709999999998</c:v>
                </c:pt>
                <c:pt idx="4290">
                  <c:v>6.9881130000000002</c:v>
                </c:pt>
                <c:pt idx="4291">
                  <c:v>6.9893550000000024</c:v>
                </c:pt>
                <c:pt idx="4292">
                  <c:v>6.9905970000000002</c:v>
                </c:pt>
                <c:pt idx="4293">
                  <c:v>6.9930809999999965</c:v>
                </c:pt>
                <c:pt idx="4294">
                  <c:v>6.9943229999999996</c:v>
                </c:pt>
                <c:pt idx="4295">
                  <c:v>6.995565</c:v>
                </c:pt>
                <c:pt idx="4296">
                  <c:v>6.9968069999999996</c:v>
                </c:pt>
                <c:pt idx="4297">
                  <c:v>6.9999120000000001</c:v>
                </c:pt>
                <c:pt idx="4298">
                  <c:v>7.0011539999999997</c:v>
                </c:pt>
                <c:pt idx="4299">
                  <c:v>7.0023960000000001</c:v>
                </c:pt>
                <c:pt idx="4300">
                  <c:v>7.0036380000000014</c:v>
                </c:pt>
                <c:pt idx="4301">
                  <c:v>7.0061220000000004</c:v>
                </c:pt>
                <c:pt idx="4302">
                  <c:v>7.0073640000000008</c:v>
                </c:pt>
                <c:pt idx="4303">
                  <c:v>7.0086059999999986</c:v>
                </c:pt>
                <c:pt idx="4304">
                  <c:v>7.0104689999999996</c:v>
                </c:pt>
                <c:pt idx="4305">
                  <c:v>7.0129529999999969</c:v>
                </c:pt>
                <c:pt idx="4306">
                  <c:v>7.0141949999999955</c:v>
                </c:pt>
                <c:pt idx="4307">
                  <c:v>7.0154369999999977</c:v>
                </c:pt>
                <c:pt idx="4308">
                  <c:v>7.0179209999999967</c:v>
                </c:pt>
                <c:pt idx="4309">
                  <c:v>7.0191630000000034</c:v>
                </c:pt>
                <c:pt idx="4310">
                  <c:v>7.0204049999999958</c:v>
                </c:pt>
                <c:pt idx="4311">
                  <c:v>7.0235099999999973</c:v>
                </c:pt>
                <c:pt idx="4312">
                  <c:v>7.0247519999999959</c:v>
                </c:pt>
                <c:pt idx="4313">
                  <c:v>7.0259939999999972</c:v>
                </c:pt>
                <c:pt idx="4314">
                  <c:v>7.0272359999999967</c:v>
                </c:pt>
                <c:pt idx="4315">
                  <c:v>7.0297200000000002</c:v>
                </c:pt>
                <c:pt idx="4316">
                  <c:v>7.0309619999999997</c:v>
                </c:pt>
                <c:pt idx="4317">
                  <c:v>7.0322040000000001</c:v>
                </c:pt>
                <c:pt idx="4318">
                  <c:v>7.0334460000000014</c:v>
                </c:pt>
                <c:pt idx="4319">
                  <c:v>7.0365509999999976</c:v>
                </c:pt>
                <c:pt idx="4320">
                  <c:v>7.0377929999999997</c:v>
                </c:pt>
                <c:pt idx="4321">
                  <c:v>7.0390350000000002</c:v>
                </c:pt>
                <c:pt idx="4322">
                  <c:v>7.0402769999999997</c:v>
                </c:pt>
                <c:pt idx="4323">
                  <c:v>7.0427609999999996</c:v>
                </c:pt>
                <c:pt idx="4324">
                  <c:v>7.044003</c:v>
                </c:pt>
                <c:pt idx="4325">
                  <c:v>7.0452450000000004</c:v>
                </c:pt>
                <c:pt idx="4326">
                  <c:v>7.0471080000000006</c:v>
                </c:pt>
                <c:pt idx="4327">
                  <c:v>7.0483500000000001</c:v>
                </c:pt>
                <c:pt idx="4328">
                  <c:v>7.0508339999999965</c:v>
                </c:pt>
                <c:pt idx="4329">
                  <c:v>7.0520759999999969</c:v>
                </c:pt>
                <c:pt idx="4330">
                  <c:v>7.053318</c:v>
                </c:pt>
                <c:pt idx="4331">
                  <c:v>7.0545599999999968</c:v>
                </c:pt>
                <c:pt idx="4332">
                  <c:v>7.0558019999999972</c:v>
                </c:pt>
                <c:pt idx="4333">
                  <c:v>7.0570439999999985</c:v>
                </c:pt>
                <c:pt idx="4334">
                  <c:v>7.060149</c:v>
                </c:pt>
                <c:pt idx="4335">
                  <c:v>7.0613910000000004</c:v>
                </c:pt>
                <c:pt idx="4336">
                  <c:v>7.0626329999999973</c:v>
                </c:pt>
                <c:pt idx="4337">
                  <c:v>7.0638749999999977</c:v>
                </c:pt>
                <c:pt idx="4338">
                  <c:v>7.0663589999999985</c:v>
                </c:pt>
                <c:pt idx="4339">
                  <c:v>7.0676009999999971</c:v>
                </c:pt>
                <c:pt idx="4340">
                  <c:v>7.0688429999999975</c:v>
                </c:pt>
                <c:pt idx="4341">
                  <c:v>7.0707059999999995</c:v>
                </c:pt>
                <c:pt idx="4342">
                  <c:v>7.0731900000000003</c:v>
                </c:pt>
                <c:pt idx="4343">
                  <c:v>7.0744319999999972</c:v>
                </c:pt>
                <c:pt idx="4344">
                  <c:v>7.0756740000000002</c:v>
                </c:pt>
                <c:pt idx="4345">
                  <c:v>7.0781580000000002</c:v>
                </c:pt>
                <c:pt idx="4346">
                  <c:v>7.0794000000000024</c:v>
                </c:pt>
                <c:pt idx="4347">
                  <c:v>7.0806419999999992</c:v>
                </c:pt>
                <c:pt idx="4348">
                  <c:v>7.0818839999999996</c:v>
                </c:pt>
                <c:pt idx="4349">
                  <c:v>7.0837469999999998</c:v>
                </c:pt>
                <c:pt idx="4350">
                  <c:v>7.0862309999999997</c:v>
                </c:pt>
                <c:pt idx="4351">
                  <c:v>7.0874730000000001</c:v>
                </c:pt>
                <c:pt idx="4352">
                  <c:v>7.088714999999997</c:v>
                </c:pt>
                <c:pt idx="4353">
                  <c:v>7.0899570000000001</c:v>
                </c:pt>
                <c:pt idx="4354">
                  <c:v>7.092441</c:v>
                </c:pt>
                <c:pt idx="4355">
                  <c:v>7.0936830000000004</c:v>
                </c:pt>
                <c:pt idx="4356">
                  <c:v>7.095545999999997</c:v>
                </c:pt>
                <c:pt idx="4357">
                  <c:v>7.0967880000000001</c:v>
                </c:pt>
                <c:pt idx="4358">
                  <c:v>7.0992720000000027</c:v>
                </c:pt>
                <c:pt idx="4359">
                  <c:v>7.1005139999999969</c:v>
                </c:pt>
                <c:pt idx="4360">
                  <c:v>7.101756</c:v>
                </c:pt>
                <c:pt idx="4361">
                  <c:v>7.1029979999999977</c:v>
                </c:pt>
                <c:pt idx="4362">
                  <c:v>7.1054819999999967</c:v>
                </c:pt>
                <c:pt idx="4363">
                  <c:v>7.1073450000000005</c:v>
                </c:pt>
                <c:pt idx="4364">
                  <c:v>7.1085869999999947</c:v>
                </c:pt>
                <c:pt idx="4365">
                  <c:v>7.1110709999999973</c:v>
                </c:pt>
                <c:pt idx="4366">
                  <c:v>7.1123129999999959</c:v>
                </c:pt>
                <c:pt idx="4367">
                  <c:v>7.1135549999999945</c:v>
                </c:pt>
                <c:pt idx="4368">
                  <c:v>7.1160389999999971</c:v>
                </c:pt>
                <c:pt idx="4369">
                  <c:v>7.1172809999999966</c:v>
                </c:pt>
                <c:pt idx="4370">
                  <c:v>7.1191439999999995</c:v>
                </c:pt>
                <c:pt idx="4371">
                  <c:v>7.1216280000000003</c:v>
                </c:pt>
                <c:pt idx="4372">
                  <c:v>7.122869999999998</c:v>
                </c:pt>
                <c:pt idx="4373">
                  <c:v>7.1241119999999931</c:v>
                </c:pt>
                <c:pt idx="4374">
                  <c:v>7.1265959999999966</c:v>
                </c:pt>
                <c:pt idx="4375">
                  <c:v>7.1278379999999943</c:v>
                </c:pt>
                <c:pt idx="4376">
                  <c:v>7.1290799999999974</c:v>
                </c:pt>
                <c:pt idx="4377">
                  <c:v>7.1303219999999996</c:v>
                </c:pt>
                <c:pt idx="4378">
                  <c:v>7.1334270000000002</c:v>
                </c:pt>
                <c:pt idx="4379">
                  <c:v>7.1346690000000024</c:v>
                </c:pt>
                <c:pt idx="4380">
                  <c:v>7.1359109999999966</c:v>
                </c:pt>
                <c:pt idx="4381">
                  <c:v>7.1371530000000005</c:v>
                </c:pt>
                <c:pt idx="4382">
                  <c:v>7.1396369999999996</c:v>
                </c:pt>
                <c:pt idx="4383">
                  <c:v>7.140879</c:v>
                </c:pt>
                <c:pt idx="4384">
                  <c:v>7.1421209999999968</c:v>
                </c:pt>
                <c:pt idx="4385">
                  <c:v>7.1452260000000001</c:v>
                </c:pt>
                <c:pt idx="4386">
                  <c:v>7.1464679999999996</c:v>
                </c:pt>
                <c:pt idx="4387">
                  <c:v>7.1477099999999973</c:v>
                </c:pt>
                <c:pt idx="4388">
                  <c:v>7.1489519999999978</c:v>
                </c:pt>
                <c:pt idx="4389">
                  <c:v>7.1514359999999977</c:v>
                </c:pt>
                <c:pt idx="4390">
                  <c:v>7.1526780000000008</c:v>
                </c:pt>
                <c:pt idx="4391">
                  <c:v>7.1539199999999958</c:v>
                </c:pt>
                <c:pt idx="4392">
                  <c:v>7.1570249999999955</c:v>
                </c:pt>
                <c:pt idx="4393">
                  <c:v>7.1582669999999995</c:v>
                </c:pt>
                <c:pt idx="4394">
                  <c:v>7.1595089999999972</c:v>
                </c:pt>
                <c:pt idx="4395">
                  <c:v>7.1607509999999968</c:v>
                </c:pt>
                <c:pt idx="4396">
                  <c:v>7.1619929999999972</c:v>
                </c:pt>
                <c:pt idx="4397">
                  <c:v>7.1644769999999962</c:v>
                </c:pt>
                <c:pt idx="4398">
                  <c:v>7.1657189999999966</c:v>
                </c:pt>
                <c:pt idx="4399">
                  <c:v>7.1675819999999941</c:v>
                </c:pt>
                <c:pt idx="4400">
                  <c:v>7.1700659999999985</c:v>
                </c:pt>
                <c:pt idx="4401">
                  <c:v>7.1713079999999998</c:v>
                </c:pt>
                <c:pt idx="4402">
                  <c:v>7.1725499999999975</c:v>
                </c:pt>
                <c:pt idx="4403">
                  <c:v>7.1750339999999975</c:v>
                </c:pt>
                <c:pt idx="4404">
                  <c:v>7.1762759999999997</c:v>
                </c:pt>
                <c:pt idx="4405">
                  <c:v>7.1775179999999956</c:v>
                </c:pt>
                <c:pt idx="4406">
                  <c:v>7.1806230000000024</c:v>
                </c:pt>
                <c:pt idx="4407">
                  <c:v>7.1818649999999975</c:v>
                </c:pt>
                <c:pt idx="4408">
                  <c:v>7.1843490000000001</c:v>
                </c:pt>
                <c:pt idx="4409">
                  <c:v>7.185590999999997</c:v>
                </c:pt>
                <c:pt idx="4410">
                  <c:v>7.186833</c:v>
                </c:pt>
                <c:pt idx="4411">
                  <c:v>7.189317</c:v>
                </c:pt>
                <c:pt idx="4412">
                  <c:v>7.1905589999999977</c:v>
                </c:pt>
                <c:pt idx="4413">
                  <c:v>7.1924220000000005</c:v>
                </c:pt>
                <c:pt idx="4414">
                  <c:v>7.194905999999996</c:v>
                </c:pt>
                <c:pt idx="4415">
                  <c:v>7.1961479999999964</c:v>
                </c:pt>
                <c:pt idx="4416">
                  <c:v>7.1986319999999973</c:v>
                </c:pt>
                <c:pt idx="4417">
                  <c:v>7.1998739999999986</c:v>
                </c:pt>
                <c:pt idx="4418">
                  <c:v>7.2011159999999972</c:v>
                </c:pt>
                <c:pt idx="4419">
                  <c:v>7.2042210000000004</c:v>
                </c:pt>
                <c:pt idx="4420">
                  <c:v>7.2054630000000026</c:v>
                </c:pt>
                <c:pt idx="4421">
                  <c:v>7.2079469999999972</c:v>
                </c:pt>
                <c:pt idx="4422">
                  <c:v>7.2091890000000003</c:v>
                </c:pt>
                <c:pt idx="4423">
                  <c:v>7.2104310000000007</c:v>
                </c:pt>
                <c:pt idx="4424">
                  <c:v>7.2129149999999944</c:v>
                </c:pt>
                <c:pt idx="4425">
                  <c:v>7.2141569999999966</c:v>
                </c:pt>
                <c:pt idx="4426">
                  <c:v>7.2172619999999998</c:v>
                </c:pt>
                <c:pt idx="4427">
                  <c:v>7.2185039999999985</c:v>
                </c:pt>
                <c:pt idx="4428">
                  <c:v>7.2197459999999998</c:v>
                </c:pt>
                <c:pt idx="4429">
                  <c:v>7.2222300000000006</c:v>
                </c:pt>
                <c:pt idx="4430">
                  <c:v>7.2234720000000001</c:v>
                </c:pt>
                <c:pt idx="4431">
                  <c:v>7.2247139999999979</c:v>
                </c:pt>
                <c:pt idx="4432">
                  <c:v>7.2271979999999969</c:v>
                </c:pt>
                <c:pt idx="4433">
                  <c:v>7.2290609999999997</c:v>
                </c:pt>
                <c:pt idx="4434">
                  <c:v>7.2315449999999997</c:v>
                </c:pt>
                <c:pt idx="4435">
                  <c:v>7.2327870000000001</c:v>
                </c:pt>
                <c:pt idx="4436">
                  <c:v>7.2340289999999996</c:v>
                </c:pt>
                <c:pt idx="4437">
                  <c:v>7.2365130000000004</c:v>
                </c:pt>
                <c:pt idx="4438">
                  <c:v>7.2377549999999973</c:v>
                </c:pt>
                <c:pt idx="4439">
                  <c:v>7.2408599999999996</c:v>
                </c:pt>
                <c:pt idx="4440">
                  <c:v>7.242102</c:v>
                </c:pt>
                <c:pt idx="4441">
                  <c:v>7.2433440000000004</c:v>
                </c:pt>
                <c:pt idx="4442">
                  <c:v>7.2458279999999995</c:v>
                </c:pt>
                <c:pt idx="4443">
                  <c:v>7.2470699999999999</c:v>
                </c:pt>
                <c:pt idx="4444">
                  <c:v>7.2483120000000003</c:v>
                </c:pt>
                <c:pt idx="4445">
                  <c:v>7.2507960000000002</c:v>
                </c:pt>
                <c:pt idx="4446">
                  <c:v>7.2526590000000004</c:v>
                </c:pt>
                <c:pt idx="4447">
                  <c:v>7.2539009999999964</c:v>
                </c:pt>
                <c:pt idx="4448">
                  <c:v>7.2563849999999972</c:v>
                </c:pt>
                <c:pt idx="4449">
                  <c:v>7.2576269999999985</c:v>
                </c:pt>
                <c:pt idx="4450">
                  <c:v>7.2588689999999998</c:v>
                </c:pt>
                <c:pt idx="4451">
                  <c:v>7.2613529999999997</c:v>
                </c:pt>
                <c:pt idx="4452">
                  <c:v>7.2625949999999966</c:v>
                </c:pt>
                <c:pt idx="4453">
                  <c:v>7.2644579999999968</c:v>
                </c:pt>
                <c:pt idx="4454">
                  <c:v>7.2669420000000002</c:v>
                </c:pt>
                <c:pt idx="4455">
                  <c:v>7.268183999999998</c:v>
                </c:pt>
                <c:pt idx="4456">
                  <c:v>7.2694259999999975</c:v>
                </c:pt>
                <c:pt idx="4457">
                  <c:v>7.2719100000000001</c:v>
                </c:pt>
                <c:pt idx="4458">
                  <c:v>7.2731519999999996</c:v>
                </c:pt>
                <c:pt idx="4459">
                  <c:v>7.274394</c:v>
                </c:pt>
                <c:pt idx="4460">
                  <c:v>7.2762570000000029</c:v>
                </c:pt>
                <c:pt idx="4461">
                  <c:v>7.2787410000000028</c:v>
                </c:pt>
                <c:pt idx="4462">
                  <c:v>7.2799830000000014</c:v>
                </c:pt>
                <c:pt idx="4463">
                  <c:v>7.2812250000000027</c:v>
                </c:pt>
                <c:pt idx="4464">
                  <c:v>7.2824670000000014</c:v>
                </c:pt>
                <c:pt idx="4465">
                  <c:v>7.2849509999999968</c:v>
                </c:pt>
                <c:pt idx="4466">
                  <c:v>7.2861929999999999</c:v>
                </c:pt>
                <c:pt idx="4467">
                  <c:v>7.2874349999999959</c:v>
                </c:pt>
                <c:pt idx="4468">
                  <c:v>7.2892980000000032</c:v>
                </c:pt>
                <c:pt idx="4469">
                  <c:v>7.2917820000000004</c:v>
                </c:pt>
                <c:pt idx="4470">
                  <c:v>7.293024</c:v>
                </c:pt>
                <c:pt idx="4471">
                  <c:v>7.2942660000000004</c:v>
                </c:pt>
                <c:pt idx="4472">
                  <c:v>7.2955079999999972</c:v>
                </c:pt>
                <c:pt idx="4473">
                  <c:v>7.2967500000000003</c:v>
                </c:pt>
                <c:pt idx="4474">
                  <c:v>7.2992339999999993</c:v>
                </c:pt>
                <c:pt idx="4475">
                  <c:v>7.3010969999999995</c:v>
                </c:pt>
                <c:pt idx="4476">
                  <c:v>7.3023389999999972</c:v>
                </c:pt>
                <c:pt idx="4477">
                  <c:v>7.3035809999999959</c:v>
                </c:pt>
                <c:pt idx="4478">
                  <c:v>7.3048229999999972</c:v>
                </c:pt>
                <c:pt idx="4479">
                  <c:v>7.3060650000000003</c:v>
                </c:pt>
                <c:pt idx="4480">
                  <c:v>7.3085490000000002</c:v>
                </c:pt>
                <c:pt idx="4481">
                  <c:v>7.3097910000000024</c:v>
                </c:pt>
                <c:pt idx="4482">
                  <c:v>7.3110330000000001</c:v>
                </c:pt>
                <c:pt idx="4483">
                  <c:v>7.3128959999999958</c:v>
                </c:pt>
                <c:pt idx="4484">
                  <c:v>7.3141379999999945</c:v>
                </c:pt>
                <c:pt idx="4485">
                  <c:v>7.3166219999999997</c:v>
                </c:pt>
                <c:pt idx="4486">
                  <c:v>7.3178639999999975</c:v>
                </c:pt>
                <c:pt idx="4487">
                  <c:v>7.319105999999997</c:v>
                </c:pt>
                <c:pt idx="4488">
                  <c:v>7.3203480000000001</c:v>
                </c:pt>
                <c:pt idx="4489">
                  <c:v>7.3228319999999956</c:v>
                </c:pt>
                <c:pt idx="4490">
                  <c:v>7.3246949999999966</c:v>
                </c:pt>
                <c:pt idx="4491">
                  <c:v>7.3259369999999961</c:v>
                </c:pt>
                <c:pt idx="4492">
                  <c:v>7.3271789999999948</c:v>
                </c:pt>
                <c:pt idx="4493">
                  <c:v>7.328420999999997</c:v>
                </c:pt>
                <c:pt idx="4494">
                  <c:v>7.3296630000000027</c:v>
                </c:pt>
                <c:pt idx="4495">
                  <c:v>7.332147</c:v>
                </c:pt>
                <c:pt idx="4496">
                  <c:v>7.3333889999999995</c:v>
                </c:pt>
                <c:pt idx="4497">
                  <c:v>7.3346309999999972</c:v>
                </c:pt>
                <c:pt idx="4498">
                  <c:v>7.3358730000000003</c:v>
                </c:pt>
                <c:pt idx="4499">
                  <c:v>7.3377360000000005</c:v>
                </c:pt>
                <c:pt idx="4500">
                  <c:v>7.3402200000000004</c:v>
                </c:pt>
                <c:pt idx="4501">
                  <c:v>7.341461999999999</c:v>
                </c:pt>
                <c:pt idx="4502">
                  <c:v>7.3427039999999995</c:v>
                </c:pt>
                <c:pt idx="4503">
                  <c:v>7.3451879999999958</c:v>
                </c:pt>
                <c:pt idx="4504">
                  <c:v>7.3464299999999998</c:v>
                </c:pt>
                <c:pt idx="4505">
                  <c:v>7.3476720000000002</c:v>
                </c:pt>
                <c:pt idx="4506">
                  <c:v>7.3495349999999977</c:v>
                </c:pt>
                <c:pt idx="4507">
                  <c:v>7.3520189999999968</c:v>
                </c:pt>
                <c:pt idx="4508">
                  <c:v>7.3532609999999998</c:v>
                </c:pt>
                <c:pt idx="4509">
                  <c:v>7.3545029999999967</c:v>
                </c:pt>
                <c:pt idx="4510">
                  <c:v>7.3557450000000006</c:v>
                </c:pt>
                <c:pt idx="4511">
                  <c:v>7.3582289999999997</c:v>
                </c:pt>
                <c:pt idx="4512">
                  <c:v>7.3594710000000001</c:v>
                </c:pt>
                <c:pt idx="4513">
                  <c:v>7.3613339999999985</c:v>
                </c:pt>
                <c:pt idx="4514">
                  <c:v>7.3625759999999945</c:v>
                </c:pt>
                <c:pt idx="4515">
                  <c:v>7.3650599999999971</c:v>
                </c:pt>
                <c:pt idx="4516">
                  <c:v>7.3663020000000001</c:v>
                </c:pt>
                <c:pt idx="4517">
                  <c:v>7.3675439999999979</c:v>
                </c:pt>
                <c:pt idx="4518">
                  <c:v>7.3687859999999956</c:v>
                </c:pt>
                <c:pt idx="4519">
                  <c:v>7.3712700000000018</c:v>
                </c:pt>
                <c:pt idx="4520">
                  <c:v>7.3731329999999975</c:v>
                </c:pt>
                <c:pt idx="4521">
                  <c:v>7.374374999999997</c:v>
                </c:pt>
                <c:pt idx="4522">
                  <c:v>7.3768589999999996</c:v>
                </c:pt>
                <c:pt idx="4523">
                  <c:v>7.378101</c:v>
                </c:pt>
                <c:pt idx="4524">
                  <c:v>7.3793430000000022</c:v>
                </c:pt>
                <c:pt idx="4525">
                  <c:v>7.3818270000000004</c:v>
                </c:pt>
                <c:pt idx="4526">
                  <c:v>7.3830689999999999</c:v>
                </c:pt>
                <c:pt idx="4527">
                  <c:v>7.3861740000000005</c:v>
                </c:pt>
                <c:pt idx="4528">
                  <c:v>7.3874159999999973</c:v>
                </c:pt>
                <c:pt idx="4529">
                  <c:v>7.3898999999999999</c:v>
                </c:pt>
                <c:pt idx="4530">
                  <c:v>7.3923839999999972</c:v>
                </c:pt>
                <c:pt idx="4531">
                  <c:v>7.3936260000000003</c:v>
                </c:pt>
                <c:pt idx="4532">
                  <c:v>7.3961099999999975</c:v>
                </c:pt>
                <c:pt idx="4533">
                  <c:v>7.3979729999999977</c:v>
                </c:pt>
                <c:pt idx="4534">
                  <c:v>7.4004570000000003</c:v>
                </c:pt>
                <c:pt idx="4535">
                  <c:v>7.401699000000006</c:v>
                </c:pt>
                <c:pt idx="4536">
                  <c:v>7.4041829999999971</c:v>
                </c:pt>
                <c:pt idx="4537">
                  <c:v>7.4054250000000001</c:v>
                </c:pt>
                <c:pt idx="4538">
                  <c:v>7.4079090000000001</c:v>
                </c:pt>
                <c:pt idx="4539">
                  <c:v>7.4097720000000029</c:v>
                </c:pt>
                <c:pt idx="4540">
                  <c:v>7.4122560000000002</c:v>
                </c:pt>
                <c:pt idx="4541">
                  <c:v>7.4134980000000024</c:v>
                </c:pt>
                <c:pt idx="4542">
                  <c:v>7.415981999999997</c:v>
                </c:pt>
                <c:pt idx="4543">
                  <c:v>7.417224</c:v>
                </c:pt>
                <c:pt idx="4544">
                  <c:v>7.4197080000000026</c:v>
                </c:pt>
                <c:pt idx="4545">
                  <c:v>7.4215710000000001</c:v>
                </c:pt>
                <c:pt idx="4546">
                  <c:v>7.4240549999999956</c:v>
                </c:pt>
                <c:pt idx="4547">
                  <c:v>7.4252970000000014</c:v>
                </c:pt>
                <c:pt idx="4548">
                  <c:v>7.4277809999999977</c:v>
                </c:pt>
                <c:pt idx="4549">
                  <c:v>7.429022999999999</c:v>
                </c:pt>
                <c:pt idx="4550">
                  <c:v>7.4315069999999999</c:v>
                </c:pt>
                <c:pt idx="4551">
                  <c:v>7.4327489999999994</c:v>
                </c:pt>
                <c:pt idx="4552">
                  <c:v>7.4346119999999996</c:v>
                </c:pt>
                <c:pt idx="4553">
                  <c:v>7.4370960000000004</c:v>
                </c:pt>
                <c:pt idx="4554">
                  <c:v>7.4383379999999999</c:v>
                </c:pt>
                <c:pt idx="4555">
                  <c:v>7.4408219999999998</c:v>
                </c:pt>
                <c:pt idx="4556">
                  <c:v>7.4420640000000002</c:v>
                </c:pt>
                <c:pt idx="4557">
                  <c:v>7.4433060000000024</c:v>
                </c:pt>
                <c:pt idx="4558">
                  <c:v>7.4464109999999986</c:v>
                </c:pt>
                <c:pt idx="4559">
                  <c:v>7.4476529999999999</c:v>
                </c:pt>
                <c:pt idx="4560">
                  <c:v>7.4488949999999985</c:v>
                </c:pt>
                <c:pt idx="4561">
                  <c:v>7.4501369999999971</c:v>
                </c:pt>
                <c:pt idx="4562">
                  <c:v>7.4526209999999997</c:v>
                </c:pt>
                <c:pt idx="4563">
                  <c:v>7.4538630000000028</c:v>
                </c:pt>
                <c:pt idx="4564">
                  <c:v>7.4551050000000005</c:v>
                </c:pt>
                <c:pt idx="4565">
                  <c:v>7.4563470000000027</c:v>
                </c:pt>
                <c:pt idx="4566">
                  <c:v>7.4582100000000002</c:v>
                </c:pt>
                <c:pt idx="4567">
                  <c:v>7.4606939999999993</c:v>
                </c:pt>
                <c:pt idx="4568">
                  <c:v>7.461935999999997</c:v>
                </c:pt>
                <c:pt idx="4569">
                  <c:v>7.4631780000000001</c:v>
                </c:pt>
                <c:pt idx="4570">
                  <c:v>7.4644199999999969</c:v>
                </c:pt>
                <c:pt idx="4571">
                  <c:v>7.4656620000000027</c:v>
                </c:pt>
                <c:pt idx="4572">
                  <c:v>7.4669039999999995</c:v>
                </c:pt>
                <c:pt idx="4573">
                  <c:v>7.4700090000000028</c:v>
                </c:pt>
                <c:pt idx="4574">
                  <c:v>7.4712510000000041</c:v>
                </c:pt>
                <c:pt idx="4575">
                  <c:v>7.4724930000000027</c:v>
                </c:pt>
                <c:pt idx="4576">
                  <c:v>7.4737350000000013</c:v>
                </c:pt>
                <c:pt idx="4577">
                  <c:v>7.4762190000000022</c:v>
                </c:pt>
                <c:pt idx="4578">
                  <c:v>7.4774609999999999</c:v>
                </c:pt>
                <c:pt idx="4579">
                  <c:v>7.4787029999999994</c:v>
                </c:pt>
                <c:pt idx="4580">
                  <c:v>7.4811870000000003</c:v>
                </c:pt>
                <c:pt idx="4581">
                  <c:v>7.4830500000000004</c:v>
                </c:pt>
                <c:pt idx="4582">
                  <c:v>7.4842919999999999</c:v>
                </c:pt>
                <c:pt idx="4583">
                  <c:v>7.4867759999999999</c:v>
                </c:pt>
                <c:pt idx="4584">
                  <c:v>7.4880180000000003</c:v>
                </c:pt>
                <c:pt idx="4585">
                  <c:v>7.489260000000006</c:v>
                </c:pt>
                <c:pt idx="4586">
                  <c:v>7.4917440000000024</c:v>
                </c:pt>
                <c:pt idx="4587">
                  <c:v>7.4929859999999966</c:v>
                </c:pt>
                <c:pt idx="4588">
                  <c:v>7.4948490000000003</c:v>
                </c:pt>
                <c:pt idx="4589">
                  <c:v>7.4973330000000002</c:v>
                </c:pt>
                <c:pt idx="4590">
                  <c:v>7.4985749999999971</c:v>
                </c:pt>
                <c:pt idx="4591">
                  <c:v>7.5010590000000024</c:v>
                </c:pt>
                <c:pt idx="4592">
                  <c:v>7.5023009999999966</c:v>
                </c:pt>
                <c:pt idx="4593">
                  <c:v>7.5035429999999996</c:v>
                </c:pt>
                <c:pt idx="4594">
                  <c:v>7.5066479999999993</c:v>
                </c:pt>
                <c:pt idx="4595">
                  <c:v>7.5078899999999971</c:v>
                </c:pt>
                <c:pt idx="4596">
                  <c:v>7.5103739999999997</c:v>
                </c:pt>
                <c:pt idx="4597">
                  <c:v>7.5116160000000001</c:v>
                </c:pt>
                <c:pt idx="4598">
                  <c:v>7.5140999999999973</c:v>
                </c:pt>
                <c:pt idx="4599">
                  <c:v>7.5153420000000004</c:v>
                </c:pt>
                <c:pt idx="4600">
                  <c:v>7.5184469999999965</c:v>
                </c:pt>
                <c:pt idx="4601">
                  <c:v>7.5196889999999996</c:v>
                </c:pt>
                <c:pt idx="4602">
                  <c:v>7.5221729999999969</c:v>
                </c:pt>
                <c:pt idx="4603">
                  <c:v>7.5246569999999977</c:v>
                </c:pt>
                <c:pt idx="4604">
                  <c:v>7.5258989999999972</c:v>
                </c:pt>
                <c:pt idx="4605">
                  <c:v>7.5283829999999972</c:v>
                </c:pt>
                <c:pt idx="4606">
                  <c:v>7.5296250000000002</c:v>
                </c:pt>
                <c:pt idx="4607">
                  <c:v>7.5327300000000008</c:v>
                </c:pt>
                <c:pt idx="4608">
                  <c:v>7.5339719999999986</c:v>
                </c:pt>
                <c:pt idx="4609">
                  <c:v>7.5352139999999999</c:v>
                </c:pt>
                <c:pt idx="4610">
                  <c:v>7.5376979999999998</c:v>
                </c:pt>
                <c:pt idx="4611">
                  <c:v>7.5389400000000002</c:v>
                </c:pt>
                <c:pt idx="4612">
                  <c:v>7.5414240000000001</c:v>
                </c:pt>
                <c:pt idx="4613">
                  <c:v>7.5432870000000003</c:v>
                </c:pt>
                <c:pt idx="4614">
                  <c:v>7.5445289999999972</c:v>
                </c:pt>
                <c:pt idx="4615">
                  <c:v>7.5457710000000002</c:v>
                </c:pt>
                <c:pt idx="4616">
                  <c:v>7.5482549999999975</c:v>
                </c:pt>
                <c:pt idx="4617">
                  <c:v>7.5494969999999997</c:v>
                </c:pt>
                <c:pt idx="4618">
                  <c:v>7.5507390000000001</c:v>
                </c:pt>
                <c:pt idx="4619">
                  <c:v>7.5519809999999969</c:v>
                </c:pt>
                <c:pt idx="4620">
                  <c:v>7.5550859999999966</c:v>
                </c:pt>
                <c:pt idx="4621">
                  <c:v>7.5563279999999997</c:v>
                </c:pt>
                <c:pt idx="4622">
                  <c:v>7.5575699999999975</c:v>
                </c:pt>
                <c:pt idx="4623">
                  <c:v>7.5600539999999974</c:v>
                </c:pt>
                <c:pt idx="4624">
                  <c:v>7.5612960000000013</c:v>
                </c:pt>
                <c:pt idx="4625">
                  <c:v>7.5637799999999995</c:v>
                </c:pt>
                <c:pt idx="4626">
                  <c:v>7.5650219999999972</c:v>
                </c:pt>
                <c:pt idx="4627">
                  <c:v>7.5681269999999969</c:v>
                </c:pt>
                <c:pt idx="4628">
                  <c:v>7.5693690000000027</c:v>
                </c:pt>
                <c:pt idx="4629">
                  <c:v>7.5718529999999999</c:v>
                </c:pt>
                <c:pt idx="4630">
                  <c:v>7.5730950000000004</c:v>
                </c:pt>
                <c:pt idx="4631">
                  <c:v>7.5743369999999972</c:v>
                </c:pt>
                <c:pt idx="4632">
                  <c:v>7.5768210000000034</c:v>
                </c:pt>
                <c:pt idx="4633">
                  <c:v>7.5780629999999993</c:v>
                </c:pt>
                <c:pt idx="4634">
                  <c:v>7.5811679999999999</c:v>
                </c:pt>
                <c:pt idx="4635">
                  <c:v>7.5824099999999985</c:v>
                </c:pt>
                <c:pt idx="4636">
                  <c:v>7.5848939999999985</c:v>
                </c:pt>
                <c:pt idx="4637">
                  <c:v>7.5861359999999971</c:v>
                </c:pt>
                <c:pt idx="4638">
                  <c:v>7.5886200000000024</c:v>
                </c:pt>
                <c:pt idx="4639">
                  <c:v>7.5898620000000028</c:v>
                </c:pt>
                <c:pt idx="4640">
                  <c:v>7.5929669999999971</c:v>
                </c:pt>
                <c:pt idx="4641">
                  <c:v>7.5942089999999975</c:v>
                </c:pt>
                <c:pt idx="4642">
                  <c:v>7.5966930000000028</c:v>
                </c:pt>
                <c:pt idx="4643">
                  <c:v>7.5979349999999943</c:v>
                </c:pt>
                <c:pt idx="4644">
                  <c:v>7.6004190000000005</c:v>
                </c:pt>
                <c:pt idx="4645">
                  <c:v>7.6016610000000027</c:v>
                </c:pt>
                <c:pt idx="4646">
                  <c:v>7.6047660000000006</c:v>
                </c:pt>
                <c:pt idx="4647">
                  <c:v>7.6060079999999965</c:v>
                </c:pt>
                <c:pt idx="4648">
                  <c:v>7.608492</c:v>
                </c:pt>
                <c:pt idx="4649">
                  <c:v>7.6109759999999955</c:v>
                </c:pt>
                <c:pt idx="4650">
                  <c:v>7.6122179999999968</c:v>
                </c:pt>
                <c:pt idx="4651">
                  <c:v>7.6153230000000001</c:v>
                </c:pt>
                <c:pt idx="4652">
                  <c:v>7.6178069999999956</c:v>
                </c:pt>
                <c:pt idx="4653">
                  <c:v>7.6202910000000008</c:v>
                </c:pt>
                <c:pt idx="4654">
                  <c:v>7.6227749999999945</c:v>
                </c:pt>
                <c:pt idx="4655">
                  <c:v>7.6252589999999971</c:v>
                </c:pt>
                <c:pt idx="4656">
                  <c:v>7.6283639999999995</c:v>
                </c:pt>
                <c:pt idx="4657">
                  <c:v>7.6308480000000003</c:v>
                </c:pt>
                <c:pt idx="4658">
                  <c:v>7.6333320000000002</c:v>
                </c:pt>
                <c:pt idx="4659">
                  <c:v>7.6358159999999957</c:v>
                </c:pt>
                <c:pt idx="4660">
                  <c:v>7.6383000000000001</c:v>
                </c:pt>
                <c:pt idx="4661">
                  <c:v>7.6401630000000003</c:v>
                </c:pt>
                <c:pt idx="4662">
                  <c:v>7.6426470000000002</c:v>
                </c:pt>
                <c:pt idx="4663">
                  <c:v>7.6451309999999966</c:v>
                </c:pt>
                <c:pt idx="4664">
                  <c:v>7.6476149999999956</c:v>
                </c:pt>
                <c:pt idx="4665">
                  <c:v>7.6488570000000005</c:v>
                </c:pt>
                <c:pt idx="4666">
                  <c:v>7.6519619999999975</c:v>
                </c:pt>
                <c:pt idx="4667">
                  <c:v>7.6544459999999956</c:v>
                </c:pt>
                <c:pt idx="4668">
                  <c:v>7.6569299999999973</c:v>
                </c:pt>
                <c:pt idx="4669">
                  <c:v>7.6581719999999978</c:v>
                </c:pt>
                <c:pt idx="4670">
                  <c:v>7.6606559999999977</c:v>
                </c:pt>
                <c:pt idx="4671">
                  <c:v>7.6618979999999972</c:v>
                </c:pt>
                <c:pt idx="4672">
                  <c:v>7.6650029999999969</c:v>
                </c:pt>
                <c:pt idx="4673">
                  <c:v>7.666245</c:v>
                </c:pt>
                <c:pt idx="4674">
                  <c:v>7.6687289999999972</c:v>
                </c:pt>
                <c:pt idx="4675">
                  <c:v>7.6699709999999968</c:v>
                </c:pt>
                <c:pt idx="4676">
                  <c:v>7.6724549999999967</c:v>
                </c:pt>
                <c:pt idx="4677">
                  <c:v>7.6736969999999998</c:v>
                </c:pt>
                <c:pt idx="4678">
                  <c:v>7.6768020000000003</c:v>
                </c:pt>
                <c:pt idx="4679">
                  <c:v>7.6780440000000008</c:v>
                </c:pt>
                <c:pt idx="4680">
                  <c:v>7.6805279999999971</c:v>
                </c:pt>
                <c:pt idx="4681">
                  <c:v>7.6817699999999993</c:v>
                </c:pt>
                <c:pt idx="4682">
                  <c:v>7.6842539999999975</c:v>
                </c:pt>
                <c:pt idx="4683">
                  <c:v>7.685495999999997</c:v>
                </c:pt>
                <c:pt idx="4684">
                  <c:v>7.6886010000000002</c:v>
                </c:pt>
                <c:pt idx="4685">
                  <c:v>7.6898429999999998</c:v>
                </c:pt>
                <c:pt idx="4686">
                  <c:v>7.6910849999999966</c:v>
                </c:pt>
                <c:pt idx="4687">
                  <c:v>7.6935689999999965</c:v>
                </c:pt>
                <c:pt idx="4688">
                  <c:v>7.6948109999999943</c:v>
                </c:pt>
                <c:pt idx="4689">
                  <c:v>7.6972949999999969</c:v>
                </c:pt>
                <c:pt idx="4690">
                  <c:v>7.6985369999999955</c:v>
                </c:pt>
                <c:pt idx="4691">
                  <c:v>7.7004000000000001</c:v>
                </c:pt>
                <c:pt idx="4692">
                  <c:v>7.7028839999999974</c:v>
                </c:pt>
                <c:pt idx="4693">
                  <c:v>7.7041260000000005</c:v>
                </c:pt>
                <c:pt idx="4694">
                  <c:v>7.7053680000000027</c:v>
                </c:pt>
                <c:pt idx="4695">
                  <c:v>7.7066100000000004</c:v>
                </c:pt>
                <c:pt idx="4696">
                  <c:v>7.7090939999999994</c:v>
                </c:pt>
                <c:pt idx="4697">
                  <c:v>7.7103359999999972</c:v>
                </c:pt>
                <c:pt idx="4698">
                  <c:v>7.712199</c:v>
                </c:pt>
                <c:pt idx="4699">
                  <c:v>7.7134409999999995</c:v>
                </c:pt>
                <c:pt idx="4700">
                  <c:v>7.7159249999999977</c:v>
                </c:pt>
                <c:pt idx="4701">
                  <c:v>7.7171669999999972</c:v>
                </c:pt>
                <c:pt idx="4702">
                  <c:v>7.7184090000000003</c:v>
                </c:pt>
                <c:pt idx="4703">
                  <c:v>7.7196509999999998</c:v>
                </c:pt>
                <c:pt idx="4704">
                  <c:v>7.7221349999999962</c:v>
                </c:pt>
                <c:pt idx="4705">
                  <c:v>7.7233769999999975</c:v>
                </c:pt>
                <c:pt idx="4706">
                  <c:v>7.7252399999999986</c:v>
                </c:pt>
                <c:pt idx="4707">
                  <c:v>7.7264819999999972</c:v>
                </c:pt>
                <c:pt idx="4708">
                  <c:v>7.7289659999999971</c:v>
                </c:pt>
                <c:pt idx="4709">
                  <c:v>7.7302080000000029</c:v>
                </c:pt>
                <c:pt idx="4710">
                  <c:v>7.7314500000000024</c:v>
                </c:pt>
                <c:pt idx="4711">
                  <c:v>7.7326920000000028</c:v>
                </c:pt>
                <c:pt idx="4712">
                  <c:v>7.7351760000000001</c:v>
                </c:pt>
                <c:pt idx="4713">
                  <c:v>7.7370389999999976</c:v>
                </c:pt>
                <c:pt idx="4714">
                  <c:v>7.7382809999999997</c:v>
                </c:pt>
                <c:pt idx="4715">
                  <c:v>7.7407649999999997</c:v>
                </c:pt>
                <c:pt idx="4716">
                  <c:v>7.7420070000000001</c:v>
                </c:pt>
                <c:pt idx="4717">
                  <c:v>7.7432490000000032</c:v>
                </c:pt>
                <c:pt idx="4718">
                  <c:v>7.7457330000000004</c:v>
                </c:pt>
                <c:pt idx="4719">
                  <c:v>7.7469749999999973</c:v>
                </c:pt>
                <c:pt idx="4720">
                  <c:v>7.7488380000000001</c:v>
                </c:pt>
                <c:pt idx="4721">
                  <c:v>7.7513219999999992</c:v>
                </c:pt>
                <c:pt idx="4722">
                  <c:v>7.7525639999999996</c:v>
                </c:pt>
                <c:pt idx="4723">
                  <c:v>7.7550479999999995</c:v>
                </c:pt>
                <c:pt idx="4724">
                  <c:v>7.7562899999999999</c:v>
                </c:pt>
                <c:pt idx="4725">
                  <c:v>7.7587739999999998</c:v>
                </c:pt>
                <c:pt idx="4726">
                  <c:v>7.760637</c:v>
                </c:pt>
                <c:pt idx="4727">
                  <c:v>7.7618790000000004</c:v>
                </c:pt>
                <c:pt idx="4728">
                  <c:v>7.7643630000000003</c:v>
                </c:pt>
                <c:pt idx="4729">
                  <c:v>7.7656050000000008</c:v>
                </c:pt>
                <c:pt idx="4730">
                  <c:v>7.7668469999999985</c:v>
                </c:pt>
                <c:pt idx="4731">
                  <c:v>7.7693309999999975</c:v>
                </c:pt>
                <c:pt idx="4732">
                  <c:v>7.7705729999999997</c:v>
                </c:pt>
                <c:pt idx="4733">
                  <c:v>7.773678000000003</c:v>
                </c:pt>
                <c:pt idx="4734">
                  <c:v>7.7761620000000029</c:v>
                </c:pt>
                <c:pt idx="4735">
                  <c:v>7.7774039999999998</c:v>
                </c:pt>
                <c:pt idx="4736">
                  <c:v>7.7786460000000028</c:v>
                </c:pt>
                <c:pt idx="4737">
                  <c:v>7.7786460000000028</c:v>
                </c:pt>
                <c:pt idx="4738">
                  <c:v>7.7786460000000028</c:v>
                </c:pt>
                <c:pt idx="4739">
                  <c:v>7.7786460000000028</c:v>
                </c:pt>
                <c:pt idx="4740">
                  <c:v>7.7786460000000028</c:v>
                </c:pt>
                <c:pt idx="4741">
                  <c:v>7.7786460000000028</c:v>
                </c:pt>
                <c:pt idx="4742">
                  <c:v>7.7798880000000024</c:v>
                </c:pt>
                <c:pt idx="4743">
                  <c:v>7.7798880000000024</c:v>
                </c:pt>
                <c:pt idx="4744">
                  <c:v>7.7798880000000024</c:v>
                </c:pt>
                <c:pt idx="4745">
                  <c:v>7.7811299999999992</c:v>
                </c:pt>
                <c:pt idx="4746">
                  <c:v>7.7811299999999992</c:v>
                </c:pt>
                <c:pt idx="4747">
                  <c:v>7.783614</c:v>
                </c:pt>
                <c:pt idx="4748">
                  <c:v>7.7854770000000002</c:v>
                </c:pt>
                <c:pt idx="4749">
                  <c:v>7.7854770000000002</c:v>
                </c:pt>
                <c:pt idx="4750">
                  <c:v>7.7854770000000002</c:v>
                </c:pt>
                <c:pt idx="4751">
                  <c:v>7.7854770000000002</c:v>
                </c:pt>
                <c:pt idx="4752">
                  <c:v>7.7854770000000002</c:v>
                </c:pt>
                <c:pt idx="4753">
                  <c:v>7.7867189999999997</c:v>
                </c:pt>
                <c:pt idx="4754">
                  <c:v>7.7879610000000001</c:v>
                </c:pt>
                <c:pt idx="4755">
                  <c:v>7.7879610000000001</c:v>
                </c:pt>
                <c:pt idx="4756">
                  <c:v>7.7892030000000032</c:v>
                </c:pt>
                <c:pt idx="4757">
                  <c:v>7.7904450000000001</c:v>
                </c:pt>
                <c:pt idx="4758">
                  <c:v>7.7904450000000001</c:v>
                </c:pt>
                <c:pt idx="4759">
                  <c:v>7.7904450000000001</c:v>
                </c:pt>
                <c:pt idx="4760">
                  <c:v>7.7904450000000001</c:v>
                </c:pt>
                <c:pt idx="4761">
                  <c:v>7.7904450000000001</c:v>
                </c:pt>
                <c:pt idx="4762">
                  <c:v>7.7904450000000001</c:v>
                </c:pt>
                <c:pt idx="4763">
                  <c:v>7.7904450000000001</c:v>
                </c:pt>
                <c:pt idx="4764">
                  <c:v>7.7904450000000001</c:v>
                </c:pt>
                <c:pt idx="4765">
                  <c:v>7.7904450000000001</c:v>
                </c:pt>
                <c:pt idx="4766">
                  <c:v>7.7904450000000001</c:v>
                </c:pt>
                <c:pt idx="4767">
                  <c:v>7.7904450000000001</c:v>
                </c:pt>
              </c:numCache>
            </c:numRef>
          </c:cat>
          <c:val>
            <c:numRef>
              <c:f>'08_08_13_mount_washington'!$D$2:$D$4769</c:f>
              <c:numCache>
                <c:formatCode>General</c:formatCode>
                <c:ptCount val="4768"/>
                <c:pt idx="0">
                  <c:v>31</c:v>
                </c:pt>
                <c:pt idx="1">
                  <c:v>75</c:v>
                </c:pt>
                <c:pt idx="2">
                  <c:v>18</c:v>
                </c:pt>
                <c:pt idx="3">
                  <c:v>91</c:v>
                </c:pt>
                <c:pt idx="4">
                  <c:v>43</c:v>
                </c:pt>
                <c:pt idx="5">
                  <c:v>33</c:v>
                </c:pt>
                <c:pt idx="6">
                  <c:v>68</c:v>
                </c:pt>
                <c:pt idx="7">
                  <c:v>62</c:v>
                </c:pt>
                <c:pt idx="8">
                  <c:v>24</c:v>
                </c:pt>
                <c:pt idx="9">
                  <c:v>27</c:v>
                </c:pt>
                <c:pt idx="10">
                  <c:v>0</c:v>
                </c:pt>
                <c:pt idx="11">
                  <c:v>0</c:v>
                </c:pt>
                <c:pt idx="12">
                  <c:v>0</c:v>
                </c:pt>
                <c:pt idx="13">
                  <c:v>0</c:v>
                </c:pt>
                <c:pt idx="14">
                  <c:v>60</c:v>
                </c:pt>
                <c:pt idx="15">
                  <c:v>145</c:v>
                </c:pt>
                <c:pt idx="16">
                  <c:v>18</c:v>
                </c:pt>
                <c:pt idx="17">
                  <c:v>3</c:v>
                </c:pt>
                <c:pt idx="18">
                  <c:v>2</c:v>
                </c:pt>
                <c:pt idx="19">
                  <c:v>97</c:v>
                </c:pt>
                <c:pt idx="20">
                  <c:v>32</c:v>
                </c:pt>
                <c:pt idx="21">
                  <c:v>8</c:v>
                </c:pt>
                <c:pt idx="22">
                  <c:v>57</c:v>
                </c:pt>
                <c:pt idx="23">
                  <c:v>43</c:v>
                </c:pt>
                <c:pt idx="24">
                  <c:v>61</c:v>
                </c:pt>
                <c:pt idx="25">
                  <c:v>37</c:v>
                </c:pt>
                <c:pt idx="26">
                  <c:v>22</c:v>
                </c:pt>
                <c:pt idx="27">
                  <c:v>24</c:v>
                </c:pt>
                <c:pt idx="28">
                  <c:v>56</c:v>
                </c:pt>
                <c:pt idx="29">
                  <c:v>108</c:v>
                </c:pt>
                <c:pt idx="30">
                  <c:v>144</c:v>
                </c:pt>
                <c:pt idx="31">
                  <c:v>160</c:v>
                </c:pt>
                <c:pt idx="32">
                  <c:v>8</c:v>
                </c:pt>
                <c:pt idx="33">
                  <c:v>6</c:v>
                </c:pt>
                <c:pt idx="34">
                  <c:v>64</c:v>
                </c:pt>
                <c:pt idx="35">
                  <c:v>109</c:v>
                </c:pt>
                <c:pt idx="36">
                  <c:v>56</c:v>
                </c:pt>
                <c:pt idx="37">
                  <c:v>122</c:v>
                </c:pt>
                <c:pt idx="38">
                  <c:v>96</c:v>
                </c:pt>
                <c:pt idx="39">
                  <c:v>9</c:v>
                </c:pt>
                <c:pt idx="40">
                  <c:v>32</c:v>
                </c:pt>
                <c:pt idx="41">
                  <c:v>110</c:v>
                </c:pt>
                <c:pt idx="42">
                  <c:v>116</c:v>
                </c:pt>
                <c:pt idx="43">
                  <c:v>152</c:v>
                </c:pt>
                <c:pt idx="44">
                  <c:v>136</c:v>
                </c:pt>
                <c:pt idx="45">
                  <c:v>96</c:v>
                </c:pt>
                <c:pt idx="46">
                  <c:v>109</c:v>
                </c:pt>
                <c:pt idx="47">
                  <c:v>126</c:v>
                </c:pt>
                <c:pt idx="48">
                  <c:v>0</c:v>
                </c:pt>
                <c:pt idx="49">
                  <c:v>5</c:v>
                </c:pt>
                <c:pt idx="50">
                  <c:v>75</c:v>
                </c:pt>
                <c:pt idx="51">
                  <c:v>104</c:v>
                </c:pt>
                <c:pt idx="52">
                  <c:v>211</c:v>
                </c:pt>
                <c:pt idx="53">
                  <c:v>57</c:v>
                </c:pt>
                <c:pt idx="54">
                  <c:v>116</c:v>
                </c:pt>
                <c:pt idx="55">
                  <c:v>112</c:v>
                </c:pt>
                <c:pt idx="56">
                  <c:v>134</c:v>
                </c:pt>
                <c:pt idx="57">
                  <c:v>135</c:v>
                </c:pt>
                <c:pt idx="58">
                  <c:v>143</c:v>
                </c:pt>
                <c:pt idx="59">
                  <c:v>149</c:v>
                </c:pt>
                <c:pt idx="60">
                  <c:v>137</c:v>
                </c:pt>
                <c:pt idx="61">
                  <c:v>155</c:v>
                </c:pt>
                <c:pt idx="62">
                  <c:v>187</c:v>
                </c:pt>
                <c:pt idx="63">
                  <c:v>195</c:v>
                </c:pt>
                <c:pt idx="64">
                  <c:v>233</c:v>
                </c:pt>
                <c:pt idx="65">
                  <c:v>228</c:v>
                </c:pt>
                <c:pt idx="66">
                  <c:v>248</c:v>
                </c:pt>
                <c:pt idx="67">
                  <c:v>252</c:v>
                </c:pt>
                <c:pt idx="68">
                  <c:v>256</c:v>
                </c:pt>
                <c:pt idx="69">
                  <c:v>254</c:v>
                </c:pt>
                <c:pt idx="70">
                  <c:v>248</c:v>
                </c:pt>
                <c:pt idx="71">
                  <c:v>232</c:v>
                </c:pt>
                <c:pt idx="72">
                  <c:v>260</c:v>
                </c:pt>
                <c:pt idx="73">
                  <c:v>253</c:v>
                </c:pt>
                <c:pt idx="74">
                  <c:v>214</c:v>
                </c:pt>
                <c:pt idx="75">
                  <c:v>288</c:v>
                </c:pt>
                <c:pt idx="76">
                  <c:v>251</c:v>
                </c:pt>
                <c:pt idx="77">
                  <c:v>261</c:v>
                </c:pt>
                <c:pt idx="78">
                  <c:v>269</c:v>
                </c:pt>
                <c:pt idx="79">
                  <c:v>290</c:v>
                </c:pt>
                <c:pt idx="80">
                  <c:v>317</c:v>
                </c:pt>
                <c:pt idx="81">
                  <c:v>315</c:v>
                </c:pt>
                <c:pt idx="82">
                  <c:v>305</c:v>
                </c:pt>
                <c:pt idx="83">
                  <c:v>341</c:v>
                </c:pt>
                <c:pt idx="84">
                  <c:v>324</c:v>
                </c:pt>
                <c:pt idx="85">
                  <c:v>333</c:v>
                </c:pt>
                <c:pt idx="86">
                  <c:v>361</c:v>
                </c:pt>
                <c:pt idx="87">
                  <c:v>351</c:v>
                </c:pt>
                <c:pt idx="88">
                  <c:v>332</c:v>
                </c:pt>
                <c:pt idx="89">
                  <c:v>341</c:v>
                </c:pt>
                <c:pt idx="90">
                  <c:v>319</c:v>
                </c:pt>
                <c:pt idx="91">
                  <c:v>323</c:v>
                </c:pt>
                <c:pt idx="92">
                  <c:v>332</c:v>
                </c:pt>
                <c:pt idx="93">
                  <c:v>288</c:v>
                </c:pt>
                <c:pt idx="94">
                  <c:v>240</c:v>
                </c:pt>
                <c:pt idx="95">
                  <c:v>242</c:v>
                </c:pt>
                <c:pt idx="96">
                  <c:v>273</c:v>
                </c:pt>
                <c:pt idx="97">
                  <c:v>240</c:v>
                </c:pt>
                <c:pt idx="98">
                  <c:v>261</c:v>
                </c:pt>
                <c:pt idx="99">
                  <c:v>220</c:v>
                </c:pt>
                <c:pt idx="100">
                  <c:v>238</c:v>
                </c:pt>
                <c:pt idx="101">
                  <c:v>230</c:v>
                </c:pt>
                <c:pt idx="102">
                  <c:v>214</c:v>
                </c:pt>
                <c:pt idx="103">
                  <c:v>229</c:v>
                </c:pt>
                <c:pt idx="104">
                  <c:v>256</c:v>
                </c:pt>
                <c:pt idx="105">
                  <c:v>237</c:v>
                </c:pt>
                <c:pt idx="106">
                  <c:v>257</c:v>
                </c:pt>
                <c:pt idx="107">
                  <c:v>290</c:v>
                </c:pt>
                <c:pt idx="108">
                  <c:v>277</c:v>
                </c:pt>
                <c:pt idx="109">
                  <c:v>277</c:v>
                </c:pt>
                <c:pt idx="110">
                  <c:v>275</c:v>
                </c:pt>
                <c:pt idx="111">
                  <c:v>267</c:v>
                </c:pt>
                <c:pt idx="112">
                  <c:v>236</c:v>
                </c:pt>
                <c:pt idx="113">
                  <c:v>302</c:v>
                </c:pt>
                <c:pt idx="114">
                  <c:v>247</c:v>
                </c:pt>
                <c:pt idx="115">
                  <c:v>289</c:v>
                </c:pt>
                <c:pt idx="116">
                  <c:v>259</c:v>
                </c:pt>
                <c:pt idx="117">
                  <c:v>290</c:v>
                </c:pt>
                <c:pt idx="118">
                  <c:v>265</c:v>
                </c:pt>
                <c:pt idx="119">
                  <c:v>247</c:v>
                </c:pt>
                <c:pt idx="120">
                  <c:v>281</c:v>
                </c:pt>
                <c:pt idx="121">
                  <c:v>242</c:v>
                </c:pt>
                <c:pt idx="122">
                  <c:v>253</c:v>
                </c:pt>
                <c:pt idx="123">
                  <c:v>270</c:v>
                </c:pt>
                <c:pt idx="124">
                  <c:v>234</c:v>
                </c:pt>
                <c:pt idx="125">
                  <c:v>233</c:v>
                </c:pt>
                <c:pt idx="126">
                  <c:v>245</c:v>
                </c:pt>
                <c:pt idx="127">
                  <c:v>251</c:v>
                </c:pt>
                <c:pt idx="128">
                  <c:v>267</c:v>
                </c:pt>
                <c:pt idx="129">
                  <c:v>228</c:v>
                </c:pt>
                <c:pt idx="130">
                  <c:v>282</c:v>
                </c:pt>
                <c:pt idx="131">
                  <c:v>256</c:v>
                </c:pt>
                <c:pt idx="132">
                  <c:v>247</c:v>
                </c:pt>
                <c:pt idx="133">
                  <c:v>241</c:v>
                </c:pt>
                <c:pt idx="134">
                  <c:v>274</c:v>
                </c:pt>
                <c:pt idx="135">
                  <c:v>233</c:v>
                </c:pt>
                <c:pt idx="136">
                  <c:v>250</c:v>
                </c:pt>
                <c:pt idx="137">
                  <c:v>245</c:v>
                </c:pt>
                <c:pt idx="138">
                  <c:v>245</c:v>
                </c:pt>
                <c:pt idx="139">
                  <c:v>240</c:v>
                </c:pt>
                <c:pt idx="140">
                  <c:v>214</c:v>
                </c:pt>
                <c:pt idx="141">
                  <c:v>242</c:v>
                </c:pt>
                <c:pt idx="142">
                  <c:v>257</c:v>
                </c:pt>
                <c:pt idx="143">
                  <c:v>280</c:v>
                </c:pt>
                <c:pt idx="144">
                  <c:v>233</c:v>
                </c:pt>
                <c:pt idx="145">
                  <c:v>221</c:v>
                </c:pt>
                <c:pt idx="146">
                  <c:v>267</c:v>
                </c:pt>
                <c:pt idx="147">
                  <c:v>213</c:v>
                </c:pt>
                <c:pt idx="148">
                  <c:v>250</c:v>
                </c:pt>
                <c:pt idx="149">
                  <c:v>254</c:v>
                </c:pt>
                <c:pt idx="150">
                  <c:v>255</c:v>
                </c:pt>
                <c:pt idx="151">
                  <c:v>255</c:v>
                </c:pt>
                <c:pt idx="152">
                  <c:v>276</c:v>
                </c:pt>
                <c:pt idx="153">
                  <c:v>271</c:v>
                </c:pt>
                <c:pt idx="154">
                  <c:v>276</c:v>
                </c:pt>
                <c:pt idx="155">
                  <c:v>291</c:v>
                </c:pt>
                <c:pt idx="156">
                  <c:v>270</c:v>
                </c:pt>
                <c:pt idx="157">
                  <c:v>295</c:v>
                </c:pt>
                <c:pt idx="158">
                  <c:v>282</c:v>
                </c:pt>
                <c:pt idx="159">
                  <c:v>247</c:v>
                </c:pt>
                <c:pt idx="160">
                  <c:v>286</c:v>
                </c:pt>
                <c:pt idx="161">
                  <c:v>228</c:v>
                </c:pt>
                <c:pt idx="162">
                  <c:v>245</c:v>
                </c:pt>
                <c:pt idx="163">
                  <c:v>248</c:v>
                </c:pt>
                <c:pt idx="164">
                  <c:v>221</c:v>
                </c:pt>
                <c:pt idx="165">
                  <c:v>239</c:v>
                </c:pt>
                <c:pt idx="166">
                  <c:v>250</c:v>
                </c:pt>
                <c:pt idx="167">
                  <c:v>236</c:v>
                </c:pt>
                <c:pt idx="168">
                  <c:v>264</c:v>
                </c:pt>
                <c:pt idx="169">
                  <c:v>238</c:v>
                </c:pt>
                <c:pt idx="170">
                  <c:v>231</c:v>
                </c:pt>
                <c:pt idx="171">
                  <c:v>251</c:v>
                </c:pt>
                <c:pt idx="172">
                  <c:v>236</c:v>
                </c:pt>
                <c:pt idx="173">
                  <c:v>275</c:v>
                </c:pt>
                <c:pt idx="174">
                  <c:v>241</c:v>
                </c:pt>
                <c:pt idx="175">
                  <c:v>238</c:v>
                </c:pt>
                <c:pt idx="176">
                  <c:v>266</c:v>
                </c:pt>
                <c:pt idx="177">
                  <c:v>247</c:v>
                </c:pt>
                <c:pt idx="178">
                  <c:v>229</c:v>
                </c:pt>
                <c:pt idx="179">
                  <c:v>255</c:v>
                </c:pt>
                <c:pt idx="180">
                  <c:v>226</c:v>
                </c:pt>
                <c:pt idx="181">
                  <c:v>262</c:v>
                </c:pt>
                <c:pt idx="182">
                  <c:v>237</c:v>
                </c:pt>
                <c:pt idx="183">
                  <c:v>266</c:v>
                </c:pt>
                <c:pt idx="184">
                  <c:v>231</c:v>
                </c:pt>
                <c:pt idx="185">
                  <c:v>269</c:v>
                </c:pt>
                <c:pt idx="186">
                  <c:v>229</c:v>
                </c:pt>
                <c:pt idx="187">
                  <c:v>261</c:v>
                </c:pt>
                <c:pt idx="188">
                  <c:v>248</c:v>
                </c:pt>
                <c:pt idx="189">
                  <c:v>246</c:v>
                </c:pt>
                <c:pt idx="190">
                  <c:v>256</c:v>
                </c:pt>
                <c:pt idx="191">
                  <c:v>262</c:v>
                </c:pt>
                <c:pt idx="192">
                  <c:v>213</c:v>
                </c:pt>
                <c:pt idx="193">
                  <c:v>212</c:v>
                </c:pt>
                <c:pt idx="194">
                  <c:v>180</c:v>
                </c:pt>
                <c:pt idx="195">
                  <c:v>242</c:v>
                </c:pt>
                <c:pt idx="196">
                  <c:v>187</c:v>
                </c:pt>
                <c:pt idx="197">
                  <c:v>217</c:v>
                </c:pt>
                <c:pt idx="198">
                  <c:v>198</c:v>
                </c:pt>
                <c:pt idx="199">
                  <c:v>243</c:v>
                </c:pt>
                <c:pt idx="200">
                  <c:v>236</c:v>
                </c:pt>
                <c:pt idx="201">
                  <c:v>235</c:v>
                </c:pt>
                <c:pt idx="202">
                  <c:v>250</c:v>
                </c:pt>
                <c:pt idx="203">
                  <c:v>262</c:v>
                </c:pt>
                <c:pt idx="204">
                  <c:v>257</c:v>
                </c:pt>
                <c:pt idx="205">
                  <c:v>265</c:v>
                </c:pt>
                <c:pt idx="206">
                  <c:v>294</c:v>
                </c:pt>
                <c:pt idx="207">
                  <c:v>285</c:v>
                </c:pt>
                <c:pt idx="208">
                  <c:v>277</c:v>
                </c:pt>
                <c:pt idx="209">
                  <c:v>304</c:v>
                </c:pt>
                <c:pt idx="210">
                  <c:v>283</c:v>
                </c:pt>
                <c:pt idx="211">
                  <c:v>281</c:v>
                </c:pt>
                <c:pt idx="212">
                  <c:v>299</c:v>
                </c:pt>
                <c:pt idx="213">
                  <c:v>271</c:v>
                </c:pt>
                <c:pt idx="214">
                  <c:v>265</c:v>
                </c:pt>
                <c:pt idx="215">
                  <c:v>273</c:v>
                </c:pt>
                <c:pt idx="216">
                  <c:v>286</c:v>
                </c:pt>
                <c:pt idx="217">
                  <c:v>300</c:v>
                </c:pt>
                <c:pt idx="218">
                  <c:v>272</c:v>
                </c:pt>
                <c:pt idx="219">
                  <c:v>297</c:v>
                </c:pt>
                <c:pt idx="220">
                  <c:v>272</c:v>
                </c:pt>
                <c:pt idx="221">
                  <c:v>281</c:v>
                </c:pt>
                <c:pt idx="222">
                  <c:v>260</c:v>
                </c:pt>
                <c:pt idx="223">
                  <c:v>267</c:v>
                </c:pt>
                <c:pt idx="224">
                  <c:v>262</c:v>
                </c:pt>
                <c:pt idx="225">
                  <c:v>279</c:v>
                </c:pt>
                <c:pt idx="226">
                  <c:v>253</c:v>
                </c:pt>
                <c:pt idx="227">
                  <c:v>289</c:v>
                </c:pt>
                <c:pt idx="228">
                  <c:v>285</c:v>
                </c:pt>
                <c:pt idx="229">
                  <c:v>292</c:v>
                </c:pt>
                <c:pt idx="230">
                  <c:v>294</c:v>
                </c:pt>
                <c:pt idx="231">
                  <c:v>296</c:v>
                </c:pt>
                <c:pt idx="232">
                  <c:v>287</c:v>
                </c:pt>
                <c:pt idx="233">
                  <c:v>273</c:v>
                </c:pt>
                <c:pt idx="234">
                  <c:v>286</c:v>
                </c:pt>
                <c:pt idx="235">
                  <c:v>267</c:v>
                </c:pt>
                <c:pt idx="236">
                  <c:v>278</c:v>
                </c:pt>
                <c:pt idx="237">
                  <c:v>276</c:v>
                </c:pt>
                <c:pt idx="238">
                  <c:v>276</c:v>
                </c:pt>
                <c:pt idx="239">
                  <c:v>295</c:v>
                </c:pt>
                <c:pt idx="240">
                  <c:v>289</c:v>
                </c:pt>
                <c:pt idx="241">
                  <c:v>272</c:v>
                </c:pt>
                <c:pt idx="242">
                  <c:v>241</c:v>
                </c:pt>
                <c:pt idx="243">
                  <c:v>227</c:v>
                </c:pt>
                <c:pt idx="244">
                  <c:v>231</c:v>
                </c:pt>
                <c:pt idx="245">
                  <c:v>230</c:v>
                </c:pt>
                <c:pt idx="246">
                  <c:v>230</c:v>
                </c:pt>
                <c:pt idx="247">
                  <c:v>218</c:v>
                </c:pt>
                <c:pt idx="248">
                  <c:v>244</c:v>
                </c:pt>
                <c:pt idx="249">
                  <c:v>248</c:v>
                </c:pt>
                <c:pt idx="250">
                  <c:v>254</c:v>
                </c:pt>
                <c:pt idx="251">
                  <c:v>252</c:v>
                </c:pt>
                <c:pt idx="252">
                  <c:v>258</c:v>
                </c:pt>
                <c:pt idx="253">
                  <c:v>246</c:v>
                </c:pt>
                <c:pt idx="254">
                  <c:v>241</c:v>
                </c:pt>
                <c:pt idx="255">
                  <c:v>241</c:v>
                </c:pt>
                <c:pt idx="256">
                  <c:v>244</c:v>
                </c:pt>
                <c:pt idx="257">
                  <c:v>245</c:v>
                </c:pt>
                <c:pt idx="258">
                  <c:v>253</c:v>
                </c:pt>
                <c:pt idx="259">
                  <c:v>258</c:v>
                </c:pt>
                <c:pt idx="260">
                  <c:v>266</c:v>
                </c:pt>
                <c:pt idx="261">
                  <c:v>275</c:v>
                </c:pt>
                <c:pt idx="262">
                  <c:v>279</c:v>
                </c:pt>
                <c:pt idx="263">
                  <c:v>285</c:v>
                </c:pt>
                <c:pt idx="264">
                  <c:v>312</c:v>
                </c:pt>
                <c:pt idx="265">
                  <c:v>300</c:v>
                </c:pt>
                <c:pt idx="266">
                  <c:v>329</c:v>
                </c:pt>
                <c:pt idx="267">
                  <c:v>286</c:v>
                </c:pt>
                <c:pt idx="268">
                  <c:v>281</c:v>
                </c:pt>
                <c:pt idx="269">
                  <c:v>253</c:v>
                </c:pt>
                <c:pt idx="270">
                  <c:v>228</c:v>
                </c:pt>
                <c:pt idx="271">
                  <c:v>242</c:v>
                </c:pt>
                <c:pt idx="272">
                  <c:v>235</c:v>
                </c:pt>
                <c:pt idx="273">
                  <c:v>235</c:v>
                </c:pt>
                <c:pt idx="274">
                  <c:v>200</c:v>
                </c:pt>
                <c:pt idx="275">
                  <c:v>220</c:v>
                </c:pt>
                <c:pt idx="276">
                  <c:v>211</c:v>
                </c:pt>
                <c:pt idx="277">
                  <c:v>232</c:v>
                </c:pt>
                <c:pt idx="278">
                  <c:v>196</c:v>
                </c:pt>
                <c:pt idx="279">
                  <c:v>208</c:v>
                </c:pt>
                <c:pt idx="280">
                  <c:v>244</c:v>
                </c:pt>
                <c:pt idx="281">
                  <c:v>214</c:v>
                </c:pt>
                <c:pt idx="282">
                  <c:v>214</c:v>
                </c:pt>
                <c:pt idx="283">
                  <c:v>233</c:v>
                </c:pt>
                <c:pt idx="284">
                  <c:v>221</c:v>
                </c:pt>
                <c:pt idx="285">
                  <c:v>261</c:v>
                </c:pt>
                <c:pt idx="286">
                  <c:v>259</c:v>
                </c:pt>
                <c:pt idx="287">
                  <c:v>299</c:v>
                </c:pt>
                <c:pt idx="288">
                  <c:v>284</c:v>
                </c:pt>
                <c:pt idx="289">
                  <c:v>297</c:v>
                </c:pt>
                <c:pt idx="290">
                  <c:v>370</c:v>
                </c:pt>
                <c:pt idx="291">
                  <c:v>300</c:v>
                </c:pt>
                <c:pt idx="292">
                  <c:v>321</c:v>
                </c:pt>
                <c:pt idx="293">
                  <c:v>297</c:v>
                </c:pt>
                <c:pt idx="294">
                  <c:v>280</c:v>
                </c:pt>
                <c:pt idx="295">
                  <c:v>319</c:v>
                </c:pt>
                <c:pt idx="296">
                  <c:v>302</c:v>
                </c:pt>
                <c:pt idx="297">
                  <c:v>298</c:v>
                </c:pt>
                <c:pt idx="298">
                  <c:v>299</c:v>
                </c:pt>
                <c:pt idx="299">
                  <c:v>282</c:v>
                </c:pt>
                <c:pt idx="300">
                  <c:v>272</c:v>
                </c:pt>
                <c:pt idx="301">
                  <c:v>266</c:v>
                </c:pt>
                <c:pt idx="302">
                  <c:v>276</c:v>
                </c:pt>
                <c:pt idx="303">
                  <c:v>272</c:v>
                </c:pt>
                <c:pt idx="304">
                  <c:v>281</c:v>
                </c:pt>
                <c:pt idx="305">
                  <c:v>293</c:v>
                </c:pt>
                <c:pt idx="306">
                  <c:v>311</c:v>
                </c:pt>
                <c:pt idx="307">
                  <c:v>286</c:v>
                </c:pt>
                <c:pt idx="308">
                  <c:v>295</c:v>
                </c:pt>
                <c:pt idx="309">
                  <c:v>314</c:v>
                </c:pt>
                <c:pt idx="310">
                  <c:v>296</c:v>
                </c:pt>
                <c:pt idx="311">
                  <c:v>294</c:v>
                </c:pt>
                <c:pt idx="312">
                  <c:v>314</c:v>
                </c:pt>
                <c:pt idx="313">
                  <c:v>300</c:v>
                </c:pt>
                <c:pt idx="314">
                  <c:v>331</c:v>
                </c:pt>
                <c:pt idx="315">
                  <c:v>314</c:v>
                </c:pt>
                <c:pt idx="316">
                  <c:v>328</c:v>
                </c:pt>
                <c:pt idx="317">
                  <c:v>313</c:v>
                </c:pt>
                <c:pt idx="318">
                  <c:v>288</c:v>
                </c:pt>
                <c:pt idx="319">
                  <c:v>299</c:v>
                </c:pt>
                <c:pt idx="320">
                  <c:v>288</c:v>
                </c:pt>
                <c:pt idx="321">
                  <c:v>287</c:v>
                </c:pt>
                <c:pt idx="322">
                  <c:v>303</c:v>
                </c:pt>
                <c:pt idx="323">
                  <c:v>314</c:v>
                </c:pt>
                <c:pt idx="324">
                  <c:v>334</c:v>
                </c:pt>
                <c:pt idx="325">
                  <c:v>314</c:v>
                </c:pt>
                <c:pt idx="326">
                  <c:v>288</c:v>
                </c:pt>
                <c:pt idx="327">
                  <c:v>309</c:v>
                </c:pt>
                <c:pt idx="328">
                  <c:v>313</c:v>
                </c:pt>
                <c:pt idx="329">
                  <c:v>299</c:v>
                </c:pt>
                <c:pt idx="330">
                  <c:v>292</c:v>
                </c:pt>
                <c:pt idx="331">
                  <c:v>288</c:v>
                </c:pt>
                <c:pt idx="332">
                  <c:v>297</c:v>
                </c:pt>
                <c:pt idx="333">
                  <c:v>274</c:v>
                </c:pt>
                <c:pt idx="334">
                  <c:v>260</c:v>
                </c:pt>
                <c:pt idx="335">
                  <c:v>280</c:v>
                </c:pt>
                <c:pt idx="336">
                  <c:v>280</c:v>
                </c:pt>
                <c:pt idx="337">
                  <c:v>263</c:v>
                </c:pt>
                <c:pt idx="338">
                  <c:v>258</c:v>
                </c:pt>
                <c:pt idx="339">
                  <c:v>293</c:v>
                </c:pt>
                <c:pt idx="340">
                  <c:v>270</c:v>
                </c:pt>
                <c:pt idx="341">
                  <c:v>276</c:v>
                </c:pt>
                <c:pt idx="342">
                  <c:v>287</c:v>
                </c:pt>
                <c:pt idx="343">
                  <c:v>307</c:v>
                </c:pt>
                <c:pt idx="344">
                  <c:v>299</c:v>
                </c:pt>
                <c:pt idx="345">
                  <c:v>279</c:v>
                </c:pt>
                <c:pt idx="346">
                  <c:v>299</c:v>
                </c:pt>
                <c:pt idx="347">
                  <c:v>296</c:v>
                </c:pt>
                <c:pt idx="348">
                  <c:v>301</c:v>
                </c:pt>
                <c:pt idx="349">
                  <c:v>286</c:v>
                </c:pt>
                <c:pt idx="350">
                  <c:v>293</c:v>
                </c:pt>
                <c:pt idx="351">
                  <c:v>311</c:v>
                </c:pt>
                <c:pt idx="352">
                  <c:v>329</c:v>
                </c:pt>
                <c:pt idx="353">
                  <c:v>324</c:v>
                </c:pt>
                <c:pt idx="354">
                  <c:v>309</c:v>
                </c:pt>
                <c:pt idx="355">
                  <c:v>293</c:v>
                </c:pt>
                <c:pt idx="356">
                  <c:v>281</c:v>
                </c:pt>
                <c:pt idx="357">
                  <c:v>241</c:v>
                </c:pt>
                <c:pt idx="358">
                  <c:v>229</c:v>
                </c:pt>
                <c:pt idx="359">
                  <c:v>232</c:v>
                </c:pt>
                <c:pt idx="360">
                  <c:v>224</c:v>
                </c:pt>
                <c:pt idx="361">
                  <c:v>212</c:v>
                </c:pt>
                <c:pt idx="362">
                  <c:v>217</c:v>
                </c:pt>
                <c:pt idx="363">
                  <c:v>216</c:v>
                </c:pt>
                <c:pt idx="364">
                  <c:v>228</c:v>
                </c:pt>
                <c:pt idx="365">
                  <c:v>219</c:v>
                </c:pt>
                <c:pt idx="366">
                  <c:v>229</c:v>
                </c:pt>
                <c:pt idx="367">
                  <c:v>244</c:v>
                </c:pt>
                <c:pt idx="368">
                  <c:v>246</c:v>
                </c:pt>
                <c:pt idx="369">
                  <c:v>249</c:v>
                </c:pt>
                <c:pt idx="370">
                  <c:v>225</c:v>
                </c:pt>
                <c:pt idx="371">
                  <c:v>216</c:v>
                </c:pt>
                <c:pt idx="372">
                  <c:v>222</c:v>
                </c:pt>
                <c:pt idx="373">
                  <c:v>179</c:v>
                </c:pt>
                <c:pt idx="374">
                  <c:v>191</c:v>
                </c:pt>
                <c:pt idx="375">
                  <c:v>214</c:v>
                </c:pt>
                <c:pt idx="376">
                  <c:v>212</c:v>
                </c:pt>
                <c:pt idx="377">
                  <c:v>241</c:v>
                </c:pt>
                <c:pt idx="378">
                  <c:v>256</c:v>
                </c:pt>
                <c:pt idx="379">
                  <c:v>248</c:v>
                </c:pt>
                <c:pt idx="380">
                  <c:v>266</c:v>
                </c:pt>
                <c:pt idx="381">
                  <c:v>257</c:v>
                </c:pt>
                <c:pt idx="382">
                  <c:v>245</c:v>
                </c:pt>
                <c:pt idx="383">
                  <c:v>266</c:v>
                </c:pt>
                <c:pt idx="384">
                  <c:v>224</c:v>
                </c:pt>
                <c:pt idx="385">
                  <c:v>241</c:v>
                </c:pt>
                <c:pt idx="386">
                  <c:v>234</c:v>
                </c:pt>
                <c:pt idx="387">
                  <c:v>230</c:v>
                </c:pt>
                <c:pt idx="388">
                  <c:v>241</c:v>
                </c:pt>
                <c:pt idx="389">
                  <c:v>211</c:v>
                </c:pt>
                <c:pt idx="390">
                  <c:v>232</c:v>
                </c:pt>
                <c:pt idx="391">
                  <c:v>211</c:v>
                </c:pt>
                <c:pt idx="392">
                  <c:v>227</c:v>
                </c:pt>
                <c:pt idx="393">
                  <c:v>231</c:v>
                </c:pt>
                <c:pt idx="394">
                  <c:v>238</c:v>
                </c:pt>
                <c:pt idx="395">
                  <c:v>260</c:v>
                </c:pt>
                <c:pt idx="396">
                  <c:v>226</c:v>
                </c:pt>
                <c:pt idx="397">
                  <c:v>258</c:v>
                </c:pt>
                <c:pt idx="398">
                  <c:v>239</c:v>
                </c:pt>
                <c:pt idx="399">
                  <c:v>260</c:v>
                </c:pt>
                <c:pt idx="400">
                  <c:v>287</c:v>
                </c:pt>
                <c:pt idx="401">
                  <c:v>282</c:v>
                </c:pt>
                <c:pt idx="402">
                  <c:v>302</c:v>
                </c:pt>
                <c:pt idx="403">
                  <c:v>244</c:v>
                </c:pt>
                <c:pt idx="404">
                  <c:v>274</c:v>
                </c:pt>
                <c:pt idx="405">
                  <c:v>283</c:v>
                </c:pt>
                <c:pt idx="406">
                  <c:v>276</c:v>
                </c:pt>
                <c:pt idx="407">
                  <c:v>277</c:v>
                </c:pt>
                <c:pt idx="408">
                  <c:v>261</c:v>
                </c:pt>
                <c:pt idx="409">
                  <c:v>281</c:v>
                </c:pt>
                <c:pt idx="410">
                  <c:v>241</c:v>
                </c:pt>
                <c:pt idx="411">
                  <c:v>279</c:v>
                </c:pt>
                <c:pt idx="412">
                  <c:v>264</c:v>
                </c:pt>
                <c:pt idx="413">
                  <c:v>262</c:v>
                </c:pt>
                <c:pt idx="414">
                  <c:v>255</c:v>
                </c:pt>
                <c:pt idx="415">
                  <c:v>245</c:v>
                </c:pt>
                <c:pt idx="416">
                  <c:v>250</c:v>
                </c:pt>
                <c:pt idx="417">
                  <c:v>225</c:v>
                </c:pt>
                <c:pt idx="418">
                  <c:v>241</c:v>
                </c:pt>
                <c:pt idx="419">
                  <c:v>224</c:v>
                </c:pt>
                <c:pt idx="420">
                  <c:v>217</c:v>
                </c:pt>
                <c:pt idx="421">
                  <c:v>248</c:v>
                </c:pt>
                <c:pt idx="422">
                  <c:v>264</c:v>
                </c:pt>
                <c:pt idx="423">
                  <c:v>241</c:v>
                </c:pt>
                <c:pt idx="424">
                  <c:v>239</c:v>
                </c:pt>
                <c:pt idx="425">
                  <c:v>242</c:v>
                </c:pt>
                <c:pt idx="426">
                  <c:v>279</c:v>
                </c:pt>
                <c:pt idx="427">
                  <c:v>252</c:v>
                </c:pt>
                <c:pt idx="428">
                  <c:v>238</c:v>
                </c:pt>
                <c:pt idx="429">
                  <c:v>269</c:v>
                </c:pt>
                <c:pt idx="430">
                  <c:v>276</c:v>
                </c:pt>
                <c:pt idx="431">
                  <c:v>274</c:v>
                </c:pt>
                <c:pt idx="432">
                  <c:v>283</c:v>
                </c:pt>
                <c:pt idx="433">
                  <c:v>302</c:v>
                </c:pt>
                <c:pt idx="434">
                  <c:v>304</c:v>
                </c:pt>
                <c:pt idx="435">
                  <c:v>262</c:v>
                </c:pt>
                <c:pt idx="436">
                  <c:v>265</c:v>
                </c:pt>
                <c:pt idx="437">
                  <c:v>244</c:v>
                </c:pt>
                <c:pt idx="438">
                  <c:v>230</c:v>
                </c:pt>
                <c:pt idx="439">
                  <c:v>223</c:v>
                </c:pt>
                <c:pt idx="440">
                  <c:v>225</c:v>
                </c:pt>
                <c:pt idx="441">
                  <c:v>213</c:v>
                </c:pt>
                <c:pt idx="442">
                  <c:v>214</c:v>
                </c:pt>
                <c:pt idx="443">
                  <c:v>224</c:v>
                </c:pt>
                <c:pt idx="444">
                  <c:v>226</c:v>
                </c:pt>
                <c:pt idx="445">
                  <c:v>257</c:v>
                </c:pt>
                <c:pt idx="446">
                  <c:v>254</c:v>
                </c:pt>
                <c:pt idx="447">
                  <c:v>256</c:v>
                </c:pt>
                <c:pt idx="448">
                  <c:v>260</c:v>
                </c:pt>
                <c:pt idx="449">
                  <c:v>279</c:v>
                </c:pt>
                <c:pt idx="450">
                  <c:v>270</c:v>
                </c:pt>
                <c:pt idx="451">
                  <c:v>278</c:v>
                </c:pt>
                <c:pt idx="452">
                  <c:v>266</c:v>
                </c:pt>
                <c:pt idx="453">
                  <c:v>268</c:v>
                </c:pt>
                <c:pt idx="454">
                  <c:v>275</c:v>
                </c:pt>
                <c:pt idx="455">
                  <c:v>270</c:v>
                </c:pt>
                <c:pt idx="456">
                  <c:v>281</c:v>
                </c:pt>
                <c:pt idx="457">
                  <c:v>285</c:v>
                </c:pt>
                <c:pt idx="458">
                  <c:v>309</c:v>
                </c:pt>
                <c:pt idx="459">
                  <c:v>299</c:v>
                </c:pt>
                <c:pt idx="460">
                  <c:v>297</c:v>
                </c:pt>
                <c:pt idx="461">
                  <c:v>297</c:v>
                </c:pt>
                <c:pt idx="462">
                  <c:v>277</c:v>
                </c:pt>
                <c:pt idx="463">
                  <c:v>267</c:v>
                </c:pt>
                <c:pt idx="464">
                  <c:v>265</c:v>
                </c:pt>
                <c:pt idx="465">
                  <c:v>259</c:v>
                </c:pt>
                <c:pt idx="466">
                  <c:v>258</c:v>
                </c:pt>
                <c:pt idx="467">
                  <c:v>245</c:v>
                </c:pt>
                <c:pt idx="468">
                  <c:v>251</c:v>
                </c:pt>
                <c:pt idx="469">
                  <c:v>277</c:v>
                </c:pt>
                <c:pt idx="470">
                  <c:v>260</c:v>
                </c:pt>
                <c:pt idx="471">
                  <c:v>279</c:v>
                </c:pt>
                <c:pt idx="472">
                  <c:v>276</c:v>
                </c:pt>
                <c:pt idx="473">
                  <c:v>299</c:v>
                </c:pt>
                <c:pt idx="474">
                  <c:v>271</c:v>
                </c:pt>
                <c:pt idx="475">
                  <c:v>296</c:v>
                </c:pt>
                <c:pt idx="476">
                  <c:v>259</c:v>
                </c:pt>
                <c:pt idx="477">
                  <c:v>268</c:v>
                </c:pt>
                <c:pt idx="478">
                  <c:v>244</c:v>
                </c:pt>
                <c:pt idx="479">
                  <c:v>239</c:v>
                </c:pt>
                <c:pt idx="480">
                  <c:v>229</c:v>
                </c:pt>
                <c:pt idx="481">
                  <c:v>228</c:v>
                </c:pt>
                <c:pt idx="482">
                  <c:v>225</c:v>
                </c:pt>
                <c:pt idx="483">
                  <c:v>182</c:v>
                </c:pt>
                <c:pt idx="484">
                  <c:v>184</c:v>
                </c:pt>
                <c:pt idx="485">
                  <c:v>209</c:v>
                </c:pt>
                <c:pt idx="486">
                  <c:v>224</c:v>
                </c:pt>
                <c:pt idx="487">
                  <c:v>228</c:v>
                </c:pt>
                <c:pt idx="488">
                  <c:v>242</c:v>
                </c:pt>
                <c:pt idx="489">
                  <c:v>257</c:v>
                </c:pt>
                <c:pt idx="490">
                  <c:v>270</c:v>
                </c:pt>
                <c:pt idx="491">
                  <c:v>281</c:v>
                </c:pt>
                <c:pt idx="492">
                  <c:v>277</c:v>
                </c:pt>
                <c:pt idx="493">
                  <c:v>298</c:v>
                </c:pt>
                <c:pt idx="494">
                  <c:v>294</c:v>
                </c:pt>
                <c:pt idx="495">
                  <c:v>288</c:v>
                </c:pt>
                <c:pt idx="496">
                  <c:v>291</c:v>
                </c:pt>
                <c:pt idx="497">
                  <c:v>267</c:v>
                </c:pt>
                <c:pt idx="498">
                  <c:v>251</c:v>
                </c:pt>
                <c:pt idx="499">
                  <c:v>256</c:v>
                </c:pt>
                <c:pt idx="500">
                  <c:v>258</c:v>
                </c:pt>
                <c:pt idx="501">
                  <c:v>225</c:v>
                </c:pt>
                <c:pt idx="502">
                  <c:v>280</c:v>
                </c:pt>
                <c:pt idx="503">
                  <c:v>277</c:v>
                </c:pt>
                <c:pt idx="504">
                  <c:v>204</c:v>
                </c:pt>
                <c:pt idx="505">
                  <c:v>199</c:v>
                </c:pt>
                <c:pt idx="506">
                  <c:v>175</c:v>
                </c:pt>
                <c:pt idx="507">
                  <c:v>168</c:v>
                </c:pt>
                <c:pt idx="508">
                  <c:v>151</c:v>
                </c:pt>
                <c:pt idx="509">
                  <c:v>164</c:v>
                </c:pt>
                <c:pt idx="510">
                  <c:v>169</c:v>
                </c:pt>
                <c:pt idx="511">
                  <c:v>157</c:v>
                </c:pt>
                <c:pt idx="512">
                  <c:v>195</c:v>
                </c:pt>
                <c:pt idx="513">
                  <c:v>217</c:v>
                </c:pt>
                <c:pt idx="514">
                  <c:v>245</c:v>
                </c:pt>
                <c:pt idx="515">
                  <c:v>258</c:v>
                </c:pt>
                <c:pt idx="516">
                  <c:v>304</c:v>
                </c:pt>
                <c:pt idx="517">
                  <c:v>297</c:v>
                </c:pt>
                <c:pt idx="518">
                  <c:v>323</c:v>
                </c:pt>
                <c:pt idx="519">
                  <c:v>298</c:v>
                </c:pt>
                <c:pt idx="520">
                  <c:v>272</c:v>
                </c:pt>
                <c:pt idx="521">
                  <c:v>272</c:v>
                </c:pt>
                <c:pt idx="522">
                  <c:v>250</c:v>
                </c:pt>
                <c:pt idx="523">
                  <c:v>239</c:v>
                </c:pt>
                <c:pt idx="524">
                  <c:v>251</c:v>
                </c:pt>
                <c:pt idx="525">
                  <c:v>274</c:v>
                </c:pt>
                <c:pt idx="526">
                  <c:v>255</c:v>
                </c:pt>
                <c:pt idx="527">
                  <c:v>279</c:v>
                </c:pt>
                <c:pt idx="528">
                  <c:v>247</c:v>
                </c:pt>
                <c:pt idx="529">
                  <c:v>252</c:v>
                </c:pt>
                <c:pt idx="530">
                  <c:v>242</c:v>
                </c:pt>
                <c:pt idx="531">
                  <c:v>232</c:v>
                </c:pt>
                <c:pt idx="532">
                  <c:v>288</c:v>
                </c:pt>
                <c:pt idx="533">
                  <c:v>342</c:v>
                </c:pt>
                <c:pt idx="534">
                  <c:v>355</c:v>
                </c:pt>
                <c:pt idx="535">
                  <c:v>407</c:v>
                </c:pt>
                <c:pt idx="536">
                  <c:v>435</c:v>
                </c:pt>
                <c:pt idx="537">
                  <c:v>420</c:v>
                </c:pt>
                <c:pt idx="538">
                  <c:v>405</c:v>
                </c:pt>
                <c:pt idx="539">
                  <c:v>366</c:v>
                </c:pt>
                <c:pt idx="540">
                  <c:v>316</c:v>
                </c:pt>
                <c:pt idx="541">
                  <c:v>311</c:v>
                </c:pt>
                <c:pt idx="542">
                  <c:v>318</c:v>
                </c:pt>
                <c:pt idx="543">
                  <c:v>302</c:v>
                </c:pt>
                <c:pt idx="544">
                  <c:v>317</c:v>
                </c:pt>
                <c:pt idx="545">
                  <c:v>343</c:v>
                </c:pt>
                <c:pt idx="546">
                  <c:v>331</c:v>
                </c:pt>
                <c:pt idx="547">
                  <c:v>328</c:v>
                </c:pt>
                <c:pt idx="548">
                  <c:v>353</c:v>
                </c:pt>
                <c:pt idx="549">
                  <c:v>294</c:v>
                </c:pt>
                <c:pt idx="550">
                  <c:v>311</c:v>
                </c:pt>
                <c:pt idx="551">
                  <c:v>296</c:v>
                </c:pt>
                <c:pt idx="552">
                  <c:v>268</c:v>
                </c:pt>
                <c:pt idx="553">
                  <c:v>286</c:v>
                </c:pt>
                <c:pt idx="554">
                  <c:v>251</c:v>
                </c:pt>
                <c:pt idx="555">
                  <c:v>251</c:v>
                </c:pt>
                <c:pt idx="556">
                  <c:v>324</c:v>
                </c:pt>
                <c:pt idx="557">
                  <c:v>317</c:v>
                </c:pt>
                <c:pt idx="558">
                  <c:v>336</c:v>
                </c:pt>
                <c:pt idx="559">
                  <c:v>311</c:v>
                </c:pt>
                <c:pt idx="560">
                  <c:v>285</c:v>
                </c:pt>
                <c:pt idx="561">
                  <c:v>305</c:v>
                </c:pt>
                <c:pt idx="562">
                  <c:v>300</c:v>
                </c:pt>
                <c:pt idx="563">
                  <c:v>317</c:v>
                </c:pt>
                <c:pt idx="564">
                  <c:v>299</c:v>
                </c:pt>
                <c:pt idx="565">
                  <c:v>303</c:v>
                </c:pt>
                <c:pt idx="566">
                  <c:v>315</c:v>
                </c:pt>
                <c:pt idx="567">
                  <c:v>293</c:v>
                </c:pt>
                <c:pt idx="568">
                  <c:v>320</c:v>
                </c:pt>
                <c:pt idx="569">
                  <c:v>319</c:v>
                </c:pt>
                <c:pt idx="570">
                  <c:v>308</c:v>
                </c:pt>
                <c:pt idx="571">
                  <c:v>338</c:v>
                </c:pt>
                <c:pt idx="572">
                  <c:v>316</c:v>
                </c:pt>
                <c:pt idx="573">
                  <c:v>318</c:v>
                </c:pt>
                <c:pt idx="574">
                  <c:v>322</c:v>
                </c:pt>
                <c:pt idx="575">
                  <c:v>322</c:v>
                </c:pt>
                <c:pt idx="576">
                  <c:v>342</c:v>
                </c:pt>
                <c:pt idx="577">
                  <c:v>391</c:v>
                </c:pt>
                <c:pt idx="578">
                  <c:v>394</c:v>
                </c:pt>
                <c:pt idx="579">
                  <c:v>395</c:v>
                </c:pt>
                <c:pt idx="580">
                  <c:v>368</c:v>
                </c:pt>
                <c:pt idx="581">
                  <c:v>349</c:v>
                </c:pt>
                <c:pt idx="582">
                  <c:v>338</c:v>
                </c:pt>
                <c:pt idx="583">
                  <c:v>298</c:v>
                </c:pt>
                <c:pt idx="584">
                  <c:v>281</c:v>
                </c:pt>
                <c:pt idx="585">
                  <c:v>281</c:v>
                </c:pt>
                <c:pt idx="586">
                  <c:v>246</c:v>
                </c:pt>
                <c:pt idx="587">
                  <c:v>211</c:v>
                </c:pt>
                <c:pt idx="588">
                  <c:v>224</c:v>
                </c:pt>
                <c:pt idx="589">
                  <c:v>182</c:v>
                </c:pt>
                <c:pt idx="590">
                  <c:v>178</c:v>
                </c:pt>
                <c:pt idx="591">
                  <c:v>211</c:v>
                </c:pt>
                <c:pt idx="592">
                  <c:v>246</c:v>
                </c:pt>
                <c:pt idx="593">
                  <c:v>278</c:v>
                </c:pt>
                <c:pt idx="594">
                  <c:v>323</c:v>
                </c:pt>
                <c:pt idx="595">
                  <c:v>368</c:v>
                </c:pt>
                <c:pt idx="596">
                  <c:v>393</c:v>
                </c:pt>
                <c:pt idx="597">
                  <c:v>428</c:v>
                </c:pt>
                <c:pt idx="598">
                  <c:v>382</c:v>
                </c:pt>
                <c:pt idx="599">
                  <c:v>409</c:v>
                </c:pt>
                <c:pt idx="600">
                  <c:v>360</c:v>
                </c:pt>
                <c:pt idx="601">
                  <c:v>356</c:v>
                </c:pt>
                <c:pt idx="602">
                  <c:v>359</c:v>
                </c:pt>
                <c:pt idx="603">
                  <c:v>337</c:v>
                </c:pt>
                <c:pt idx="604">
                  <c:v>336</c:v>
                </c:pt>
                <c:pt idx="605">
                  <c:v>276</c:v>
                </c:pt>
                <c:pt idx="606">
                  <c:v>272</c:v>
                </c:pt>
                <c:pt idx="607">
                  <c:v>241</c:v>
                </c:pt>
                <c:pt idx="608">
                  <c:v>254</c:v>
                </c:pt>
                <c:pt idx="609">
                  <c:v>222</c:v>
                </c:pt>
                <c:pt idx="610">
                  <c:v>226</c:v>
                </c:pt>
                <c:pt idx="611">
                  <c:v>259</c:v>
                </c:pt>
                <c:pt idx="612">
                  <c:v>248</c:v>
                </c:pt>
                <c:pt idx="613">
                  <c:v>269</c:v>
                </c:pt>
                <c:pt idx="614">
                  <c:v>303</c:v>
                </c:pt>
                <c:pt idx="615">
                  <c:v>325</c:v>
                </c:pt>
                <c:pt idx="616">
                  <c:v>370</c:v>
                </c:pt>
                <c:pt idx="617">
                  <c:v>378</c:v>
                </c:pt>
                <c:pt idx="618">
                  <c:v>422</c:v>
                </c:pt>
                <c:pt idx="619">
                  <c:v>361</c:v>
                </c:pt>
                <c:pt idx="620">
                  <c:v>354</c:v>
                </c:pt>
                <c:pt idx="621">
                  <c:v>360</c:v>
                </c:pt>
                <c:pt idx="622">
                  <c:v>304</c:v>
                </c:pt>
                <c:pt idx="623">
                  <c:v>283</c:v>
                </c:pt>
                <c:pt idx="624">
                  <c:v>256</c:v>
                </c:pt>
                <c:pt idx="625">
                  <c:v>249</c:v>
                </c:pt>
                <c:pt idx="626">
                  <c:v>219</c:v>
                </c:pt>
                <c:pt idx="627">
                  <c:v>208</c:v>
                </c:pt>
                <c:pt idx="628">
                  <c:v>205</c:v>
                </c:pt>
                <c:pt idx="629">
                  <c:v>219</c:v>
                </c:pt>
                <c:pt idx="630">
                  <c:v>232</c:v>
                </c:pt>
                <c:pt idx="631">
                  <c:v>214</c:v>
                </c:pt>
                <c:pt idx="632">
                  <c:v>232</c:v>
                </c:pt>
                <c:pt idx="633">
                  <c:v>248</c:v>
                </c:pt>
                <c:pt idx="634">
                  <c:v>276</c:v>
                </c:pt>
                <c:pt idx="635">
                  <c:v>304</c:v>
                </c:pt>
                <c:pt idx="636">
                  <c:v>280</c:v>
                </c:pt>
                <c:pt idx="637">
                  <c:v>292</c:v>
                </c:pt>
                <c:pt idx="638">
                  <c:v>300</c:v>
                </c:pt>
                <c:pt idx="639">
                  <c:v>300</c:v>
                </c:pt>
                <c:pt idx="640">
                  <c:v>315</c:v>
                </c:pt>
                <c:pt idx="641">
                  <c:v>296</c:v>
                </c:pt>
                <c:pt idx="642">
                  <c:v>282</c:v>
                </c:pt>
                <c:pt idx="643">
                  <c:v>289</c:v>
                </c:pt>
                <c:pt idx="644">
                  <c:v>304</c:v>
                </c:pt>
                <c:pt idx="645">
                  <c:v>297</c:v>
                </c:pt>
                <c:pt idx="646">
                  <c:v>285</c:v>
                </c:pt>
                <c:pt idx="647">
                  <c:v>264</c:v>
                </c:pt>
                <c:pt idx="648">
                  <c:v>289</c:v>
                </c:pt>
                <c:pt idx="649">
                  <c:v>291</c:v>
                </c:pt>
                <c:pt idx="650">
                  <c:v>267</c:v>
                </c:pt>
                <c:pt idx="651">
                  <c:v>238</c:v>
                </c:pt>
                <c:pt idx="652">
                  <c:v>219</c:v>
                </c:pt>
                <c:pt idx="653">
                  <c:v>206</c:v>
                </c:pt>
                <c:pt idx="654">
                  <c:v>162</c:v>
                </c:pt>
                <c:pt idx="655">
                  <c:v>163</c:v>
                </c:pt>
                <c:pt idx="656">
                  <c:v>44</c:v>
                </c:pt>
                <c:pt idx="657">
                  <c:v>148</c:v>
                </c:pt>
                <c:pt idx="658">
                  <c:v>225</c:v>
                </c:pt>
                <c:pt idx="659">
                  <c:v>219</c:v>
                </c:pt>
                <c:pt idx="660">
                  <c:v>192</c:v>
                </c:pt>
                <c:pt idx="661">
                  <c:v>197</c:v>
                </c:pt>
                <c:pt idx="662">
                  <c:v>247</c:v>
                </c:pt>
                <c:pt idx="663">
                  <c:v>257</c:v>
                </c:pt>
                <c:pt idx="664">
                  <c:v>229</c:v>
                </c:pt>
                <c:pt idx="665">
                  <c:v>242</c:v>
                </c:pt>
                <c:pt idx="666">
                  <c:v>255</c:v>
                </c:pt>
                <c:pt idx="667">
                  <c:v>255</c:v>
                </c:pt>
                <c:pt idx="668">
                  <c:v>249</c:v>
                </c:pt>
                <c:pt idx="669">
                  <c:v>236</c:v>
                </c:pt>
                <c:pt idx="670">
                  <c:v>194</c:v>
                </c:pt>
                <c:pt idx="671">
                  <c:v>183</c:v>
                </c:pt>
                <c:pt idx="672">
                  <c:v>190</c:v>
                </c:pt>
                <c:pt idx="673">
                  <c:v>223</c:v>
                </c:pt>
                <c:pt idx="674">
                  <c:v>237</c:v>
                </c:pt>
                <c:pt idx="675">
                  <c:v>267</c:v>
                </c:pt>
                <c:pt idx="676">
                  <c:v>237</c:v>
                </c:pt>
                <c:pt idx="677">
                  <c:v>226</c:v>
                </c:pt>
                <c:pt idx="678">
                  <c:v>214</c:v>
                </c:pt>
                <c:pt idx="679">
                  <c:v>184</c:v>
                </c:pt>
                <c:pt idx="680">
                  <c:v>201</c:v>
                </c:pt>
                <c:pt idx="681">
                  <c:v>193</c:v>
                </c:pt>
                <c:pt idx="682">
                  <c:v>206</c:v>
                </c:pt>
                <c:pt idx="683">
                  <c:v>255</c:v>
                </c:pt>
                <c:pt idx="684">
                  <c:v>281</c:v>
                </c:pt>
                <c:pt idx="685">
                  <c:v>318</c:v>
                </c:pt>
                <c:pt idx="686">
                  <c:v>332</c:v>
                </c:pt>
                <c:pt idx="687">
                  <c:v>335</c:v>
                </c:pt>
                <c:pt idx="688">
                  <c:v>337</c:v>
                </c:pt>
                <c:pt idx="689">
                  <c:v>351</c:v>
                </c:pt>
                <c:pt idx="690">
                  <c:v>372</c:v>
                </c:pt>
                <c:pt idx="691">
                  <c:v>391</c:v>
                </c:pt>
                <c:pt idx="692">
                  <c:v>390</c:v>
                </c:pt>
                <c:pt idx="693">
                  <c:v>400</c:v>
                </c:pt>
                <c:pt idx="694">
                  <c:v>450</c:v>
                </c:pt>
                <c:pt idx="695">
                  <c:v>406</c:v>
                </c:pt>
                <c:pt idx="696">
                  <c:v>395</c:v>
                </c:pt>
                <c:pt idx="697">
                  <c:v>351</c:v>
                </c:pt>
                <c:pt idx="698">
                  <c:v>358</c:v>
                </c:pt>
                <c:pt idx="699">
                  <c:v>358</c:v>
                </c:pt>
                <c:pt idx="700">
                  <c:v>332</c:v>
                </c:pt>
                <c:pt idx="701">
                  <c:v>333</c:v>
                </c:pt>
                <c:pt idx="702">
                  <c:v>339</c:v>
                </c:pt>
                <c:pt idx="703">
                  <c:v>375</c:v>
                </c:pt>
                <c:pt idx="704">
                  <c:v>389</c:v>
                </c:pt>
                <c:pt idx="705">
                  <c:v>426</c:v>
                </c:pt>
                <c:pt idx="706">
                  <c:v>405</c:v>
                </c:pt>
                <c:pt idx="707">
                  <c:v>440</c:v>
                </c:pt>
                <c:pt idx="708">
                  <c:v>418</c:v>
                </c:pt>
                <c:pt idx="709">
                  <c:v>373</c:v>
                </c:pt>
                <c:pt idx="710">
                  <c:v>391</c:v>
                </c:pt>
                <c:pt idx="711">
                  <c:v>327</c:v>
                </c:pt>
                <c:pt idx="712">
                  <c:v>319</c:v>
                </c:pt>
                <c:pt idx="713">
                  <c:v>273</c:v>
                </c:pt>
                <c:pt idx="714">
                  <c:v>278</c:v>
                </c:pt>
                <c:pt idx="715">
                  <c:v>284</c:v>
                </c:pt>
                <c:pt idx="716">
                  <c:v>296</c:v>
                </c:pt>
                <c:pt idx="717">
                  <c:v>286</c:v>
                </c:pt>
                <c:pt idx="718">
                  <c:v>260</c:v>
                </c:pt>
                <c:pt idx="719">
                  <c:v>231</c:v>
                </c:pt>
                <c:pt idx="720">
                  <c:v>184</c:v>
                </c:pt>
                <c:pt idx="721">
                  <c:v>225</c:v>
                </c:pt>
                <c:pt idx="722">
                  <c:v>205</c:v>
                </c:pt>
                <c:pt idx="723">
                  <c:v>163</c:v>
                </c:pt>
                <c:pt idx="724">
                  <c:v>199</c:v>
                </c:pt>
                <c:pt idx="725">
                  <c:v>227</c:v>
                </c:pt>
                <c:pt idx="726">
                  <c:v>238</c:v>
                </c:pt>
                <c:pt idx="727">
                  <c:v>312</c:v>
                </c:pt>
                <c:pt idx="728">
                  <c:v>363</c:v>
                </c:pt>
                <c:pt idx="729">
                  <c:v>376</c:v>
                </c:pt>
                <c:pt idx="730">
                  <c:v>399</c:v>
                </c:pt>
                <c:pt idx="731">
                  <c:v>374</c:v>
                </c:pt>
                <c:pt idx="732">
                  <c:v>339</c:v>
                </c:pt>
                <c:pt idx="733">
                  <c:v>305</c:v>
                </c:pt>
                <c:pt idx="734">
                  <c:v>262</c:v>
                </c:pt>
                <c:pt idx="735">
                  <c:v>257</c:v>
                </c:pt>
                <c:pt idx="736">
                  <c:v>238</c:v>
                </c:pt>
                <c:pt idx="737">
                  <c:v>216</c:v>
                </c:pt>
                <c:pt idx="738">
                  <c:v>294</c:v>
                </c:pt>
                <c:pt idx="739">
                  <c:v>290</c:v>
                </c:pt>
                <c:pt idx="740">
                  <c:v>284</c:v>
                </c:pt>
                <c:pt idx="741">
                  <c:v>252</c:v>
                </c:pt>
                <c:pt idx="742">
                  <c:v>260</c:v>
                </c:pt>
                <c:pt idx="743">
                  <c:v>226</c:v>
                </c:pt>
                <c:pt idx="744">
                  <c:v>241</c:v>
                </c:pt>
                <c:pt idx="745">
                  <c:v>215</c:v>
                </c:pt>
                <c:pt idx="746">
                  <c:v>229</c:v>
                </c:pt>
                <c:pt idx="747">
                  <c:v>232</c:v>
                </c:pt>
                <c:pt idx="748">
                  <c:v>239</c:v>
                </c:pt>
                <c:pt idx="749">
                  <c:v>256</c:v>
                </c:pt>
                <c:pt idx="750">
                  <c:v>344</c:v>
                </c:pt>
                <c:pt idx="751">
                  <c:v>310</c:v>
                </c:pt>
                <c:pt idx="752">
                  <c:v>317</c:v>
                </c:pt>
                <c:pt idx="753">
                  <c:v>291</c:v>
                </c:pt>
                <c:pt idx="754">
                  <c:v>281</c:v>
                </c:pt>
                <c:pt idx="755">
                  <c:v>338</c:v>
                </c:pt>
                <c:pt idx="756">
                  <c:v>280</c:v>
                </c:pt>
                <c:pt idx="757">
                  <c:v>251</c:v>
                </c:pt>
                <c:pt idx="758">
                  <c:v>272</c:v>
                </c:pt>
                <c:pt idx="759">
                  <c:v>275</c:v>
                </c:pt>
                <c:pt idx="760">
                  <c:v>272</c:v>
                </c:pt>
                <c:pt idx="761">
                  <c:v>294</c:v>
                </c:pt>
                <c:pt idx="762">
                  <c:v>326</c:v>
                </c:pt>
                <c:pt idx="763">
                  <c:v>307</c:v>
                </c:pt>
                <c:pt idx="764">
                  <c:v>300</c:v>
                </c:pt>
                <c:pt idx="765">
                  <c:v>337</c:v>
                </c:pt>
                <c:pt idx="766">
                  <c:v>313</c:v>
                </c:pt>
                <c:pt idx="767">
                  <c:v>311</c:v>
                </c:pt>
                <c:pt idx="768">
                  <c:v>306</c:v>
                </c:pt>
                <c:pt idx="769">
                  <c:v>327</c:v>
                </c:pt>
                <c:pt idx="770">
                  <c:v>307</c:v>
                </c:pt>
                <c:pt idx="771">
                  <c:v>318</c:v>
                </c:pt>
                <c:pt idx="772">
                  <c:v>329</c:v>
                </c:pt>
                <c:pt idx="773">
                  <c:v>318</c:v>
                </c:pt>
                <c:pt idx="774">
                  <c:v>307</c:v>
                </c:pt>
                <c:pt idx="775">
                  <c:v>316</c:v>
                </c:pt>
                <c:pt idx="776">
                  <c:v>355</c:v>
                </c:pt>
                <c:pt idx="777">
                  <c:v>313</c:v>
                </c:pt>
                <c:pt idx="778">
                  <c:v>368</c:v>
                </c:pt>
                <c:pt idx="779">
                  <c:v>346</c:v>
                </c:pt>
                <c:pt idx="780">
                  <c:v>307</c:v>
                </c:pt>
                <c:pt idx="781">
                  <c:v>386</c:v>
                </c:pt>
                <c:pt idx="782">
                  <c:v>469</c:v>
                </c:pt>
                <c:pt idx="783">
                  <c:v>361</c:v>
                </c:pt>
                <c:pt idx="784">
                  <c:v>420</c:v>
                </c:pt>
                <c:pt idx="785">
                  <c:v>405</c:v>
                </c:pt>
                <c:pt idx="786">
                  <c:v>425</c:v>
                </c:pt>
                <c:pt idx="787">
                  <c:v>451</c:v>
                </c:pt>
                <c:pt idx="788">
                  <c:v>408</c:v>
                </c:pt>
                <c:pt idx="789">
                  <c:v>402</c:v>
                </c:pt>
                <c:pt idx="790">
                  <c:v>368</c:v>
                </c:pt>
                <c:pt idx="791">
                  <c:v>328</c:v>
                </c:pt>
                <c:pt idx="792">
                  <c:v>293</c:v>
                </c:pt>
                <c:pt idx="793">
                  <c:v>294</c:v>
                </c:pt>
                <c:pt idx="794">
                  <c:v>256</c:v>
                </c:pt>
                <c:pt idx="795">
                  <c:v>172</c:v>
                </c:pt>
                <c:pt idx="796">
                  <c:v>80</c:v>
                </c:pt>
                <c:pt idx="797">
                  <c:v>169</c:v>
                </c:pt>
                <c:pt idx="798">
                  <c:v>158</c:v>
                </c:pt>
                <c:pt idx="799">
                  <c:v>144</c:v>
                </c:pt>
                <c:pt idx="800">
                  <c:v>160</c:v>
                </c:pt>
                <c:pt idx="801">
                  <c:v>152</c:v>
                </c:pt>
                <c:pt idx="802">
                  <c:v>151</c:v>
                </c:pt>
                <c:pt idx="803">
                  <c:v>140</c:v>
                </c:pt>
                <c:pt idx="804">
                  <c:v>127</c:v>
                </c:pt>
                <c:pt idx="805">
                  <c:v>137</c:v>
                </c:pt>
                <c:pt idx="806">
                  <c:v>137</c:v>
                </c:pt>
                <c:pt idx="807">
                  <c:v>158</c:v>
                </c:pt>
                <c:pt idx="808">
                  <c:v>172</c:v>
                </c:pt>
                <c:pt idx="809">
                  <c:v>163</c:v>
                </c:pt>
                <c:pt idx="810">
                  <c:v>172</c:v>
                </c:pt>
                <c:pt idx="811">
                  <c:v>165</c:v>
                </c:pt>
                <c:pt idx="812">
                  <c:v>187</c:v>
                </c:pt>
                <c:pt idx="813">
                  <c:v>211</c:v>
                </c:pt>
                <c:pt idx="814">
                  <c:v>218</c:v>
                </c:pt>
                <c:pt idx="815">
                  <c:v>263</c:v>
                </c:pt>
                <c:pt idx="816">
                  <c:v>279</c:v>
                </c:pt>
                <c:pt idx="817">
                  <c:v>302</c:v>
                </c:pt>
                <c:pt idx="818">
                  <c:v>338</c:v>
                </c:pt>
                <c:pt idx="819">
                  <c:v>369</c:v>
                </c:pt>
                <c:pt idx="820">
                  <c:v>377</c:v>
                </c:pt>
                <c:pt idx="821">
                  <c:v>406</c:v>
                </c:pt>
                <c:pt idx="822">
                  <c:v>366</c:v>
                </c:pt>
                <c:pt idx="823">
                  <c:v>437</c:v>
                </c:pt>
                <c:pt idx="824">
                  <c:v>373</c:v>
                </c:pt>
                <c:pt idx="825">
                  <c:v>401</c:v>
                </c:pt>
                <c:pt idx="826">
                  <c:v>348</c:v>
                </c:pt>
                <c:pt idx="827">
                  <c:v>387</c:v>
                </c:pt>
                <c:pt idx="828">
                  <c:v>364</c:v>
                </c:pt>
                <c:pt idx="829">
                  <c:v>340</c:v>
                </c:pt>
                <c:pt idx="830">
                  <c:v>367</c:v>
                </c:pt>
                <c:pt idx="831">
                  <c:v>397</c:v>
                </c:pt>
                <c:pt idx="832">
                  <c:v>349</c:v>
                </c:pt>
                <c:pt idx="833">
                  <c:v>369</c:v>
                </c:pt>
                <c:pt idx="834">
                  <c:v>389</c:v>
                </c:pt>
                <c:pt idx="835">
                  <c:v>396</c:v>
                </c:pt>
                <c:pt idx="836">
                  <c:v>397</c:v>
                </c:pt>
                <c:pt idx="837">
                  <c:v>407</c:v>
                </c:pt>
                <c:pt idx="838">
                  <c:v>380</c:v>
                </c:pt>
                <c:pt idx="839">
                  <c:v>336</c:v>
                </c:pt>
                <c:pt idx="840">
                  <c:v>372</c:v>
                </c:pt>
                <c:pt idx="841">
                  <c:v>406</c:v>
                </c:pt>
                <c:pt idx="842">
                  <c:v>398</c:v>
                </c:pt>
                <c:pt idx="843">
                  <c:v>391</c:v>
                </c:pt>
                <c:pt idx="844">
                  <c:v>363</c:v>
                </c:pt>
                <c:pt idx="845">
                  <c:v>357</c:v>
                </c:pt>
                <c:pt idx="846">
                  <c:v>260</c:v>
                </c:pt>
                <c:pt idx="847">
                  <c:v>358</c:v>
                </c:pt>
                <c:pt idx="848">
                  <c:v>342</c:v>
                </c:pt>
                <c:pt idx="849">
                  <c:v>352</c:v>
                </c:pt>
                <c:pt idx="850">
                  <c:v>324</c:v>
                </c:pt>
                <c:pt idx="851">
                  <c:v>318</c:v>
                </c:pt>
                <c:pt idx="852">
                  <c:v>322</c:v>
                </c:pt>
                <c:pt idx="853">
                  <c:v>316</c:v>
                </c:pt>
                <c:pt idx="854">
                  <c:v>300</c:v>
                </c:pt>
                <c:pt idx="855">
                  <c:v>273</c:v>
                </c:pt>
                <c:pt idx="856">
                  <c:v>287</c:v>
                </c:pt>
                <c:pt idx="857">
                  <c:v>281</c:v>
                </c:pt>
                <c:pt idx="858">
                  <c:v>290</c:v>
                </c:pt>
                <c:pt idx="859">
                  <c:v>293</c:v>
                </c:pt>
                <c:pt idx="860">
                  <c:v>324</c:v>
                </c:pt>
                <c:pt idx="861">
                  <c:v>321</c:v>
                </c:pt>
                <c:pt idx="862">
                  <c:v>347</c:v>
                </c:pt>
                <c:pt idx="863">
                  <c:v>310</c:v>
                </c:pt>
                <c:pt idx="864">
                  <c:v>341</c:v>
                </c:pt>
                <c:pt idx="865">
                  <c:v>304</c:v>
                </c:pt>
                <c:pt idx="866">
                  <c:v>335</c:v>
                </c:pt>
                <c:pt idx="867">
                  <c:v>325</c:v>
                </c:pt>
                <c:pt idx="868">
                  <c:v>314</c:v>
                </c:pt>
                <c:pt idx="869">
                  <c:v>316</c:v>
                </c:pt>
                <c:pt idx="870">
                  <c:v>304</c:v>
                </c:pt>
                <c:pt idx="871">
                  <c:v>299</c:v>
                </c:pt>
                <c:pt idx="872">
                  <c:v>289</c:v>
                </c:pt>
                <c:pt idx="873">
                  <c:v>272</c:v>
                </c:pt>
                <c:pt idx="874">
                  <c:v>287</c:v>
                </c:pt>
                <c:pt idx="875">
                  <c:v>314</c:v>
                </c:pt>
                <c:pt idx="876">
                  <c:v>305</c:v>
                </c:pt>
                <c:pt idx="877">
                  <c:v>263</c:v>
                </c:pt>
                <c:pt idx="878">
                  <c:v>286</c:v>
                </c:pt>
                <c:pt idx="879">
                  <c:v>301</c:v>
                </c:pt>
                <c:pt idx="880">
                  <c:v>291</c:v>
                </c:pt>
                <c:pt idx="881">
                  <c:v>289</c:v>
                </c:pt>
                <c:pt idx="882">
                  <c:v>281</c:v>
                </c:pt>
                <c:pt idx="883">
                  <c:v>283</c:v>
                </c:pt>
                <c:pt idx="884">
                  <c:v>286</c:v>
                </c:pt>
                <c:pt idx="885">
                  <c:v>278</c:v>
                </c:pt>
                <c:pt idx="886">
                  <c:v>264</c:v>
                </c:pt>
                <c:pt idx="887">
                  <c:v>247</c:v>
                </c:pt>
                <c:pt idx="888">
                  <c:v>302</c:v>
                </c:pt>
                <c:pt idx="889">
                  <c:v>260</c:v>
                </c:pt>
                <c:pt idx="890">
                  <c:v>246</c:v>
                </c:pt>
                <c:pt idx="891">
                  <c:v>328</c:v>
                </c:pt>
                <c:pt idx="892">
                  <c:v>255</c:v>
                </c:pt>
                <c:pt idx="893">
                  <c:v>301</c:v>
                </c:pt>
                <c:pt idx="894">
                  <c:v>320</c:v>
                </c:pt>
                <c:pt idx="895">
                  <c:v>333</c:v>
                </c:pt>
                <c:pt idx="896">
                  <c:v>353</c:v>
                </c:pt>
                <c:pt idx="897">
                  <c:v>325</c:v>
                </c:pt>
                <c:pt idx="898">
                  <c:v>337</c:v>
                </c:pt>
                <c:pt idx="899">
                  <c:v>329</c:v>
                </c:pt>
                <c:pt idx="900">
                  <c:v>346</c:v>
                </c:pt>
                <c:pt idx="901">
                  <c:v>358</c:v>
                </c:pt>
                <c:pt idx="902">
                  <c:v>350</c:v>
                </c:pt>
                <c:pt idx="903">
                  <c:v>302</c:v>
                </c:pt>
                <c:pt idx="904">
                  <c:v>305</c:v>
                </c:pt>
                <c:pt idx="905">
                  <c:v>313</c:v>
                </c:pt>
                <c:pt idx="906">
                  <c:v>331</c:v>
                </c:pt>
                <c:pt idx="907">
                  <c:v>315</c:v>
                </c:pt>
                <c:pt idx="908">
                  <c:v>328</c:v>
                </c:pt>
                <c:pt idx="909">
                  <c:v>326</c:v>
                </c:pt>
                <c:pt idx="910">
                  <c:v>311</c:v>
                </c:pt>
                <c:pt idx="911">
                  <c:v>314</c:v>
                </c:pt>
                <c:pt idx="912">
                  <c:v>314</c:v>
                </c:pt>
                <c:pt idx="913">
                  <c:v>278</c:v>
                </c:pt>
                <c:pt idx="914">
                  <c:v>332</c:v>
                </c:pt>
                <c:pt idx="915">
                  <c:v>316</c:v>
                </c:pt>
                <c:pt idx="916">
                  <c:v>312</c:v>
                </c:pt>
                <c:pt idx="917">
                  <c:v>302</c:v>
                </c:pt>
                <c:pt idx="918">
                  <c:v>339</c:v>
                </c:pt>
                <c:pt idx="919">
                  <c:v>284</c:v>
                </c:pt>
                <c:pt idx="920">
                  <c:v>311</c:v>
                </c:pt>
                <c:pt idx="921">
                  <c:v>310</c:v>
                </c:pt>
                <c:pt idx="922">
                  <c:v>335</c:v>
                </c:pt>
                <c:pt idx="923">
                  <c:v>349</c:v>
                </c:pt>
                <c:pt idx="924">
                  <c:v>343</c:v>
                </c:pt>
                <c:pt idx="925">
                  <c:v>336</c:v>
                </c:pt>
                <c:pt idx="926">
                  <c:v>369</c:v>
                </c:pt>
                <c:pt idx="927">
                  <c:v>354</c:v>
                </c:pt>
                <c:pt idx="928">
                  <c:v>388</c:v>
                </c:pt>
                <c:pt idx="929">
                  <c:v>379</c:v>
                </c:pt>
                <c:pt idx="930">
                  <c:v>364</c:v>
                </c:pt>
                <c:pt idx="931">
                  <c:v>380</c:v>
                </c:pt>
                <c:pt idx="932">
                  <c:v>420</c:v>
                </c:pt>
                <c:pt idx="933">
                  <c:v>387</c:v>
                </c:pt>
                <c:pt idx="934">
                  <c:v>372</c:v>
                </c:pt>
                <c:pt idx="935">
                  <c:v>350</c:v>
                </c:pt>
                <c:pt idx="936">
                  <c:v>311</c:v>
                </c:pt>
                <c:pt idx="937">
                  <c:v>279</c:v>
                </c:pt>
                <c:pt idx="938">
                  <c:v>296</c:v>
                </c:pt>
                <c:pt idx="939">
                  <c:v>216</c:v>
                </c:pt>
                <c:pt idx="940">
                  <c:v>190</c:v>
                </c:pt>
                <c:pt idx="941">
                  <c:v>138</c:v>
                </c:pt>
                <c:pt idx="942">
                  <c:v>77</c:v>
                </c:pt>
                <c:pt idx="943">
                  <c:v>120</c:v>
                </c:pt>
                <c:pt idx="944">
                  <c:v>196</c:v>
                </c:pt>
                <c:pt idx="945">
                  <c:v>271</c:v>
                </c:pt>
                <c:pt idx="946">
                  <c:v>336</c:v>
                </c:pt>
                <c:pt idx="947">
                  <c:v>387</c:v>
                </c:pt>
                <c:pt idx="948">
                  <c:v>382</c:v>
                </c:pt>
                <c:pt idx="949">
                  <c:v>372</c:v>
                </c:pt>
                <c:pt idx="950">
                  <c:v>376</c:v>
                </c:pt>
                <c:pt idx="951">
                  <c:v>376</c:v>
                </c:pt>
                <c:pt idx="952">
                  <c:v>336</c:v>
                </c:pt>
                <c:pt idx="953">
                  <c:v>303</c:v>
                </c:pt>
                <c:pt idx="954">
                  <c:v>266</c:v>
                </c:pt>
                <c:pt idx="955">
                  <c:v>286</c:v>
                </c:pt>
                <c:pt idx="956">
                  <c:v>262</c:v>
                </c:pt>
                <c:pt idx="957">
                  <c:v>247</c:v>
                </c:pt>
                <c:pt idx="958">
                  <c:v>263</c:v>
                </c:pt>
                <c:pt idx="959">
                  <c:v>250</c:v>
                </c:pt>
                <c:pt idx="960">
                  <c:v>261</c:v>
                </c:pt>
                <c:pt idx="961">
                  <c:v>275</c:v>
                </c:pt>
                <c:pt idx="962">
                  <c:v>311</c:v>
                </c:pt>
                <c:pt idx="963">
                  <c:v>320</c:v>
                </c:pt>
                <c:pt idx="964">
                  <c:v>320</c:v>
                </c:pt>
                <c:pt idx="965">
                  <c:v>283</c:v>
                </c:pt>
                <c:pt idx="966">
                  <c:v>266</c:v>
                </c:pt>
                <c:pt idx="967">
                  <c:v>275</c:v>
                </c:pt>
                <c:pt idx="968">
                  <c:v>248</c:v>
                </c:pt>
                <c:pt idx="969">
                  <c:v>228</c:v>
                </c:pt>
                <c:pt idx="970">
                  <c:v>214</c:v>
                </c:pt>
                <c:pt idx="971">
                  <c:v>173</c:v>
                </c:pt>
                <c:pt idx="972">
                  <c:v>185</c:v>
                </c:pt>
                <c:pt idx="973">
                  <c:v>229</c:v>
                </c:pt>
                <c:pt idx="974">
                  <c:v>279</c:v>
                </c:pt>
                <c:pt idx="975">
                  <c:v>254</c:v>
                </c:pt>
                <c:pt idx="976">
                  <c:v>255</c:v>
                </c:pt>
                <c:pt idx="977">
                  <c:v>255</c:v>
                </c:pt>
                <c:pt idx="978">
                  <c:v>248</c:v>
                </c:pt>
                <c:pt idx="979">
                  <c:v>257</c:v>
                </c:pt>
                <c:pt idx="980">
                  <c:v>253</c:v>
                </c:pt>
                <c:pt idx="981">
                  <c:v>234</c:v>
                </c:pt>
                <c:pt idx="982">
                  <c:v>212</c:v>
                </c:pt>
                <c:pt idx="983">
                  <c:v>250</c:v>
                </c:pt>
                <c:pt idx="984">
                  <c:v>241</c:v>
                </c:pt>
                <c:pt idx="985">
                  <c:v>240</c:v>
                </c:pt>
                <c:pt idx="986">
                  <c:v>256</c:v>
                </c:pt>
                <c:pt idx="987">
                  <c:v>281</c:v>
                </c:pt>
                <c:pt idx="988">
                  <c:v>255</c:v>
                </c:pt>
                <c:pt idx="989">
                  <c:v>248</c:v>
                </c:pt>
                <c:pt idx="990">
                  <c:v>256</c:v>
                </c:pt>
                <c:pt idx="991">
                  <c:v>261</c:v>
                </c:pt>
                <c:pt idx="992">
                  <c:v>269</c:v>
                </c:pt>
                <c:pt idx="993">
                  <c:v>265</c:v>
                </c:pt>
                <c:pt idx="994">
                  <c:v>281</c:v>
                </c:pt>
                <c:pt idx="995">
                  <c:v>291</c:v>
                </c:pt>
                <c:pt idx="996">
                  <c:v>268</c:v>
                </c:pt>
                <c:pt idx="997">
                  <c:v>285</c:v>
                </c:pt>
                <c:pt idx="998">
                  <c:v>295</c:v>
                </c:pt>
                <c:pt idx="999">
                  <c:v>294</c:v>
                </c:pt>
                <c:pt idx="1000">
                  <c:v>314</c:v>
                </c:pt>
                <c:pt idx="1001">
                  <c:v>310</c:v>
                </c:pt>
                <c:pt idx="1002">
                  <c:v>289</c:v>
                </c:pt>
                <c:pt idx="1003">
                  <c:v>297</c:v>
                </c:pt>
                <c:pt idx="1004">
                  <c:v>273</c:v>
                </c:pt>
                <c:pt idx="1005">
                  <c:v>268</c:v>
                </c:pt>
                <c:pt idx="1006">
                  <c:v>239</c:v>
                </c:pt>
                <c:pt idx="1007">
                  <c:v>216</c:v>
                </c:pt>
                <c:pt idx="1008">
                  <c:v>189</c:v>
                </c:pt>
                <c:pt idx="1009">
                  <c:v>208</c:v>
                </c:pt>
                <c:pt idx="1010">
                  <c:v>210</c:v>
                </c:pt>
                <c:pt idx="1011">
                  <c:v>196</c:v>
                </c:pt>
                <c:pt idx="1012">
                  <c:v>266</c:v>
                </c:pt>
                <c:pt idx="1013">
                  <c:v>250</c:v>
                </c:pt>
                <c:pt idx="1014">
                  <c:v>243</c:v>
                </c:pt>
                <c:pt idx="1015">
                  <c:v>270</c:v>
                </c:pt>
                <c:pt idx="1016">
                  <c:v>295</c:v>
                </c:pt>
                <c:pt idx="1017">
                  <c:v>274</c:v>
                </c:pt>
                <c:pt idx="1018">
                  <c:v>284</c:v>
                </c:pt>
                <c:pt idx="1019">
                  <c:v>269</c:v>
                </c:pt>
                <c:pt idx="1020">
                  <c:v>266</c:v>
                </c:pt>
                <c:pt idx="1021">
                  <c:v>244</c:v>
                </c:pt>
                <c:pt idx="1022">
                  <c:v>214</c:v>
                </c:pt>
                <c:pt idx="1023">
                  <c:v>146</c:v>
                </c:pt>
                <c:pt idx="1024">
                  <c:v>163</c:v>
                </c:pt>
                <c:pt idx="1025">
                  <c:v>241</c:v>
                </c:pt>
                <c:pt idx="1026">
                  <c:v>327</c:v>
                </c:pt>
                <c:pt idx="1027">
                  <c:v>1</c:v>
                </c:pt>
                <c:pt idx="1028">
                  <c:v>222</c:v>
                </c:pt>
                <c:pt idx="1029">
                  <c:v>242</c:v>
                </c:pt>
                <c:pt idx="1030">
                  <c:v>258</c:v>
                </c:pt>
                <c:pt idx="1031">
                  <c:v>235</c:v>
                </c:pt>
                <c:pt idx="1032">
                  <c:v>232</c:v>
                </c:pt>
                <c:pt idx="1033">
                  <c:v>246</c:v>
                </c:pt>
                <c:pt idx="1034">
                  <c:v>234</c:v>
                </c:pt>
                <c:pt idx="1035">
                  <c:v>235</c:v>
                </c:pt>
                <c:pt idx="1036">
                  <c:v>222</c:v>
                </c:pt>
                <c:pt idx="1037">
                  <c:v>181</c:v>
                </c:pt>
                <c:pt idx="1038">
                  <c:v>150</c:v>
                </c:pt>
                <c:pt idx="1039">
                  <c:v>140</c:v>
                </c:pt>
                <c:pt idx="1040">
                  <c:v>136</c:v>
                </c:pt>
                <c:pt idx="1041">
                  <c:v>131</c:v>
                </c:pt>
                <c:pt idx="1042">
                  <c:v>125</c:v>
                </c:pt>
                <c:pt idx="1043">
                  <c:v>107</c:v>
                </c:pt>
                <c:pt idx="1044">
                  <c:v>35</c:v>
                </c:pt>
                <c:pt idx="1045">
                  <c:v>170</c:v>
                </c:pt>
                <c:pt idx="1046">
                  <c:v>154</c:v>
                </c:pt>
                <c:pt idx="1047">
                  <c:v>193</c:v>
                </c:pt>
                <c:pt idx="1048">
                  <c:v>197</c:v>
                </c:pt>
                <c:pt idx="1049">
                  <c:v>197</c:v>
                </c:pt>
                <c:pt idx="1050">
                  <c:v>175</c:v>
                </c:pt>
                <c:pt idx="1051">
                  <c:v>162</c:v>
                </c:pt>
                <c:pt idx="1052">
                  <c:v>171</c:v>
                </c:pt>
                <c:pt idx="1053">
                  <c:v>51</c:v>
                </c:pt>
                <c:pt idx="1054">
                  <c:v>39</c:v>
                </c:pt>
                <c:pt idx="1055">
                  <c:v>140</c:v>
                </c:pt>
                <c:pt idx="1056">
                  <c:v>166</c:v>
                </c:pt>
                <c:pt idx="1057">
                  <c:v>0</c:v>
                </c:pt>
                <c:pt idx="1058">
                  <c:v>0</c:v>
                </c:pt>
                <c:pt idx="1059">
                  <c:v>4</c:v>
                </c:pt>
                <c:pt idx="1060">
                  <c:v>171</c:v>
                </c:pt>
                <c:pt idx="1061">
                  <c:v>170</c:v>
                </c:pt>
                <c:pt idx="1062">
                  <c:v>57</c:v>
                </c:pt>
                <c:pt idx="1063">
                  <c:v>103</c:v>
                </c:pt>
                <c:pt idx="1064">
                  <c:v>125</c:v>
                </c:pt>
                <c:pt idx="1065">
                  <c:v>144</c:v>
                </c:pt>
                <c:pt idx="1066">
                  <c:v>197</c:v>
                </c:pt>
                <c:pt idx="1067">
                  <c:v>205</c:v>
                </c:pt>
                <c:pt idx="1068">
                  <c:v>212</c:v>
                </c:pt>
                <c:pt idx="1069">
                  <c:v>196</c:v>
                </c:pt>
                <c:pt idx="1070">
                  <c:v>221</c:v>
                </c:pt>
                <c:pt idx="1071">
                  <c:v>224</c:v>
                </c:pt>
                <c:pt idx="1072">
                  <c:v>262</c:v>
                </c:pt>
                <c:pt idx="1073">
                  <c:v>282</c:v>
                </c:pt>
                <c:pt idx="1074">
                  <c:v>299</c:v>
                </c:pt>
                <c:pt idx="1075">
                  <c:v>304</c:v>
                </c:pt>
                <c:pt idx="1076">
                  <c:v>290</c:v>
                </c:pt>
                <c:pt idx="1077">
                  <c:v>277</c:v>
                </c:pt>
                <c:pt idx="1078">
                  <c:v>273</c:v>
                </c:pt>
                <c:pt idx="1079">
                  <c:v>247</c:v>
                </c:pt>
                <c:pt idx="1080">
                  <c:v>248</c:v>
                </c:pt>
                <c:pt idx="1081">
                  <c:v>257</c:v>
                </c:pt>
                <c:pt idx="1082">
                  <c:v>271</c:v>
                </c:pt>
                <c:pt idx="1083">
                  <c:v>255</c:v>
                </c:pt>
                <c:pt idx="1084">
                  <c:v>277</c:v>
                </c:pt>
                <c:pt idx="1085">
                  <c:v>295</c:v>
                </c:pt>
                <c:pt idx="1086">
                  <c:v>305</c:v>
                </c:pt>
                <c:pt idx="1087">
                  <c:v>286</c:v>
                </c:pt>
                <c:pt idx="1088">
                  <c:v>254</c:v>
                </c:pt>
                <c:pt idx="1089">
                  <c:v>250</c:v>
                </c:pt>
                <c:pt idx="1090">
                  <c:v>220</c:v>
                </c:pt>
                <c:pt idx="1091">
                  <c:v>267</c:v>
                </c:pt>
                <c:pt idx="1092">
                  <c:v>227</c:v>
                </c:pt>
                <c:pt idx="1093">
                  <c:v>267</c:v>
                </c:pt>
                <c:pt idx="1094">
                  <c:v>266</c:v>
                </c:pt>
                <c:pt idx="1095">
                  <c:v>289</c:v>
                </c:pt>
                <c:pt idx="1096">
                  <c:v>308</c:v>
                </c:pt>
                <c:pt idx="1097">
                  <c:v>292</c:v>
                </c:pt>
                <c:pt idx="1098">
                  <c:v>250</c:v>
                </c:pt>
                <c:pt idx="1099">
                  <c:v>266</c:v>
                </c:pt>
                <c:pt idx="1100">
                  <c:v>268</c:v>
                </c:pt>
                <c:pt idx="1101">
                  <c:v>274</c:v>
                </c:pt>
                <c:pt idx="1102">
                  <c:v>306</c:v>
                </c:pt>
                <c:pt idx="1103">
                  <c:v>327</c:v>
                </c:pt>
                <c:pt idx="1104">
                  <c:v>327</c:v>
                </c:pt>
                <c:pt idx="1105">
                  <c:v>330</c:v>
                </c:pt>
                <c:pt idx="1106">
                  <c:v>307</c:v>
                </c:pt>
                <c:pt idx="1107">
                  <c:v>319</c:v>
                </c:pt>
                <c:pt idx="1108">
                  <c:v>287</c:v>
                </c:pt>
                <c:pt idx="1109">
                  <c:v>253</c:v>
                </c:pt>
                <c:pt idx="1110">
                  <c:v>254</c:v>
                </c:pt>
                <c:pt idx="1111">
                  <c:v>281</c:v>
                </c:pt>
                <c:pt idx="1112">
                  <c:v>263</c:v>
                </c:pt>
                <c:pt idx="1113">
                  <c:v>273</c:v>
                </c:pt>
                <c:pt idx="1114">
                  <c:v>267</c:v>
                </c:pt>
                <c:pt idx="1115">
                  <c:v>256</c:v>
                </c:pt>
                <c:pt idx="1116">
                  <c:v>283</c:v>
                </c:pt>
                <c:pt idx="1117">
                  <c:v>278</c:v>
                </c:pt>
                <c:pt idx="1118">
                  <c:v>278</c:v>
                </c:pt>
                <c:pt idx="1119">
                  <c:v>294</c:v>
                </c:pt>
                <c:pt idx="1120">
                  <c:v>271</c:v>
                </c:pt>
                <c:pt idx="1121">
                  <c:v>253</c:v>
                </c:pt>
                <c:pt idx="1122">
                  <c:v>290</c:v>
                </c:pt>
                <c:pt idx="1123">
                  <c:v>250</c:v>
                </c:pt>
                <c:pt idx="1124">
                  <c:v>240</c:v>
                </c:pt>
                <c:pt idx="1125">
                  <c:v>265</c:v>
                </c:pt>
                <c:pt idx="1126">
                  <c:v>281</c:v>
                </c:pt>
                <c:pt idx="1127">
                  <c:v>308</c:v>
                </c:pt>
                <c:pt idx="1128">
                  <c:v>322</c:v>
                </c:pt>
                <c:pt idx="1129">
                  <c:v>305</c:v>
                </c:pt>
                <c:pt idx="1130">
                  <c:v>313</c:v>
                </c:pt>
                <c:pt idx="1131">
                  <c:v>293</c:v>
                </c:pt>
                <c:pt idx="1132">
                  <c:v>266</c:v>
                </c:pt>
                <c:pt idx="1133">
                  <c:v>241</c:v>
                </c:pt>
                <c:pt idx="1134">
                  <c:v>262</c:v>
                </c:pt>
                <c:pt idx="1135">
                  <c:v>284</c:v>
                </c:pt>
                <c:pt idx="1136">
                  <c:v>269</c:v>
                </c:pt>
                <c:pt idx="1137">
                  <c:v>251</c:v>
                </c:pt>
                <c:pt idx="1138">
                  <c:v>195</c:v>
                </c:pt>
                <c:pt idx="1139">
                  <c:v>193</c:v>
                </c:pt>
                <c:pt idx="1140">
                  <c:v>211</c:v>
                </c:pt>
                <c:pt idx="1141">
                  <c:v>239</c:v>
                </c:pt>
                <c:pt idx="1142">
                  <c:v>301</c:v>
                </c:pt>
                <c:pt idx="1143">
                  <c:v>314</c:v>
                </c:pt>
                <c:pt idx="1144">
                  <c:v>322</c:v>
                </c:pt>
                <c:pt idx="1145">
                  <c:v>363</c:v>
                </c:pt>
                <c:pt idx="1146">
                  <c:v>329</c:v>
                </c:pt>
                <c:pt idx="1147">
                  <c:v>331</c:v>
                </c:pt>
                <c:pt idx="1148">
                  <c:v>307</c:v>
                </c:pt>
                <c:pt idx="1149">
                  <c:v>293</c:v>
                </c:pt>
                <c:pt idx="1150">
                  <c:v>278</c:v>
                </c:pt>
                <c:pt idx="1151">
                  <c:v>288</c:v>
                </c:pt>
                <c:pt idx="1152">
                  <c:v>290</c:v>
                </c:pt>
                <c:pt idx="1153">
                  <c:v>332</c:v>
                </c:pt>
                <c:pt idx="1154">
                  <c:v>300</c:v>
                </c:pt>
                <c:pt idx="1155">
                  <c:v>306</c:v>
                </c:pt>
                <c:pt idx="1156">
                  <c:v>279</c:v>
                </c:pt>
                <c:pt idx="1157">
                  <c:v>268</c:v>
                </c:pt>
                <c:pt idx="1158">
                  <c:v>251</c:v>
                </c:pt>
                <c:pt idx="1159">
                  <c:v>268</c:v>
                </c:pt>
                <c:pt idx="1160">
                  <c:v>251</c:v>
                </c:pt>
                <c:pt idx="1161">
                  <c:v>259</c:v>
                </c:pt>
                <c:pt idx="1162">
                  <c:v>256</c:v>
                </c:pt>
                <c:pt idx="1163">
                  <c:v>274</c:v>
                </c:pt>
                <c:pt idx="1164">
                  <c:v>299</c:v>
                </c:pt>
                <c:pt idx="1165">
                  <c:v>275</c:v>
                </c:pt>
                <c:pt idx="1166">
                  <c:v>294</c:v>
                </c:pt>
                <c:pt idx="1167">
                  <c:v>280</c:v>
                </c:pt>
                <c:pt idx="1168">
                  <c:v>260</c:v>
                </c:pt>
                <c:pt idx="1169">
                  <c:v>263</c:v>
                </c:pt>
                <c:pt idx="1170">
                  <c:v>235</c:v>
                </c:pt>
                <c:pt idx="1171">
                  <c:v>252</c:v>
                </c:pt>
                <c:pt idx="1172">
                  <c:v>215</c:v>
                </c:pt>
                <c:pt idx="1173">
                  <c:v>220</c:v>
                </c:pt>
                <c:pt idx="1174">
                  <c:v>203</c:v>
                </c:pt>
                <c:pt idx="1175">
                  <c:v>202</c:v>
                </c:pt>
                <c:pt idx="1176">
                  <c:v>211</c:v>
                </c:pt>
                <c:pt idx="1177">
                  <c:v>203</c:v>
                </c:pt>
                <c:pt idx="1178">
                  <c:v>227</c:v>
                </c:pt>
                <c:pt idx="1179">
                  <c:v>230</c:v>
                </c:pt>
                <c:pt idx="1180">
                  <c:v>230</c:v>
                </c:pt>
                <c:pt idx="1181">
                  <c:v>254</c:v>
                </c:pt>
                <c:pt idx="1182">
                  <c:v>238</c:v>
                </c:pt>
                <c:pt idx="1183">
                  <c:v>272</c:v>
                </c:pt>
                <c:pt idx="1184">
                  <c:v>244</c:v>
                </c:pt>
                <c:pt idx="1185">
                  <c:v>270</c:v>
                </c:pt>
                <c:pt idx="1186">
                  <c:v>281</c:v>
                </c:pt>
                <c:pt idx="1187">
                  <c:v>289</c:v>
                </c:pt>
                <c:pt idx="1188">
                  <c:v>281</c:v>
                </c:pt>
                <c:pt idx="1189">
                  <c:v>280</c:v>
                </c:pt>
                <c:pt idx="1190">
                  <c:v>245</c:v>
                </c:pt>
                <c:pt idx="1191">
                  <c:v>247</c:v>
                </c:pt>
                <c:pt idx="1192">
                  <c:v>233</c:v>
                </c:pt>
                <c:pt idx="1193">
                  <c:v>218</c:v>
                </c:pt>
                <c:pt idx="1194">
                  <c:v>228</c:v>
                </c:pt>
                <c:pt idx="1195">
                  <c:v>243</c:v>
                </c:pt>
                <c:pt idx="1196">
                  <c:v>276</c:v>
                </c:pt>
                <c:pt idx="1197">
                  <c:v>267</c:v>
                </c:pt>
                <c:pt idx="1198">
                  <c:v>276</c:v>
                </c:pt>
                <c:pt idx="1199">
                  <c:v>282</c:v>
                </c:pt>
                <c:pt idx="1200">
                  <c:v>270</c:v>
                </c:pt>
                <c:pt idx="1201">
                  <c:v>286</c:v>
                </c:pt>
                <c:pt idx="1202">
                  <c:v>275</c:v>
                </c:pt>
                <c:pt idx="1203">
                  <c:v>274</c:v>
                </c:pt>
                <c:pt idx="1204">
                  <c:v>277</c:v>
                </c:pt>
                <c:pt idx="1205">
                  <c:v>257</c:v>
                </c:pt>
                <c:pt idx="1206">
                  <c:v>293</c:v>
                </c:pt>
                <c:pt idx="1207">
                  <c:v>260</c:v>
                </c:pt>
                <c:pt idx="1208">
                  <c:v>277</c:v>
                </c:pt>
                <c:pt idx="1209">
                  <c:v>253</c:v>
                </c:pt>
                <c:pt idx="1210">
                  <c:v>268</c:v>
                </c:pt>
                <c:pt idx="1211">
                  <c:v>249</c:v>
                </c:pt>
                <c:pt idx="1212">
                  <c:v>256</c:v>
                </c:pt>
                <c:pt idx="1213">
                  <c:v>224</c:v>
                </c:pt>
                <c:pt idx="1214">
                  <c:v>230</c:v>
                </c:pt>
                <c:pt idx="1215">
                  <c:v>225</c:v>
                </c:pt>
                <c:pt idx="1216">
                  <c:v>209</c:v>
                </c:pt>
                <c:pt idx="1217">
                  <c:v>210</c:v>
                </c:pt>
                <c:pt idx="1218">
                  <c:v>200</c:v>
                </c:pt>
                <c:pt idx="1219">
                  <c:v>201</c:v>
                </c:pt>
                <c:pt idx="1220">
                  <c:v>202</c:v>
                </c:pt>
                <c:pt idx="1221">
                  <c:v>218</c:v>
                </c:pt>
                <c:pt idx="1222">
                  <c:v>157</c:v>
                </c:pt>
                <c:pt idx="1223">
                  <c:v>166</c:v>
                </c:pt>
                <c:pt idx="1224">
                  <c:v>200</c:v>
                </c:pt>
                <c:pt idx="1225">
                  <c:v>204</c:v>
                </c:pt>
                <c:pt idx="1226">
                  <c:v>225</c:v>
                </c:pt>
                <c:pt idx="1227">
                  <c:v>248</c:v>
                </c:pt>
                <c:pt idx="1228">
                  <c:v>260</c:v>
                </c:pt>
                <c:pt idx="1229">
                  <c:v>297</c:v>
                </c:pt>
                <c:pt idx="1230">
                  <c:v>332</c:v>
                </c:pt>
                <c:pt idx="1231">
                  <c:v>355</c:v>
                </c:pt>
                <c:pt idx="1232">
                  <c:v>330</c:v>
                </c:pt>
                <c:pt idx="1233">
                  <c:v>314</c:v>
                </c:pt>
                <c:pt idx="1234">
                  <c:v>267</c:v>
                </c:pt>
                <c:pt idx="1235">
                  <c:v>256</c:v>
                </c:pt>
                <c:pt idx="1236">
                  <c:v>268</c:v>
                </c:pt>
                <c:pt idx="1237">
                  <c:v>269</c:v>
                </c:pt>
                <c:pt idx="1238">
                  <c:v>282</c:v>
                </c:pt>
                <c:pt idx="1239">
                  <c:v>259</c:v>
                </c:pt>
                <c:pt idx="1240">
                  <c:v>269</c:v>
                </c:pt>
                <c:pt idx="1241">
                  <c:v>263</c:v>
                </c:pt>
                <c:pt idx="1242">
                  <c:v>281</c:v>
                </c:pt>
                <c:pt idx="1243">
                  <c:v>294</c:v>
                </c:pt>
                <c:pt idx="1244">
                  <c:v>279</c:v>
                </c:pt>
                <c:pt idx="1245">
                  <c:v>318</c:v>
                </c:pt>
                <c:pt idx="1246">
                  <c:v>320</c:v>
                </c:pt>
                <c:pt idx="1247">
                  <c:v>335</c:v>
                </c:pt>
                <c:pt idx="1248">
                  <c:v>326</c:v>
                </c:pt>
                <c:pt idx="1249">
                  <c:v>278</c:v>
                </c:pt>
                <c:pt idx="1250">
                  <c:v>287</c:v>
                </c:pt>
                <c:pt idx="1251">
                  <c:v>241</c:v>
                </c:pt>
                <c:pt idx="1252">
                  <c:v>286</c:v>
                </c:pt>
                <c:pt idx="1253">
                  <c:v>276</c:v>
                </c:pt>
                <c:pt idx="1254">
                  <c:v>318</c:v>
                </c:pt>
                <c:pt idx="1255">
                  <c:v>317</c:v>
                </c:pt>
                <c:pt idx="1256">
                  <c:v>325</c:v>
                </c:pt>
                <c:pt idx="1257">
                  <c:v>353</c:v>
                </c:pt>
                <c:pt idx="1258">
                  <c:v>343</c:v>
                </c:pt>
                <c:pt idx="1259">
                  <c:v>326</c:v>
                </c:pt>
                <c:pt idx="1260">
                  <c:v>308</c:v>
                </c:pt>
                <c:pt idx="1261">
                  <c:v>310</c:v>
                </c:pt>
                <c:pt idx="1262">
                  <c:v>306</c:v>
                </c:pt>
                <c:pt idx="1263">
                  <c:v>301</c:v>
                </c:pt>
                <c:pt idx="1264">
                  <c:v>284</c:v>
                </c:pt>
                <c:pt idx="1265">
                  <c:v>280</c:v>
                </c:pt>
                <c:pt idx="1266">
                  <c:v>296</c:v>
                </c:pt>
                <c:pt idx="1267">
                  <c:v>296</c:v>
                </c:pt>
                <c:pt idx="1268">
                  <c:v>311</c:v>
                </c:pt>
                <c:pt idx="1269">
                  <c:v>307</c:v>
                </c:pt>
                <c:pt idx="1270">
                  <c:v>294</c:v>
                </c:pt>
                <c:pt idx="1271">
                  <c:v>286</c:v>
                </c:pt>
                <c:pt idx="1272">
                  <c:v>298</c:v>
                </c:pt>
                <c:pt idx="1273">
                  <c:v>340</c:v>
                </c:pt>
                <c:pt idx="1274">
                  <c:v>337</c:v>
                </c:pt>
                <c:pt idx="1275">
                  <c:v>332</c:v>
                </c:pt>
                <c:pt idx="1276">
                  <c:v>297</c:v>
                </c:pt>
                <c:pt idx="1277">
                  <c:v>312</c:v>
                </c:pt>
                <c:pt idx="1278">
                  <c:v>321</c:v>
                </c:pt>
                <c:pt idx="1279">
                  <c:v>343</c:v>
                </c:pt>
                <c:pt idx="1280">
                  <c:v>326</c:v>
                </c:pt>
                <c:pt idx="1281">
                  <c:v>323</c:v>
                </c:pt>
                <c:pt idx="1282">
                  <c:v>286</c:v>
                </c:pt>
                <c:pt idx="1283">
                  <c:v>285</c:v>
                </c:pt>
                <c:pt idx="1284">
                  <c:v>275</c:v>
                </c:pt>
                <c:pt idx="1285">
                  <c:v>271</c:v>
                </c:pt>
                <c:pt idx="1286">
                  <c:v>256</c:v>
                </c:pt>
                <c:pt idx="1287">
                  <c:v>271</c:v>
                </c:pt>
                <c:pt idx="1288">
                  <c:v>289</c:v>
                </c:pt>
                <c:pt idx="1289">
                  <c:v>318</c:v>
                </c:pt>
                <c:pt idx="1290">
                  <c:v>321</c:v>
                </c:pt>
                <c:pt idx="1291">
                  <c:v>332</c:v>
                </c:pt>
                <c:pt idx="1292">
                  <c:v>307</c:v>
                </c:pt>
                <c:pt idx="1293">
                  <c:v>280</c:v>
                </c:pt>
                <c:pt idx="1294">
                  <c:v>266</c:v>
                </c:pt>
                <c:pt idx="1295">
                  <c:v>269</c:v>
                </c:pt>
                <c:pt idx="1296">
                  <c:v>269</c:v>
                </c:pt>
                <c:pt idx="1297">
                  <c:v>263</c:v>
                </c:pt>
                <c:pt idx="1298">
                  <c:v>255</c:v>
                </c:pt>
                <c:pt idx="1299">
                  <c:v>261</c:v>
                </c:pt>
                <c:pt idx="1300">
                  <c:v>274</c:v>
                </c:pt>
                <c:pt idx="1301">
                  <c:v>257</c:v>
                </c:pt>
                <c:pt idx="1302">
                  <c:v>242</c:v>
                </c:pt>
                <c:pt idx="1303">
                  <c:v>247</c:v>
                </c:pt>
                <c:pt idx="1304">
                  <c:v>255</c:v>
                </c:pt>
                <c:pt idx="1305">
                  <c:v>268</c:v>
                </c:pt>
                <c:pt idx="1306">
                  <c:v>286</c:v>
                </c:pt>
                <c:pt idx="1307">
                  <c:v>254</c:v>
                </c:pt>
                <c:pt idx="1308">
                  <c:v>254</c:v>
                </c:pt>
                <c:pt idx="1309">
                  <c:v>251</c:v>
                </c:pt>
                <c:pt idx="1310">
                  <c:v>241</c:v>
                </c:pt>
                <c:pt idx="1311">
                  <c:v>251</c:v>
                </c:pt>
                <c:pt idx="1312">
                  <c:v>252</c:v>
                </c:pt>
                <c:pt idx="1313">
                  <c:v>252</c:v>
                </c:pt>
                <c:pt idx="1314">
                  <c:v>254</c:v>
                </c:pt>
                <c:pt idx="1315">
                  <c:v>268</c:v>
                </c:pt>
                <c:pt idx="1316">
                  <c:v>275</c:v>
                </c:pt>
                <c:pt idx="1317">
                  <c:v>280</c:v>
                </c:pt>
                <c:pt idx="1318">
                  <c:v>274</c:v>
                </c:pt>
                <c:pt idx="1319">
                  <c:v>286</c:v>
                </c:pt>
                <c:pt idx="1320">
                  <c:v>287</c:v>
                </c:pt>
                <c:pt idx="1321">
                  <c:v>306</c:v>
                </c:pt>
                <c:pt idx="1322">
                  <c:v>297</c:v>
                </c:pt>
                <c:pt idx="1323">
                  <c:v>288</c:v>
                </c:pt>
                <c:pt idx="1324">
                  <c:v>261</c:v>
                </c:pt>
                <c:pt idx="1325">
                  <c:v>258</c:v>
                </c:pt>
                <c:pt idx="1326">
                  <c:v>231</c:v>
                </c:pt>
                <c:pt idx="1327">
                  <c:v>233</c:v>
                </c:pt>
                <c:pt idx="1328">
                  <c:v>240</c:v>
                </c:pt>
                <c:pt idx="1329">
                  <c:v>281</c:v>
                </c:pt>
                <c:pt idx="1330">
                  <c:v>259</c:v>
                </c:pt>
                <c:pt idx="1331">
                  <c:v>260</c:v>
                </c:pt>
                <c:pt idx="1332">
                  <c:v>276</c:v>
                </c:pt>
                <c:pt idx="1333">
                  <c:v>249</c:v>
                </c:pt>
                <c:pt idx="1334">
                  <c:v>254</c:v>
                </c:pt>
                <c:pt idx="1335">
                  <c:v>263</c:v>
                </c:pt>
                <c:pt idx="1336">
                  <c:v>258</c:v>
                </c:pt>
                <c:pt idx="1337">
                  <c:v>238</c:v>
                </c:pt>
                <c:pt idx="1338">
                  <c:v>170</c:v>
                </c:pt>
                <c:pt idx="1339">
                  <c:v>218</c:v>
                </c:pt>
                <c:pt idx="1340">
                  <c:v>287</c:v>
                </c:pt>
                <c:pt idx="1341">
                  <c:v>217</c:v>
                </c:pt>
                <c:pt idx="1342">
                  <c:v>281</c:v>
                </c:pt>
                <c:pt idx="1343">
                  <c:v>310</c:v>
                </c:pt>
                <c:pt idx="1344">
                  <c:v>302</c:v>
                </c:pt>
                <c:pt idx="1345">
                  <c:v>333</c:v>
                </c:pt>
                <c:pt idx="1346">
                  <c:v>331</c:v>
                </c:pt>
                <c:pt idx="1347">
                  <c:v>315</c:v>
                </c:pt>
                <c:pt idx="1348">
                  <c:v>319</c:v>
                </c:pt>
                <c:pt idx="1349">
                  <c:v>303</c:v>
                </c:pt>
                <c:pt idx="1350">
                  <c:v>329</c:v>
                </c:pt>
                <c:pt idx="1351">
                  <c:v>298</c:v>
                </c:pt>
                <c:pt idx="1352">
                  <c:v>303</c:v>
                </c:pt>
                <c:pt idx="1353">
                  <c:v>292</c:v>
                </c:pt>
                <c:pt idx="1354">
                  <c:v>279</c:v>
                </c:pt>
                <c:pt idx="1355">
                  <c:v>260</c:v>
                </c:pt>
                <c:pt idx="1356">
                  <c:v>273</c:v>
                </c:pt>
                <c:pt idx="1357">
                  <c:v>312</c:v>
                </c:pt>
                <c:pt idx="1358">
                  <c:v>308</c:v>
                </c:pt>
                <c:pt idx="1359">
                  <c:v>301</c:v>
                </c:pt>
                <c:pt idx="1360">
                  <c:v>270</c:v>
                </c:pt>
                <c:pt idx="1361">
                  <c:v>264</c:v>
                </c:pt>
                <c:pt idx="1362">
                  <c:v>242</c:v>
                </c:pt>
                <c:pt idx="1363">
                  <c:v>257</c:v>
                </c:pt>
                <c:pt idx="1364">
                  <c:v>275</c:v>
                </c:pt>
                <c:pt idx="1365">
                  <c:v>276</c:v>
                </c:pt>
                <c:pt idx="1366">
                  <c:v>285</c:v>
                </c:pt>
                <c:pt idx="1367">
                  <c:v>282</c:v>
                </c:pt>
                <c:pt idx="1368">
                  <c:v>266</c:v>
                </c:pt>
                <c:pt idx="1369">
                  <c:v>277</c:v>
                </c:pt>
                <c:pt idx="1370">
                  <c:v>338</c:v>
                </c:pt>
                <c:pt idx="1371">
                  <c:v>309</c:v>
                </c:pt>
                <c:pt idx="1372">
                  <c:v>318</c:v>
                </c:pt>
                <c:pt idx="1373">
                  <c:v>400</c:v>
                </c:pt>
                <c:pt idx="1374">
                  <c:v>355</c:v>
                </c:pt>
                <c:pt idx="1375">
                  <c:v>299</c:v>
                </c:pt>
                <c:pt idx="1376">
                  <c:v>322</c:v>
                </c:pt>
                <c:pt idx="1377">
                  <c:v>308</c:v>
                </c:pt>
                <c:pt idx="1378">
                  <c:v>300</c:v>
                </c:pt>
                <c:pt idx="1379">
                  <c:v>306</c:v>
                </c:pt>
                <c:pt idx="1380">
                  <c:v>290</c:v>
                </c:pt>
                <c:pt idx="1381">
                  <c:v>276</c:v>
                </c:pt>
                <c:pt idx="1382">
                  <c:v>256</c:v>
                </c:pt>
                <c:pt idx="1383">
                  <c:v>268</c:v>
                </c:pt>
                <c:pt idx="1384">
                  <c:v>239</c:v>
                </c:pt>
                <c:pt idx="1385">
                  <c:v>274</c:v>
                </c:pt>
                <c:pt idx="1386">
                  <c:v>281</c:v>
                </c:pt>
                <c:pt idx="1387">
                  <c:v>281</c:v>
                </c:pt>
                <c:pt idx="1388">
                  <c:v>307</c:v>
                </c:pt>
                <c:pt idx="1389">
                  <c:v>305</c:v>
                </c:pt>
                <c:pt idx="1390">
                  <c:v>304</c:v>
                </c:pt>
                <c:pt idx="1391">
                  <c:v>305</c:v>
                </c:pt>
                <c:pt idx="1392">
                  <c:v>285</c:v>
                </c:pt>
                <c:pt idx="1393">
                  <c:v>276</c:v>
                </c:pt>
                <c:pt idx="1394">
                  <c:v>287</c:v>
                </c:pt>
                <c:pt idx="1395">
                  <c:v>278</c:v>
                </c:pt>
                <c:pt idx="1396">
                  <c:v>282</c:v>
                </c:pt>
                <c:pt idx="1397">
                  <c:v>295</c:v>
                </c:pt>
                <c:pt idx="1398">
                  <c:v>255</c:v>
                </c:pt>
                <c:pt idx="1399">
                  <c:v>281</c:v>
                </c:pt>
                <c:pt idx="1400">
                  <c:v>280</c:v>
                </c:pt>
                <c:pt idx="1401">
                  <c:v>282</c:v>
                </c:pt>
                <c:pt idx="1402">
                  <c:v>260</c:v>
                </c:pt>
                <c:pt idx="1403">
                  <c:v>248</c:v>
                </c:pt>
                <c:pt idx="1404">
                  <c:v>255</c:v>
                </c:pt>
                <c:pt idx="1405">
                  <c:v>252</c:v>
                </c:pt>
                <c:pt idx="1406">
                  <c:v>249</c:v>
                </c:pt>
                <c:pt idx="1407">
                  <c:v>266</c:v>
                </c:pt>
                <c:pt idx="1408">
                  <c:v>264</c:v>
                </c:pt>
                <c:pt idx="1409">
                  <c:v>254</c:v>
                </c:pt>
                <c:pt idx="1410">
                  <c:v>245</c:v>
                </c:pt>
                <c:pt idx="1411">
                  <c:v>241</c:v>
                </c:pt>
                <c:pt idx="1412">
                  <c:v>244</c:v>
                </c:pt>
                <c:pt idx="1413">
                  <c:v>281</c:v>
                </c:pt>
                <c:pt idx="1414">
                  <c:v>325</c:v>
                </c:pt>
                <c:pt idx="1415">
                  <c:v>319</c:v>
                </c:pt>
                <c:pt idx="1416">
                  <c:v>327</c:v>
                </c:pt>
                <c:pt idx="1417">
                  <c:v>323</c:v>
                </c:pt>
                <c:pt idx="1418">
                  <c:v>303</c:v>
                </c:pt>
                <c:pt idx="1419">
                  <c:v>313</c:v>
                </c:pt>
                <c:pt idx="1420">
                  <c:v>285</c:v>
                </c:pt>
                <c:pt idx="1421">
                  <c:v>280</c:v>
                </c:pt>
                <c:pt idx="1422">
                  <c:v>257</c:v>
                </c:pt>
                <c:pt idx="1423">
                  <c:v>247</c:v>
                </c:pt>
                <c:pt idx="1424">
                  <c:v>247</c:v>
                </c:pt>
                <c:pt idx="1425">
                  <c:v>242</c:v>
                </c:pt>
                <c:pt idx="1426">
                  <c:v>239</c:v>
                </c:pt>
                <c:pt idx="1427">
                  <c:v>250</c:v>
                </c:pt>
                <c:pt idx="1428">
                  <c:v>278</c:v>
                </c:pt>
                <c:pt idx="1429">
                  <c:v>272</c:v>
                </c:pt>
                <c:pt idx="1430">
                  <c:v>287</c:v>
                </c:pt>
                <c:pt idx="1431">
                  <c:v>280</c:v>
                </c:pt>
                <c:pt idx="1432">
                  <c:v>294</c:v>
                </c:pt>
                <c:pt idx="1433">
                  <c:v>286</c:v>
                </c:pt>
                <c:pt idx="1434">
                  <c:v>287</c:v>
                </c:pt>
                <c:pt idx="1435">
                  <c:v>282</c:v>
                </c:pt>
                <c:pt idx="1436">
                  <c:v>287</c:v>
                </c:pt>
                <c:pt idx="1437">
                  <c:v>263</c:v>
                </c:pt>
                <c:pt idx="1438">
                  <c:v>173</c:v>
                </c:pt>
                <c:pt idx="1439">
                  <c:v>162</c:v>
                </c:pt>
                <c:pt idx="1440">
                  <c:v>163</c:v>
                </c:pt>
                <c:pt idx="1441">
                  <c:v>221</c:v>
                </c:pt>
                <c:pt idx="1442">
                  <c:v>260</c:v>
                </c:pt>
                <c:pt idx="1443">
                  <c:v>293</c:v>
                </c:pt>
                <c:pt idx="1444">
                  <c:v>282</c:v>
                </c:pt>
                <c:pt idx="1445">
                  <c:v>275</c:v>
                </c:pt>
                <c:pt idx="1446">
                  <c:v>267</c:v>
                </c:pt>
                <c:pt idx="1447">
                  <c:v>258</c:v>
                </c:pt>
                <c:pt idx="1448">
                  <c:v>242</c:v>
                </c:pt>
                <c:pt idx="1449">
                  <c:v>259</c:v>
                </c:pt>
                <c:pt idx="1450">
                  <c:v>274</c:v>
                </c:pt>
                <c:pt idx="1451">
                  <c:v>294</c:v>
                </c:pt>
                <c:pt idx="1452">
                  <c:v>316</c:v>
                </c:pt>
                <c:pt idx="1453">
                  <c:v>318</c:v>
                </c:pt>
                <c:pt idx="1454">
                  <c:v>315</c:v>
                </c:pt>
                <c:pt idx="1455">
                  <c:v>311</c:v>
                </c:pt>
                <c:pt idx="1456">
                  <c:v>317</c:v>
                </c:pt>
                <c:pt idx="1457">
                  <c:v>310</c:v>
                </c:pt>
                <c:pt idx="1458">
                  <c:v>298</c:v>
                </c:pt>
                <c:pt idx="1459">
                  <c:v>292</c:v>
                </c:pt>
                <c:pt idx="1460">
                  <c:v>281</c:v>
                </c:pt>
                <c:pt idx="1461">
                  <c:v>277</c:v>
                </c:pt>
                <c:pt idx="1462">
                  <c:v>265</c:v>
                </c:pt>
                <c:pt idx="1463">
                  <c:v>263</c:v>
                </c:pt>
                <c:pt idx="1464">
                  <c:v>275</c:v>
                </c:pt>
                <c:pt idx="1465">
                  <c:v>293</c:v>
                </c:pt>
                <c:pt idx="1466">
                  <c:v>263</c:v>
                </c:pt>
                <c:pt idx="1467">
                  <c:v>237</c:v>
                </c:pt>
                <c:pt idx="1468">
                  <c:v>255</c:v>
                </c:pt>
                <c:pt idx="1469">
                  <c:v>271</c:v>
                </c:pt>
                <c:pt idx="1470">
                  <c:v>259</c:v>
                </c:pt>
                <c:pt idx="1471">
                  <c:v>258</c:v>
                </c:pt>
                <c:pt idx="1472">
                  <c:v>255</c:v>
                </c:pt>
                <c:pt idx="1473">
                  <c:v>256</c:v>
                </c:pt>
                <c:pt idx="1474">
                  <c:v>251</c:v>
                </c:pt>
                <c:pt idx="1475">
                  <c:v>257</c:v>
                </c:pt>
                <c:pt idx="1476">
                  <c:v>289</c:v>
                </c:pt>
                <c:pt idx="1477">
                  <c:v>289</c:v>
                </c:pt>
                <c:pt idx="1478">
                  <c:v>272</c:v>
                </c:pt>
                <c:pt idx="1479">
                  <c:v>294</c:v>
                </c:pt>
                <c:pt idx="1480">
                  <c:v>302</c:v>
                </c:pt>
                <c:pt idx="1481">
                  <c:v>314</c:v>
                </c:pt>
                <c:pt idx="1482">
                  <c:v>330</c:v>
                </c:pt>
                <c:pt idx="1483">
                  <c:v>313</c:v>
                </c:pt>
                <c:pt idx="1484">
                  <c:v>286</c:v>
                </c:pt>
                <c:pt idx="1485">
                  <c:v>328</c:v>
                </c:pt>
                <c:pt idx="1486">
                  <c:v>266</c:v>
                </c:pt>
                <c:pt idx="1487">
                  <c:v>304</c:v>
                </c:pt>
                <c:pt idx="1488">
                  <c:v>291</c:v>
                </c:pt>
                <c:pt idx="1489">
                  <c:v>257</c:v>
                </c:pt>
                <c:pt idx="1490">
                  <c:v>264</c:v>
                </c:pt>
                <c:pt idx="1491">
                  <c:v>236</c:v>
                </c:pt>
                <c:pt idx="1492">
                  <c:v>256</c:v>
                </c:pt>
                <c:pt idx="1493">
                  <c:v>251</c:v>
                </c:pt>
                <c:pt idx="1494">
                  <c:v>265</c:v>
                </c:pt>
                <c:pt idx="1495">
                  <c:v>284</c:v>
                </c:pt>
                <c:pt idx="1496">
                  <c:v>275</c:v>
                </c:pt>
                <c:pt idx="1497">
                  <c:v>278</c:v>
                </c:pt>
                <c:pt idx="1498">
                  <c:v>283</c:v>
                </c:pt>
                <c:pt idx="1499">
                  <c:v>313</c:v>
                </c:pt>
                <c:pt idx="1500">
                  <c:v>300</c:v>
                </c:pt>
                <c:pt idx="1501">
                  <c:v>306</c:v>
                </c:pt>
                <c:pt idx="1502">
                  <c:v>282</c:v>
                </c:pt>
                <c:pt idx="1503">
                  <c:v>300</c:v>
                </c:pt>
                <c:pt idx="1504">
                  <c:v>290</c:v>
                </c:pt>
                <c:pt idx="1505">
                  <c:v>281</c:v>
                </c:pt>
                <c:pt idx="1506">
                  <c:v>269</c:v>
                </c:pt>
                <c:pt idx="1507">
                  <c:v>265</c:v>
                </c:pt>
                <c:pt idx="1508">
                  <c:v>253</c:v>
                </c:pt>
                <c:pt idx="1509">
                  <c:v>262</c:v>
                </c:pt>
                <c:pt idx="1510">
                  <c:v>255</c:v>
                </c:pt>
                <c:pt idx="1511">
                  <c:v>258</c:v>
                </c:pt>
                <c:pt idx="1512">
                  <c:v>250</c:v>
                </c:pt>
                <c:pt idx="1513">
                  <c:v>249</c:v>
                </c:pt>
                <c:pt idx="1514">
                  <c:v>239</c:v>
                </c:pt>
                <c:pt idx="1515">
                  <c:v>262</c:v>
                </c:pt>
                <c:pt idx="1516">
                  <c:v>239</c:v>
                </c:pt>
                <c:pt idx="1517">
                  <c:v>251</c:v>
                </c:pt>
                <c:pt idx="1518">
                  <c:v>244</c:v>
                </c:pt>
                <c:pt idx="1519">
                  <c:v>240</c:v>
                </c:pt>
                <c:pt idx="1520">
                  <c:v>233</c:v>
                </c:pt>
                <c:pt idx="1521">
                  <c:v>222</c:v>
                </c:pt>
                <c:pt idx="1522">
                  <c:v>204</c:v>
                </c:pt>
                <c:pt idx="1523">
                  <c:v>175</c:v>
                </c:pt>
                <c:pt idx="1524">
                  <c:v>179</c:v>
                </c:pt>
                <c:pt idx="1525">
                  <c:v>200</c:v>
                </c:pt>
                <c:pt idx="1526">
                  <c:v>225</c:v>
                </c:pt>
                <c:pt idx="1527">
                  <c:v>259</c:v>
                </c:pt>
                <c:pt idx="1528">
                  <c:v>319</c:v>
                </c:pt>
                <c:pt idx="1529">
                  <c:v>319</c:v>
                </c:pt>
                <c:pt idx="1530">
                  <c:v>335</c:v>
                </c:pt>
                <c:pt idx="1531">
                  <c:v>311</c:v>
                </c:pt>
                <c:pt idx="1532">
                  <c:v>278</c:v>
                </c:pt>
                <c:pt idx="1533">
                  <c:v>248</c:v>
                </c:pt>
                <c:pt idx="1534">
                  <c:v>225</c:v>
                </c:pt>
                <c:pt idx="1535">
                  <c:v>176</c:v>
                </c:pt>
                <c:pt idx="1536">
                  <c:v>212</c:v>
                </c:pt>
                <c:pt idx="1537">
                  <c:v>219</c:v>
                </c:pt>
                <c:pt idx="1538">
                  <c:v>275</c:v>
                </c:pt>
                <c:pt idx="1539">
                  <c:v>297</c:v>
                </c:pt>
                <c:pt idx="1540">
                  <c:v>343</c:v>
                </c:pt>
                <c:pt idx="1541">
                  <c:v>374</c:v>
                </c:pt>
                <c:pt idx="1542">
                  <c:v>309</c:v>
                </c:pt>
                <c:pt idx="1543">
                  <c:v>259</c:v>
                </c:pt>
                <c:pt idx="1544">
                  <c:v>274</c:v>
                </c:pt>
                <c:pt idx="1545">
                  <c:v>264</c:v>
                </c:pt>
                <c:pt idx="1546">
                  <c:v>280</c:v>
                </c:pt>
                <c:pt idx="1547">
                  <c:v>307</c:v>
                </c:pt>
                <c:pt idx="1548">
                  <c:v>279</c:v>
                </c:pt>
                <c:pt idx="1549">
                  <c:v>245</c:v>
                </c:pt>
                <c:pt idx="1550">
                  <c:v>239</c:v>
                </c:pt>
                <c:pt idx="1551">
                  <c:v>206</c:v>
                </c:pt>
                <c:pt idx="1552">
                  <c:v>206</c:v>
                </c:pt>
                <c:pt idx="1553">
                  <c:v>122</c:v>
                </c:pt>
                <c:pt idx="1554">
                  <c:v>172</c:v>
                </c:pt>
                <c:pt idx="1555">
                  <c:v>190</c:v>
                </c:pt>
                <c:pt idx="1556">
                  <c:v>231</c:v>
                </c:pt>
                <c:pt idx="1557">
                  <c:v>269</c:v>
                </c:pt>
                <c:pt idx="1558">
                  <c:v>334</c:v>
                </c:pt>
                <c:pt idx="1559">
                  <c:v>377</c:v>
                </c:pt>
                <c:pt idx="1560">
                  <c:v>370</c:v>
                </c:pt>
                <c:pt idx="1561">
                  <c:v>314</c:v>
                </c:pt>
                <c:pt idx="1562">
                  <c:v>274</c:v>
                </c:pt>
                <c:pt idx="1563">
                  <c:v>284</c:v>
                </c:pt>
                <c:pt idx="1564">
                  <c:v>261</c:v>
                </c:pt>
                <c:pt idx="1565">
                  <c:v>285</c:v>
                </c:pt>
                <c:pt idx="1566">
                  <c:v>332</c:v>
                </c:pt>
                <c:pt idx="1567">
                  <c:v>326</c:v>
                </c:pt>
                <c:pt idx="1568">
                  <c:v>292</c:v>
                </c:pt>
                <c:pt idx="1569">
                  <c:v>305</c:v>
                </c:pt>
                <c:pt idx="1570">
                  <c:v>324</c:v>
                </c:pt>
                <c:pt idx="1571">
                  <c:v>269</c:v>
                </c:pt>
                <c:pt idx="1572">
                  <c:v>270</c:v>
                </c:pt>
                <c:pt idx="1573">
                  <c:v>268</c:v>
                </c:pt>
                <c:pt idx="1574">
                  <c:v>249</c:v>
                </c:pt>
                <c:pt idx="1575">
                  <c:v>242</c:v>
                </c:pt>
                <c:pt idx="1576">
                  <c:v>269</c:v>
                </c:pt>
                <c:pt idx="1577">
                  <c:v>255</c:v>
                </c:pt>
                <c:pt idx="1578">
                  <c:v>278</c:v>
                </c:pt>
                <c:pt idx="1579">
                  <c:v>256</c:v>
                </c:pt>
                <c:pt idx="1580">
                  <c:v>275</c:v>
                </c:pt>
                <c:pt idx="1581">
                  <c:v>234</c:v>
                </c:pt>
                <c:pt idx="1582">
                  <c:v>216</c:v>
                </c:pt>
                <c:pt idx="1583">
                  <c:v>236</c:v>
                </c:pt>
                <c:pt idx="1584">
                  <c:v>249</c:v>
                </c:pt>
                <c:pt idx="1585">
                  <c:v>229</c:v>
                </c:pt>
                <c:pt idx="1586">
                  <c:v>281</c:v>
                </c:pt>
                <c:pt idx="1587">
                  <c:v>290</c:v>
                </c:pt>
                <c:pt idx="1588">
                  <c:v>313</c:v>
                </c:pt>
                <c:pt idx="1589">
                  <c:v>303</c:v>
                </c:pt>
                <c:pt idx="1590">
                  <c:v>314</c:v>
                </c:pt>
                <c:pt idx="1591">
                  <c:v>290</c:v>
                </c:pt>
                <c:pt idx="1592">
                  <c:v>286</c:v>
                </c:pt>
                <c:pt idx="1593">
                  <c:v>298</c:v>
                </c:pt>
                <c:pt idx="1594">
                  <c:v>286</c:v>
                </c:pt>
                <c:pt idx="1595">
                  <c:v>277</c:v>
                </c:pt>
                <c:pt idx="1596">
                  <c:v>252</c:v>
                </c:pt>
                <c:pt idx="1597">
                  <c:v>281</c:v>
                </c:pt>
                <c:pt idx="1598">
                  <c:v>273</c:v>
                </c:pt>
                <c:pt idx="1599">
                  <c:v>248</c:v>
                </c:pt>
                <c:pt idx="1600">
                  <c:v>240</c:v>
                </c:pt>
                <c:pt idx="1601">
                  <c:v>243</c:v>
                </c:pt>
                <c:pt idx="1602">
                  <c:v>236</c:v>
                </c:pt>
                <c:pt idx="1603">
                  <c:v>247</c:v>
                </c:pt>
                <c:pt idx="1604">
                  <c:v>238</c:v>
                </c:pt>
                <c:pt idx="1605">
                  <c:v>270</c:v>
                </c:pt>
                <c:pt idx="1606">
                  <c:v>238</c:v>
                </c:pt>
                <c:pt idx="1607">
                  <c:v>262</c:v>
                </c:pt>
                <c:pt idx="1608">
                  <c:v>268</c:v>
                </c:pt>
                <c:pt idx="1609">
                  <c:v>292</c:v>
                </c:pt>
                <c:pt idx="1610">
                  <c:v>277</c:v>
                </c:pt>
                <c:pt idx="1611">
                  <c:v>308</c:v>
                </c:pt>
                <c:pt idx="1612">
                  <c:v>289</c:v>
                </c:pt>
                <c:pt idx="1613">
                  <c:v>290</c:v>
                </c:pt>
                <c:pt idx="1614">
                  <c:v>277</c:v>
                </c:pt>
                <c:pt idx="1615">
                  <c:v>303</c:v>
                </c:pt>
                <c:pt idx="1616">
                  <c:v>264</c:v>
                </c:pt>
                <c:pt idx="1617">
                  <c:v>267</c:v>
                </c:pt>
                <c:pt idx="1618">
                  <c:v>262</c:v>
                </c:pt>
                <c:pt idx="1619">
                  <c:v>265</c:v>
                </c:pt>
                <c:pt idx="1620">
                  <c:v>282</c:v>
                </c:pt>
                <c:pt idx="1621">
                  <c:v>253</c:v>
                </c:pt>
                <c:pt idx="1622">
                  <c:v>267</c:v>
                </c:pt>
                <c:pt idx="1623">
                  <c:v>308</c:v>
                </c:pt>
                <c:pt idx="1624">
                  <c:v>280</c:v>
                </c:pt>
                <c:pt idx="1625">
                  <c:v>274</c:v>
                </c:pt>
                <c:pt idx="1626">
                  <c:v>258</c:v>
                </c:pt>
                <c:pt idx="1627">
                  <c:v>262</c:v>
                </c:pt>
                <c:pt idx="1628">
                  <c:v>266</c:v>
                </c:pt>
                <c:pt idx="1629">
                  <c:v>265</c:v>
                </c:pt>
                <c:pt idx="1630">
                  <c:v>255</c:v>
                </c:pt>
                <c:pt idx="1631">
                  <c:v>234</c:v>
                </c:pt>
                <c:pt idx="1632">
                  <c:v>230</c:v>
                </c:pt>
                <c:pt idx="1633">
                  <c:v>237</c:v>
                </c:pt>
                <c:pt idx="1634">
                  <c:v>221</c:v>
                </c:pt>
                <c:pt idx="1635">
                  <c:v>232</c:v>
                </c:pt>
                <c:pt idx="1636">
                  <c:v>199</c:v>
                </c:pt>
                <c:pt idx="1637">
                  <c:v>218</c:v>
                </c:pt>
                <c:pt idx="1638">
                  <c:v>205</c:v>
                </c:pt>
                <c:pt idx="1639">
                  <c:v>221</c:v>
                </c:pt>
                <c:pt idx="1640">
                  <c:v>223</c:v>
                </c:pt>
                <c:pt idx="1641">
                  <c:v>207</c:v>
                </c:pt>
                <c:pt idx="1642">
                  <c:v>228</c:v>
                </c:pt>
                <c:pt idx="1643">
                  <c:v>251</c:v>
                </c:pt>
                <c:pt idx="1644">
                  <c:v>219</c:v>
                </c:pt>
                <c:pt idx="1645">
                  <c:v>252</c:v>
                </c:pt>
                <c:pt idx="1646">
                  <c:v>250</c:v>
                </c:pt>
                <c:pt idx="1647">
                  <c:v>246</c:v>
                </c:pt>
                <c:pt idx="1648">
                  <c:v>279</c:v>
                </c:pt>
                <c:pt idx="1649">
                  <c:v>280</c:v>
                </c:pt>
                <c:pt idx="1650">
                  <c:v>268</c:v>
                </c:pt>
                <c:pt idx="1651">
                  <c:v>267</c:v>
                </c:pt>
                <c:pt idx="1652">
                  <c:v>265</c:v>
                </c:pt>
                <c:pt idx="1653">
                  <c:v>280</c:v>
                </c:pt>
                <c:pt idx="1654">
                  <c:v>269</c:v>
                </c:pt>
                <c:pt idx="1655">
                  <c:v>251</c:v>
                </c:pt>
                <c:pt idx="1656">
                  <c:v>241</c:v>
                </c:pt>
                <c:pt idx="1657">
                  <c:v>233</c:v>
                </c:pt>
                <c:pt idx="1658">
                  <c:v>260</c:v>
                </c:pt>
                <c:pt idx="1659">
                  <c:v>241</c:v>
                </c:pt>
                <c:pt idx="1660">
                  <c:v>261</c:v>
                </c:pt>
                <c:pt idx="1661">
                  <c:v>269</c:v>
                </c:pt>
                <c:pt idx="1662">
                  <c:v>229</c:v>
                </c:pt>
                <c:pt idx="1663">
                  <c:v>242</c:v>
                </c:pt>
                <c:pt idx="1664">
                  <c:v>263</c:v>
                </c:pt>
                <c:pt idx="1665">
                  <c:v>250</c:v>
                </c:pt>
                <c:pt idx="1666">
                  <c:v>248</c:v>
                </c:pt>
                <c:pt idx="1667">
                  <c:v>252</c:v>
                </c:pt>
                <c:pt idx="1668">
                  <c:v>268</c:v>
                </c:pt>
                <c:pt idx="1669">
                  <c:v>262</c:v>
                </c:pt>
                <c:pt idx="1670">
                  <c:v>271</c:v>
                </c:pt>
                <c:pt idx="1671">
                  <c:v>274</c:v>
                </c:pt>
                <c:pt idx="1672">
                  <c:v>277</c:v>
                </c:pt>
                <c:pt idx="1673">
                  <c:v>292</c:v>
                </c:pt>
                <c:pt idx="1674">
                  <c:v>281</c:v>
                </c:pt>
                <c:pt idx="1675">
                  <c:v>279</c:v>
                </c:pt>
                <c:pt idx="1676">
                  <c:v>270</c:v>
                </c:pt>
                <c:pt idx="1677">
                  <c:v>266</c:v>
                </c:pt>
                <c:pt idx="1678">
                  <c:v>267</c:v>
                </c:pt>
                <c:pt idx="1679">
                  <c:v>253</c:v>
                </c:pt>
                <c:pt idx="1680">
                  <c:v>265</c:v>
                </c:pt>
                <c:pt idx="1681">
                  <c:v>248</c:v>
                </c:pt>
                <c:pt idx="1682">
                  <c:v>248</c:v>
                </c:pt>
                <c:pt idx="1683">
                  <c:v>245</c:v>
                </c:pt>
                <c:pt idx="1684">
                  <c:v>266</c:v>
                </c:pt>
                <c:pt idx="1685">
                  <c:v>256</c:v>
                </c:pt>
                <c:pt idx="1686">
                  <c:v>263</c:v>
                </c:pt>
                <c:pt idx="1687">
                  <c:v>253</c:v>
                </c:pt>
                <c:pt idx="1688">
                  <c:v>267</c:v>
                </c:pt>
                <c:pt idx="1689">
                  <c:v>254</c:v>
                </c:pt>
                <c:pt idx="1690">
                  <c:v>272</c:v>
                </c:pt>
                <c:pt idx="1691">
                  <c:v>286</c:v>
                </c:pt>
                <c:pt idx="1692">
                  <c:v>282</c:v>
                </c:pt>
                <c:pt idx="1693">
                  <c:v>274</c:v>
                </c:pt>
                <c:pt idx="1694">
                  <c:v>261</c:v>
                </c:pt>
                <c:pt idx="1695">
                  <c:v>242</c:v>
                </c:pt>
                <c:pt idx="1696">
                  <c:v>230</c:v>
                </c:pt>
                <c:pt idx="1697">
                  <c:v>234</c:v>
                </c:pt>
                <c:pt idx="1698">
                  <c:v>229</c:v>
                </c:pt>
                <c:pt idx="1699">
                  <c:v>237</c:v>
                </c:pt>
                <c:pt idx="1700">
                  <c:v>246</c:v>
                </c:pt>
                <c:pt idx="1701">
                  <c:v>247</c:v>
                </c:pt>
                <c:pt idx="1702">
                  <c:v>262</c:v>
                </c:pt>
                <c:pt idx="1703">
                  <c:v>257</c:v>
                </c:pt>
                <c:pt idx="1704">
                  <c:v>245</c:v>
                </c:pt>
                <c:pt idx="1705">
                  <c:v>248</c:v>
                </c:pt>
                <c:pt idx="1706">
                  <c:v>265</c:v>
                </c:pt>
                <c:pt idx="1707">
                  <c:v>263</c:v>
                </c:pt>
                <c:pt idx="1708">
                  <c:v>239</c:v>
                </c:pt>
                <c:pt idx="1709">
                  <c:v>226</c:v>
                </c:pt>
                <c:pt idx="1710">
                  <c:v>240</c:v>
                </c:pt>
                <c:pt idx="1711">
                  <c:v>253</c:v>
                </c:pt>
                <c:pt idx="1712">
                  <c:v>257</c:v>
                </c:pt>
                <c:pt idx="1713">
                  <c:v>241</c:v>
                </c:pt>
                <c:pt idx="1714">
                  <c:v>241</c:v>
                </c:pt>
                <c:pt idx="1715">
                  <c:v>237</c:v>
                </c:pt>
                <c:pt idx="1716">
                  <c:v>242</c:v>
                </c:pt>
                <c:pt idx="1717">
                  <c:v>254</c:v>
                </c:pt>
                <c:pt idx="1718">
                  <c:v>254</c:v>
                </c:pt>
                <c:pt idx="1719">
                  <c:v>260</c:v>
                </c:pt>
                <c:pt idx="1720">
                  <c:v>269</c:v>
                </c:pt>
                <c:pt idx="1721">
                  <c:v>268</c:v>
                </c:pt>
                <c:pt idx="1722">
                  <c:v>255</c:v>
                </c:pt>
                <c:pt idx="1723">
                  <c:v>261</c:v>
                </c:pt>
                <c:pt idx="1724">
                  <c:v>253</c:v>
                </c:pt>
                <c:pt idx="1725">
                  <c:v>223</c:v>
                </c:pt>
                <c:pt idx="1726">
                  <c:v>241</c:v>
                </c:pt>
                <c:pt idx="1727">
                  <c:v>234</c:v>
                </c:pt>
                <c:pt idx="1728">
                  <c:v>249</c:v>
                </c:pt>
                <c:pt idx="1729">
                  <c:v>243</c:v>
                </c:pt>
                <c:pt idx="1730">
                  <c:v>238</c:v>
                </c:pt>
                <c:pt idx="1731">
                  <c:v>241</c:v>
                </c:pt>
                <c:pt idx="1732">
                  <c:v>237</c:v>
                </c:pt>
                <c:pt idx="1733">
                  <c:v>245</c:v>
                </c:pt>
                <c:pt idx="1734">
                  <c:v>261</c:v>
                </c:pt>
                <c:pt idx="1735">
                  <c:v>246</c:v>
                </c:pt>
                <c:pt idx="1736">
                  <c:v>248</c:v>
                </c:pt>
                <c:pt idx="1737">
                  <c:v>254</c:v>
                </c:pt>
                <c:pt idx="1738">
                  <c:v>251</c:v>
                </c:pt>
                <c:pt idx="1739">
                  <c:v>257</c:v>
                </c:pt>
                <c:pt idx="1740">
                  <c:v>248</c:v>
                </c:pt>
                <c:pt idx="1741">
                  <c:v>247</c:v>
                </c:pt>
                <c:pt idx="1742">
                  <c:v>241</c:v>
                </c:pt>
                <c:pt idx="1743">
                  <c:v>229</c:v>
                </c:pt>
                <c:pt idx="1744">
                  <c:v>230</c:v>
                </c:pt>
                <c:pt idx="1745">
                  <c:v>245</c:v>
                </c:pt>
                <c:pt idx="1746">
                  <c:v>228</c:v>
                </c:pt>
                <c:pt idx="1747">
                  <c:v>244</c:v>
                </c:pt>
                <c:pt idx="1748">
                  <c:v>243</c:v>
                </c:pt>
                <c:pt idx="1749">
                  <c:v>253</c:v>
                </c:pt>
                <c:pt idx="1750">
                  <c:v>255</c:v>
                </c:pt>
                <c:pt idx="1751">
                  <c:v>263</c:v>
                </c:pt>
                <c:pt idx="1752">
                  <c:v>253</c:v>
                </c:pt>
                <c:pt idx="1753">
                  <c:v>247</c:v>
                </c:pt>
                <c:pt idx="1754">
                  <c:v>260</c:v>
                </c:pt>
                <c:pt idx="1755">
                  <c:v>252</c:v>
                </c:pt>
                <c:pt idx="1756">
                  <c:v>256</c:v>
                </c:pt>
                <c:pt idx="1757">
                  <c:v>233</c:v>
                </c:pt>
                <c:pt idx="1758">
                  <c:v>247</c:v>
                </c:pt>
                <c:pt idx="1759">
                  <c:v>260</c:v>
                </c:pt>
                <c:pt idx="1760">
                  <c:v>257</c:v>
                </c:pt>
                <c:pt idx="1761">
                  <c:v>250</c:v>
                </c:pt>
                <c:pt idx="1762">
                  <c:v>250</c:v>
                </c:pt>
                <c:pt idx="1763">
                  <c:v>253</c:v>
                </c:pt>
                <c:pt idx="1764">
                  <c:v>257</c:v>
                </c:pt>
                <c:pt idx="1765">
                  <c:v>245</c:v>
                </c:pt>
                <c:pt idx="1766">
                  <c:v>232</c:v>
                </c:pt>
                <c:pt idx="1767">
                  <c:v>240</c:v>
                </c:pt>
                <c:pt idx="1768">
                  <c:v>237</c:v>
                </c:pt>
                <c:pt idx="1769">
                  <c:v>235</c:v>
                </c:pt>
                <c:pt idx="1770">
                  <c:v>256</c:v>
                </c:pt>
                <c:pt idx="1771">
                  <c:v>242</c:v>
                </c:pt>
                <c:pt idx="1772">
                  <c:v>248</c:v>
                </c:pt>
                <c:pt idx="1773">
                  <c:v>254</c:v>
                </c:pt>
                <c:pt idx="1774">
                  <c:v>233</c:v>
                </c:pt>
                <c:pt idx="1775">
                  <c:v>269</c:v>
                </c:pt>
                <c:pt idx="1776">
                  <c:v>272</c:v>
                </c:pt>
                <c:pt idx="1777">
                  <c:v>259</c:v>
                </c:pt>
                <c:pt idx="1778">
                  <c:v>265</c:v>
                </c:pt>
                <c:pt idx="1779">
                  <c:v>280</c:v>
                </c:pt>
                <c:pt idx="1780">
                  <c:v>266</c:v>
                </c:pt>
                <c:pt idx="1781">
                  <c:v>258</c:v>
                </c:pt>
                <c:pt idx="1782">
                  <c:v>240</c:v>
                </c:pt>
                <c:pt idx="1783">
                  <c:v>252</c:v>
                </c:pt>
                <c:pt idx="1784">
                  <c:v>263</c:v>
                </c:pt>
                <c:pt idx="1785">
                  <c:v>249</c:v>
                </c:pt>
                <c:pt idx="1786">
                  <c:v>246</c:v>
                </c:pt>
                <c:pt idx="1787">
                  <c:v>247</c:v>
                </c:pt>
                <c:pt idx="1788">
                  <c:v>248</c:v>
                </c:pt>
                <c:pt idx="1789">
                  <c:v>250</c:v>
                </c:pt>
                <c:pt idx="1790">
                  <c:v>255</c:v>
                </c:pt>
                <c:pt idx="1791">
                  <c:v>248</c:v>
                </c:pt>
                <c:pt idx="1792">
                  <c:v>244</c:v>
                </c:pt>
                <c:pt idx="1793">
                  <c:v>218</c:v>
                </c:pt>
                <c:pt idx="1794">
                  <c:v>227</c:v>
                </c:pt>
                <c:pt idx="1795">
                  <c:v>226</c:v>
                </c:pt>
                <c:pt idx="1796">
                  <c:v>220</c:v>
                </c:pt>
                <c:pt idx="1797">
                  <c:v>242</c:v>
                </c:pt>
                <c:pt idx="1798">
                  <c:v>248</c:v>
                </c:pt>
                <c:pt idx="1799">
                  <c:v>234</c:v>
                </c:pt>
                <c:pt idx="1800">
                  <c:v>245</c:v>
                </c:pt>
                <c:pt idx="1801">
                  <c:v>245</c:v>
                </c:pt>
                <c:pt idx="1802">
                  <c:v>234</c:v>
                </c:pt>
                <c:pt idx="1803">
                  <c:v>237</c:v>
                </c:pt>
                <c:pt idx="1804">
                  <c:v>243</c:v>
                </c:pt>
                <c:pt idx="1805">
                  <c:v>244</c:v>
                </c:pt>
                <c:pt idx="1806">
                  <c:v>242</c:v>
                </c:pt>
                <c:pt idx="1807">
                  <c:v>240</c:v>
                </c:pt>
                <c:pt idx="1808">
                  <c:v>253</c:v>
                </c:pt>
                <c:pt idx="1809">
                  <c:v>244</c:v>
                </c:pt>
                <c:pt idx="1810">
                  <c:v>256</c:v>
                </c:pt>
                <c:pt idx="1811">
                  <c:v>269</c:v>
                </c:pt>
                <c:pt idx="1812">
                  <c:v>267</c:v>
                </c:pt>
                <c:pt idx="1813">
                  <c:v>283</c:v>
                </c:pt>
                <c:pt idx="1814">
                  <c:v>277</c:v>
                </c:pt>
                <c:pt idx="1815">
                  <c:v>277</c:v>
                </c:pt>
                <c:pt idx="1816">
                  <c:v>271</c:v>
                </c:pt>
                <c:pt idx="1817">
                  <c:v>257</c:v>
                </c:pt>
                <c:pt idx="1818">
                  <c:v>253</c:v>
                </c:pt>
                <c:pt idx="1819">
                  <c:v>257</c:v>
                </c:pt>
                <c:pt idx="1820">
                  <c:v>250</c:v>
                </c:pt>
                <c:pt idx="1821">
                  <c:v>248</c:v>
                </c:pt>
                <c:pt idx="1822">
                  <c:v>245</c:v>
                </c:pt>
                <c:pt idx="1823">
                  <c:v>254</c:v>
                </c:pt>
                <c:pt idx="1824">
                  <c:v>239</c:v>
                </c:pt>
                <c:pt idx="1825">
                  <c:v>230</c:v>
                </c:pt>
                <c:pt idx="1826">
                  <c:v>248</c:v>
                </c:pt>
                <c:pt idx="1827">
                  <c:v>264</c:v>
                </c:pt>
                <c:pt idx="1828">
                  <c:v>244</c:v>
                </c:pt>
                <c:pt idx="1829">
                  <c:v>250</c:v>
                </c:pt>
                <c:pt idx="1830">
                  <c:v>276</c:v>
                </c:pt>
                <c:pt idx="1831">
                  <c:v>270</c:v>
                </c:pt>
                <c:pt idx="1832">
                  <c:v>264</c:v>
                </c:pt>
                <c:pt idx="1833">
                  <c:v>259</c:v>
                </c:pt>
                <c:pt idx="1834">
                  <c:v>268</c:v>
                </c:pt>
                <c:pt idx="1835">
                  <c:v>262</c:v>
                </c:pt>
                <c:pt idx="1836">
                  <c:v>257</c:v>
                </c:pt>
                <c:pt idx="1837">
                  <c:v>245</c:v>
                </c:pt>
                <c:pt idx="1838">
                  <c:v>265</c:v>
                </c:pt>
                <c:pt idx="1839">
                  <c:v>259</c:v>
                </c:pt>
                <c:pt idx="1840">
                  <c:v>267</c:v>
                </c:pt>
                <c:pt idx="1841">
                  <c:v>254</c:v>
                </c:pt>
                <c:pt idx="1842">
                  <c:v>272</c:v>
                </c:pt>
                <c:pt idx="1843">
                  <c:v>266</c:v>
                </c:pt>
                <c:pt idx="1844">
                  <c:v>253</c:v>
                </c:pt>
                <c:pt idx="1845">
                  <c:v>250</c:v>
                </c:pt>
                <c:pt idx="1846">
                  <c:v>252</c:v>
                </c:pt>
                <c:pt idx="1847">
                  <c:v>263</c:v>
                </c:pt>
                <c:pt idx="1848">
                  <c:v>254</c:v>
                </c:pt>
                <c:pt idx="1849">
                  <c:v>241</c:v>
                </c:pt>
                <c:pt idx="1850">
                  <c:v>228</c:v>
                </c:pt>
                <c:pt idx="1851">
                  <c:v>244</c:v>
                </c:pt>
                <c:pt idx="1852">
                  <c:v>250</c:v>
                </c:pt>
                <c:pt idx="1853">
                  <c:v>245</c:v>
                </c:pt>
                <c:pt idx="1854">
                  <c:v>233</c:v>
                </c:pt>
                <c:pt idx="1855">
                  <c:v>236</c:v>
                </c:pt>
                <c:pt idx="1856">
                  <c:v>237</c:v>
                </c:pt>
                <c:pt idx="1857">
                  <c:v>234</c:v>
                </c:pt>
                <c:pt idx="1858">
                  <c:v>246</c:v>
                </c:pt>
                <c:pt idx="1859">
                  <c:v>289</c:v>
                </c:pt>
                <c:pt idx="1860">
                  <c:v>277</c:v>
                </c:pt>
                <c:pt idx="1861">
                  <c:v>263</c:v>
                </c:pt>
                <c:pt idx="1862">
                  <c:v>262</c:v>
                </c:pt>
                <c:pt idx="1863">
                  <c:v>262</c:v>
                </c:pt>
                <c:pt idx="1864">
                  <c:v>267</c:v>
                </c:pt>
                <c:pt idx="1865">
                  <c:v>252</c:v>
                </c:pt>
                <c:pt idx="1866">
                  <c:v>250</c:v>
                </c:pt>
                <c:pt idx="1867">
                  <c:v>250</c:v>
                </c:pt>
                <c:pt idx="1868">
                  <c:v>239</c:v>
                </c:pt>
                <c:pt idx="1869">
                  <c:v>239</c:v>
                </c:pt>
                <c:pt idx="1870">
                  <c:v>221</c:v>
                </c:pt>
                <c:pt idx="1871">
                  <c:v>231</c:v>
                </c:pt>
                <c:pt idx="1872">
                  <c:v>225</c:v>
                </c:pt>
                <c:pt idx="1873">
                  <c:v>227</c:v>
                </c:pt>
                <c:pt idx="1874">
                  <c:v>247</c:v>
                </c:pt>
                <c:pt idx="1875">
                  <c:v>236</c:v>
                </c:pt>
                <c:pt idx="1876">
                  <c:v>236</c:v>
                </c:pt>
                <c:pt idx="1877">
                  <c:v>274</c:v>
                </c:pt>
                <c:pt idx="1878">
                  <c:v>279</c:v>
                </c:pt>
                <c:pt idx="1879">
                  <c:v>282</c:v>
                </c:pt>
                <c:pt idx="1880">
                  <c:v>270</c:v>
                </c:pt>
                <c:pt idx="1881">
                  <c:v>284</c:v>
                </c:pt>
                <c:pt idx="1882">
                  <c:v>279</c:v>
                </c:pt>
                <c:pt idx="1883">
                  <c:v>258</c:v>
                </c:pt>
                <c:pt idx="1884">
                  <c:v>248</c:v>
                </c:pt>
                <c:pt idx="1885">
                  <c:v>250</c:v>
                </c:pt>
                <c:pt idx="1886">
                  <c:v>244</c:v>
                </c:pt>
                <c:pt idx="1887">
                  <c:v>223</c:v>
                </c:pt>
                <c:pt idx="1888">
                  <c:v>231</c:v>
                </c:pt>
                <c:pt idx="1889">
                  <c:v>232</c:v>
                </c:pt>
                <c:pt idx="1890">
                  <c:v>242</c:v>
                </c:pt>
                <c:pt idx="1891">
                  <c:v>242</c:v>
                </c:pt>
                <c:pt idx="1892">
                  <c:v>242</c:v>
                </c:pt>
                <c:pt idx="1893">
                  <c:v>221</c:v>
                </c:pt>
                <c:pt idx="1894">
                  <c:v>210</c:v>
                </c:pt>
                <c:pt idx="1895">
                  <c:v>264</c:v>
                </c:pt>
                <c:pt idx="1896">
                  <c:v>261</c:v>
                </c:pt>
                <c:pt idx="1897">
                  <c:v>239</c:v>
                </c:pt>
                <c:pt idx="1898">
                  <c:v>237</c:v>
                </c:pt>
                <c:pt idx="1899">
                  <c:v>239</c:v>
                </c:pt>
                <c:pt idx="1900">
                  <c:v>222</c:v>
                </c:pt>
                <c:pt idx="1901">
                  <c:v>238</c:v>
                </c:pt>
                <c:pt idx="1902">
                  <c:v>234</c:v>
                </c:pt>
                <c:pt idx="1903">
                  <c:v>241</c:v>
                </c:pt>
                <c:pt idx="1904">
                  <c:v>234</c:v>
                </c:pt>
                <c:pt idx="1905">
                  <c:v>249</c:v>
                </c:pt>
                <c:pt idx="1906">
                  <c:v>244</c:v>
                </c:pt>
                <c:pt idx="1907">
                  <c:v>221</c:v>
                </c:pt>
                <c:pt idx="1908">
                  <c:v>232</c:v>
                </c:pt>
                <c:pt idx="1909">
                  <c:v>255</c:v>
                </c:pt>
                <c:pt idx="1910">
                  <c:v>242</c:v>
                </c:pt>
                <c:pt idx="1911">
                  <c:v>244</c:v>
                </c:pt>
                <c:pt idx="1912">
                  <c:v>267</c:v>
                </c:pt>
                <c:pt idx="1913">
                  <c:v>291</c:v>
                </c:pt>
                <c:pt idx="1914">
                  <c:v>290</c:v>
                </c:pt>
                <c:pt idx="1915">
                  <c:v>288</c:v>
                </c:pt>
                <c:pt idx="1916">
                  <c:v>286</c:v>
                </c:pt>
                <c:pt idx="1917">
                  <c:v>277</c:v>
                </c:pt>
                <c:pt idx="1918">
                  <c:v>281</c:v>
                </c:pt>
                <c:pt idx="1919">
                  <c:v>279</c:v>
                </c:pt>
                <c:pt idx="1920">
                  <c:v>255</c:v>
                </c:pt>
                <c:pt idx="1921">
                  <c:v>224</c:v>
                </c:pt>
                <c:pt idx="1922">
                  <c:v>221</c:v>
                </c:pt>
                <c:pt idx="1923">
                  <c:v>212</c:v>
                </c:pt>
                <c:pt idx="1924">
                  <c:v>194</c:v>
                </c:pt>
                <c:pt idx="1925">
                  <c:v>187</c:v>
                </c:pt>
                <c:pt idx="1926">
                  <c:v>182</c:v>
                </c:pt>
                <c:pt idx="1927">
                  <c:v>208</c:v>
                </c:pt>
                <c:pt idx="1928">
                  <c:v>200</c:v>
                </c:pt>
                <c:pt idx="1929">
                  <c:v>204</c:v>
                </c:pt>
                <c:pt idx="1930">
                  <c:v>214</c:v>
                </c:pt>
                <c:pt idx="1931">
                  <c:v>208</c:v>
                </c:pt>
                <c:pt idx="1932">
                  <c:v>223</c:v>
                </c:pt>
                <c:pt idx="1933">
                  <c:v>210</c:v>
                </c:pt>
                <c:pt idx="1934">
                  <c:v>187</c:v>
                </c:pt>
                <c:pt idx="1935">
                  <c:v>203</c:v>
                </c:pt>
                <c:pt idx="1936">
                  <c:v>216</c:v>
                </c:pt>
                <c:pt idx="1937">
                  <c:v>206</c:v>
                </c:pt>
                <c:pt idx="1938">
                  <c:v>234</c:v>
                </c:pt>
                <c:pt idx="1939">
                  <c:v>256</c:v>
                </c:pt>
                <c:pt idx="1940">
                  <c:v>258</c:v>
                </c:pt>
                <c:pt idx="1941">
                  <c:v>252</c:v>
                </c:pt>
                <c:pt idx="1942">
                  <c:v>244</c:v>
                </c:pt>
                <c:pt idx="1943">
                  <c:v>263</c:v>
                </c:pt>
                <c:pt idx="1944">
                  <c:v>264</c:v>
                </c:pt>
                <c:pt idx="1945">
                  <c:v>238</c:v>
                </c:pt>
                <c:pt idx="1946">
                  <c:v>248</c:v>
                </c:pt>
                <c:pt idx="1947">
                  <c:v>224</c:v>
                </c:pt>
                <c:pt idx="1948">
                  <c:v>226</c:v>
                </c:pt>
                <c:pt idx="1949">
                  <c:v>226</c:v>
                </c:pt>
                <c:pt idx="1950">
                  <c:v>248</c:v>
                </c:pt>
                <c:pt idx="1951">
                  <c:v>229</c:v>
                </c:pt>
                <c:pt idx="1952">
                  <c:v>250</c:v>
                </c:pt>
                <c:pt idx="1953">
                  <c:v>261</c:v>
                </c:pt>
                <c:pt idx="1954">
                  <c:v>252</c:v>
                </c:pt>
                <c:pt idx="1955">
                  <c:v>259</c:v>
                </c:pt>
                <c:pt idx="1956">
                  <c:v>285</c:v>
                </c:pt>
                <c:pt idx="1957">
                  <c:v>272</c:v>
                </c:pt>
                <c:pt idx="1958">
                  <c:v>302</c:v>
                </c:pt>
                <c:pt idx="1959">
                  <c:v>282</c:v>
                </c:pt>
                <c:pt idx="1960">
                  <c:v>283</c:v>
                </c:pt>
                <c:pt idx="1961">
                  <c:v>247</c:v>
                </c:pt>
                <c:pt idx="1962">
                  <c:v>272</c:v>
                </c:pt>
                <c:pt idx="1963">
                  <c:v>226</c:v>
                </c:pt>
                <c:pt idx="1964">
                  <c:v>228</c:v>
                </c:pt>
                <c:pt idx="1965">
                  <c:v>215</c:v>
                </c:pt>
                <c:pt idx="1966">
                  <c:v>206</c:v>
                </c:pt>
                <c:pt idx="1967">
                  <c:v>191</c:v>
                </c:pt>
                <c:pt idx="1968">
                  <c:v>187</c:v>
                </c:pt>
                <c:pt idx="1969">
                  <c:v>196</c:v>
                </c:pt>
                <c:pt idx="1970">
                  <c:v>204</c:v>
                </c:pt>
                <c:pt idx="1971">
                  <c:v>192</c:v>
                </c:pt>
                <c:pt idx="1972">
                  <c:v>176</c:v>
                </c:pt>
                <c:pt idx="1973">
                  <c:v>165</c:v>
                </c:pt>
                <c:pt idx="1974">
                  <c:v>176</c:v>
                </c:pt>
                <c:pt idx="1975">
                  <c:v>84</c:v>
                </c:pt>
                <c:pt idx="1976">
                  <c:v>111</c:v>
                </c:pt>
                <c:pt idx="1977">
                  <c:v>195</c:v>
                </c:pt>
                <c:pt idx="1978">
                  <c:v>170</c:v>
                </c:pt>
                <c:pt idx="1979">
                  <c:v>164</c:v>
                </c:pt>
                <c:pt idx="1980">
                  <c:v>151</c:v>
                </c:pt>
                <c:pt idx="1981">
                  <c:v>158</c:v>
                </c:pt>
                <c:pt idx="1982">
                  <c:v>188</c:v>
                </c:pt>
                <c:pt idx="1983">
                  <c:v>199</c:v>
                </c:pt>
                <c:pt idx="1984">
                  <c:v>193</c:v>
                </c:pt>
                <c:pt idx="1985">
                  <c:v>217</c:v>
                </c:pt>
                <c:pt idx="1986">
                  <c:v>218</c:v>
                </c:pt>
                <c:pt idx="1987">
                  <c:v>219</c:v>
                </c:pt>
                <c:pt idx="1988">
                  <c:v>192</c:v>
                </c:pt>
                <c:pt idx="1989">
                  <c:v>190</c:v>
                </c:pt>
                <c:pt idx="1990">
                  <c:v>219</c:v>
                </c:pt>
                <c:pt idx="1991">
                  <c:v>207</c:v>
                </c:pt>
                <c:pt idx="1992">
                  <c:v>210</c:v>
                </c:pt>
                <c:pt idx="1993">
                  <c:v>200</c:v>
                </c:pt>
                <c:pt idx="1994">
                  <c:v>217</c:v>
                </c:pt>
                <c:pt idx="1995">
                  <c:v>195</c:v>
                </c:pt>
                <c:pt idx="1996">
                  <c:v>189</c:v>
                </c:pt>
                <c:pt idx="1997">
                  <c:v>212</c:v>
                </c:pt>
                <c:pt idx="1998">
                  <c:v>188</c:v>
                </c:pt>
                <c:pt idx="1999">
                  <c:v>193</c:v>
                </c:pt>
                <c:pt idx="2000">
                  <c:v>221</c:v>
                </c:pt>
                <c:pt idx="2001">
                  <c:v>219</c:v>
                </c:pt>
                <c:pt idx="2002">
                  <c:v>228</c:v>
                </c:pt>
                <c:pt idx="2003">
                  <c:v>207</c:v>
                </c:pt>
                <c:pt idx="2004">
                  <c:v>231</c:v>
                </c:pt>
                <c:pt idx="2005">
                  <c:v>212</c:v>
                </c:pt>
                <c:pt idx="2006">
                  <c:v>220</c:v>
                </c:pt>
                <c:pt idx="2007">
                  <c:v>201</c:v>
                </c:pt>
                <c:pt idx="2008">
                  <c:v>235</c:v>
                </c:pt>
                <c:pt idx="2009">
                  <c:v>184</c:v>
                </c:pt>
                <c:pt idx="2010">
                  <c:v>189</c:v>
                </c:pt>
                <c:pt idx="2011">
                  <c:v>192</c:v>
                </c:pt>
                <c:pt idx="2012">
                  <c:v>202</c:v>
                </c:pt>
                <c:pt idx="2013">
                  <c:v>213</c:v>
                </c:pt>
                <c:pt idx="2014">
                  <c:v>207</c:v>
                </c:pt>
                <c:pt idx="2015">
                  <c:v>220</c:v>
                </c:pt>
                <c:pt idx="2016">
                  <c:v>223</c:v>
                </c:pt>
                <c:pt idx="2017">
                  <c:v>215</c:v>
                </c:pt>
                <c:pt idx="2018">
                  <c:v>225</c:v>
                </c:pt>
                <c:pt idx="2019">
                  <c:v>220</c:v>
                </c:pt>
                <c:pt idx="2020">
                  <c:v>221</c:v>
                </c:pt>
                <c:pt idx="2021">
                  <c:v>221</c:v>
                </c:pt>
                <c:pt idx="2022">
                  <c:v>230</c:v>
                </c:pt>
                <c:pt idx="2023">
                  <c:v>221</c:v>
                </c:pt>
                <c:pt idx="2024">
                  <c:v>236</c:v>
                </c:pt>
                <c:pt idx="2025">
                  <c:v>209</c:v>
                </c:pt>
                <c:pt idx="2026">
                  <c:v>225</c:v>
                </c:pt>
                <c:pt idx="2027">
                  <c:v>235</c:v>
                </c:pt>
                <c:pt idx="2028">
                  <c:v>259</c:v>
                </c:pt>
                <c:pt idx="2029">
                  <c:v>239</c:v>
                </c:pt>
                <c:pt idx="2030">
                  <c:v>258</c:v>
                </c:pt>
                <c:pt idx="2031">
                  <c:v>267</c:v>
                </c:pt>
                <c:pt idx="2032">
                  <c:v>276</c:v>
                </c:pt>
                <c:pt idx="2033">
                  <c:v>273</c:v>
                </c:pt>
                <c:pt idx="2034">
                  <c:v>271</c:v>
                </c:pt>
                <c:pt idx="2035">
                  <c:v>238</c:v>
                </c:pt>
                <c:pt idx="2036">
                  <c:v>219</c:v>
                </c:pt>
                <c:pt idx="2037">
                  <c:v>213</c:v>
                </c:pt>
                <c:pt idx="2038">
                  <c:v>221</c:v>
                </c:pt>
                <c:pt idx="2039">
                  <c:v>180</c:v>
                </c:pt>
                <c:pt idx="2040">
                  <c:v>193</c:v>
                </c:pt>
                <c:pt idx="2041">
                  <c:v>210</c:v>
                </c:pt>
                <c:pt idx="2042">
                  <c:v>170</c:v>
                </c:pt>
                <c:pt idx="2043">
                  <c:v>186</c:v>
                </c:pt>
                <c:pt idx="2044">
                  <c:v>185</c:v>
                </c:pt>
                <c:pt idx="2045">
                  <c:v>206</c:v>
                </c:pt>
                <c:pt idx="2046">
                  <c:v>215</c:v>
                </c:pt>
                <c:pt idx="2047">
                  <c:v>223</c:v>
                </c:pt>
                <c:pt idx="2048">
                  <c:v>210</c:v>
                </c:pt>
                <c:pt idx="2049">
                  <c:v>222</c:v>
                </c:pt>
                <c:pt idx="2050">
                  <c:v>206</c:v>
                </c:pt>
                <c:pt idx="2051">
                  <c:v>221</c:v>
                </c:pt>
                <c:pt idx="2052">
                  <c:v>246</c:v>
                </c:pt>
                <c:pt idx="2053">
                  <c:v>238</c:v>
                </c:pt>
                <c:pt idx="2054">
                  <c:v>249</c:v>
                </c:pt>
                <c:pt idx="2055">
                  <c:v>275</c:v>
                </c:pt>
                <c:pt idx="2056">
                  <c:v>282</c:v>
                </c:pt>
                <c:pt idx="2057">
                  <c:v>276</c:v>
                </c:pt>
                <c:pt idx="2058">
                  <c:v>286</c:v>
                </c:pt>
                <c:pt idx="2059">
                  <c:v>265</c:v>
                </c:pt>
                <c:pt idx="2060">
                  <c:v>267</c:v>
                </c:pt>
                <c:pt idx="2061">
                  <c:v>254</c:v>
                </c:pt>
                <c:pt idx="2062">
                  <c:v>241</c:v>
                </c:pt>
                <c:pt idx="2063">
                  <c:v>259</c:v>
                </c:pt>
                <c:pt idx="2064">
                  <c:v>238</c:v>
                </c:pt>
                <c:pt idx="2065">
                  <c:v>254</c:v>
                </c:pt>
                <c:pt idx="2066">
                  <c:v>251</c:v>
                </c:pt>
                <c:pt idx="2067">
                  <c:v>253</c:v>
                </c:pt>
                <c:pt idx="2068">
                  <c:v>259</c:v>
                </c:pt>
                <c:pt idx="2069">
                  <c:v>268</c:v>
                </c:pt>
                <c:pt idx="2070">
                  <c:v>263</c:v>
                </c:pt>
                <c:pt idx="2071">
                  <c:v>262</c:v>
                </c:pt>
                <c:pt idx="2072">
                  <c:v>265</c:v>
                </c:pt>
                <c:pt idx="2073">
                  <c:v>247</c:v>
                </c:pt>
                <c:pt idx="2074">
                  <c:v>298</c:v>
                </c:pt>
                <c:pt idx="2075">
                  <c:v>221</c:v>
                </c:pt>
                <c:pt idx="2076">
                  <c:v>274</c:v>
                </c:pt>
                <c:pt idx="2077">
                  <c:v>269</c:v>
                </c:pt>
                <c:pt idx="2078">
                  <c:v>254</c:v>
                </c:pt>
                <c:pt idx="2079">
                  <c:v>285</c:v>
                </c:pt>
                <c:pt idx="2080">
                  <c:v>283</c:v>
                </c:pt>
                <c:pt idx="2081">
                  <c:v>280</c:v>
                </c:pt>
                <c:pt idx="2082">
                  <c:v>267</c:v>
                </c:pt>
                <c:pt idx="2083">
                  <c:v>272</c:v>
                </c:pt>
                <c:pt idx="2084">
                  <c:v>265</c:v>
                </c:pt>
                <c:pt idx="2085">
                  <c:v>254</c:v>
                </c:pt>
                <c:pt idx="2086">
                  <c:v>251</c:v>
                </c:pt>
                <c:pt idx="2087">
                  <c:v>241</c:v>
                </c:pt>
                <c:pt idx="2088">
                  <c:v>210</c:v>
                </c:pt>
                <c:pt idx="2089">
                  <c:v>203</c:v>
                </c:pt>
                <c:pt idx="2090">
                  <c:v>202</c:v>
                </c:pt>
                <c:pt idx="2091">
                  <c:v>195</c:v>
                </c:pt>
                <c:pt idx="2092">
                  <c:v>217</c:v>
                </c:pt>
                <c:pt idx="2093">
                  <c:v>219</c:v>
                </c:pt>
                <c:pt idx="2094">
                  <c:v>198</c:v>
                </c:pt>
                <c:pt idx="2095">
                  <c:v>188</c:v>
                </c:pt>
                <c:pt idx="2096">
                  <c:v>216</c:v>
                </c:pt>
                <c:pt idx="2097">
                  <c:v>192</c:v>
                </c:pt>
                <c:pt idx="2098">
                  <c:v>202</c:v>
                </c:pt>
                <c:pt idx="2099">
                  <c:v>203</c:v>
                </c:pt>
                <c:pt idx="2100">
                  <c:v>195</c:v>
                </c:pt>
                <c:pt idx="2101">
                  <c:v>170</c:v>
                </c:pt>
                <c:pt idx="2102">
                  <c:v>210</c:v>
                </c:pt>
                <c:pt idx="2103">
                  <c:v>189</c:v>
                </c:pt>
                <c:pt idx="2104">
                  <c:v>187</c:v>
                </c:pt>
                <c:pt idx="2105">
                  <c:v>170</c:v>
                </c:pt>
                <c:pt idx="2106">
                  <c:v>176</c:v>
                </c:pt>
                <c:pt idx="2107">
                  <c:v>175</c:v>
                </c:pt>
                <c:pt idx="2108">
                  <c:v>185</c:v>
                </c:pt>
                <c:pt idx="2109">
                  <c:v>160</c:v>
                </c:pt>
                <c:pt idx="2110">
                  <c:v>173</c:v>
                </c:pt>
                <c:pt idx="2111">
                  <c:v>152</c:v>
                </c:pt>
                <c:pt idx="2112">
                  <c:v>196</c:v>
                </c:pt>
                <c:pt idx="2113">
                  <c:v>201</c:v>
                </c:pt>
                <c:pt idx="2114">
                  <c:v>214</c:v>
                </c:pt>
                <c:pt idx="2115">
                  <c:v>244</c:v>
                </c:pt>
                <c:pt idx="2116">
                  <c:v>242</c:v>
                </c:pt>
                <c:pt idx="2117">
                  <c:v>264</c:v>
                </c:pt>
                <c:pt idx="2118">
                  <c:v>277</c:v>
                </c:pt>
                <c:pt idx="2119">
                  <c:v>261</c:v>
                </c:pt>
                <c:pt idx="2120">
                  <c:v>269</c:v>
                </c:pt>
                <c:pt idx="2121">
                  <c:v>257</c:v>
                </c:pt>
                <c:pt idx="2122">
                  <c:v>238</c:v>
                </c:pt>
                <c:pt idx="2123">
                  <c:v>225</c:v>
                </c:pt>
                <c:pt idx="2124">
                  <c:v>204</c:v>
                </c:pt>
                <c:pt idx="2125">
                  <c:v>179</c:v>
                </c:pt>
                <c:pt idx="2126">
                  <c:v>188</c:v>
                </c:pt>
                <c:pt idx="2127">
                  <c:v>196</c:v>
                </c:pt>
                <c:pt idx="2128">
                  <c:v>182</c:v>
                </c:pt>
                <c:pt idx="2129">
                  <c:v>196</c:v>
                </c:pt>
                <c:pt idx="2130">
                  <c:v>205</c:v>
                </c:pt>
                <c:pt idx="2131">
                  <c:v>182</c:v>
                </c:pt>
                <c:pt idx="2132">
                  <c:v>182</c:v>
                </c:pt>
                <c:pt idx="2133">
                  <c:v>212</c:v>
                </c:pt>
                <c:pt idx="2134">
                  <c:v>198</c:v>
                </c:pt>
                <c:pt idx="2135">
                  <c:v>172</c:v>
                </c:pt>
                <c:pt idx="2136">
                  <c:v>198</c:v>
                </c:pt>
                <c:pt idx="2137">
                  <c:v>211</c:v>
                </c:pt>
                <c:pt idx="2138">
                  <c:v>218</c:v>
                </c:pt>
                <c:pt idx="2139">
                  <c:v>229</c:v>
                </c:pt>
                <c:pt idx="2140">
                  <c:v>247</c:v>
                </c:pt>
                <c:pt idx="2141">
                  <c:v>271</c:v>
                </c:pt>
                <c:pt idx="2142">
                  <c:v>243</c:v>
                </c:pt>
                <c:pt idx="2143">
                  <c:v>261</c:v>
                </c:pt>
                <c:pt idx="2144">
                  <c:v>258</c:v>
                </c:pt>
                <c:pt idx="2145">
                  <c:v>246</c:v>
                </c:pt>
                <c:pt idx="2146">
                  <c:v>221</c:v>
                </c:pt>
                <c:pt idx="2147">
                  <c:v>279</c:v>
                </c:pt>
                <c:pt idx="2148">
                  <c:v>236</c:v>
                </c:pt>
                <c:pt idx="2149">
                  <c:v>210</c:v>
                </c:pt>
                <c:pt idx="2150">
                  <c:v>208</c:v>
                </c:pt>
                <c:pt idx="2151">
                  <c:v>221</c:v>
                </c:pt>
                <c:pt idx="2152">
                  <c:v>223</c:v>
                </c:pt>
                <c:pt idx="2153">
                  <c:v>259</c:v>
                </c:pt>
                <c:pt idx="2154">
                  <c:v>236</c:v>
                </c:pt>
                <c:pt idx="2155">
                  <c:v>239</c:v>
                </c:pt>
                <c:pt idx="2156">
                  <c:v>243</c:v>
                </c:pt>
                <c:pt idx="2157">
                  <c:v>222</c:v>
                </c:pt>
                <c:pt idx="2158">
                  <c:v>209</c:v>
                </c:pt>
                <c:pt idx="2159">
                  <c:v>203</c:v>
                </c:pt>
                <c:pt idx="2160">
                  <c:v>211</c:v>
                </c:pt>
                <c:pt idx="2161">
                  <c:v>189</c:v>
                </c:pt>
                <c:pt idx="2162">
                  <c:v>251</c:v>
                </c:pt>
                <c:pt idx="2163">
                  <c:v>271</c:v>
                </c:pt>
                <c:pt idx="2164">
                  <c:v>285</c:v>
                </c:pt>
                <c:pt idx="2165">
                  <c:v>277</c:v>
                </c:pt>
                <c:pt idx="2166">
                  <c:v>273</c:v>
                </c:pt>
                <c:pt idx="2167">
                  <c:v>278</c:v>
                </c:pt>
                <c:pt idx="2168">
                  <c:v>260</c:v>
                </c:pt>
                <c:pt idx="2169">
                  <c:v>287</c:v>
                </c:pt>
                <c:pt idx="2170">
                  <c:v>264</c:v>
                </c:pt>
                <c:pt idx="2171">
                  <c:v>279</c:v>
                </c:pt>
                <c:pt idx="2172">
                  <c:v>249</c:v>
                </c:pt>
                <c:pt idx="2173">
                  <c:v>197</c:v>
                </c:pt>
                <c:pt idx="2174">
                  <c:v>205</c:v>
                </c:pt>
                <c:pt idx="2175">
                  <c:v>190</c:v>
                </c:pt>
                <c:pt idx="2176">
                  <c:v>211</c:v>
                </c:pt>
                <c:pt idx="2177">
                  <c:v>193</c:v>
                </c:pt>
                <c:pt idx="2178">
                  <c:v>187</c:v>
                </c:pt>
                <c:pt idx="2179">
                  <c:v>207</c:v>
                </c:pt>
                <c:pt idx="2180">
                  <c:v>233</c:v>
                </c:pt>
                <c:pt idx="2181">
                  <c:v>223</c:v>
                </c:pt>
                <c:pt idx="2182">
                  <c:v>244</c:v>
                </c:pt>
                <c:pt idx="2183">
                  <c:v>220</c:v>
                </c:pt>
                <c:pt idx="2184">
                  <c:v>224</c:v>
                </c:pt>
                <c:pt idx="2185">
                  <c:v>206</c:v>
                </c:pt>
                <c:pt idx="2186">
                  <c:v>216</c:v>
                </c:pt>
                <c:pt idx="2187">
                  <c:v>225</c:v>
                </c:pt>
                <c:pt idx="2188">
                  <c:v>240</c:v>
                </c:pt>
                <c:pt idx="2189">
                  <c:v>262</c:v>
                </c:pt>
                <c:pt idx="2190">
                  <c:v>238</c:v>
                </c:pt>
                <c:pt idx="2191">
                  <c:v>253</c:v>
                </c:pt>
                <c:pt idx="2192">
                  <c:v>264</c:v>
                </c:pt>
                <c:pt idx="2193">
                  <c:v>262</c:v>
                </c:pt>
                <c:pt idx="2194">
                  <c:v>276</c:v>
                </c:pt>
                <c:pt idx="2195">
                  <c:v>255</c:v>
                </c:pt>
                <c:pt idx="2196">
                  <c:v>258</c:v>
                </c:pt>
                <c:pt idx="2197">
                  <c:v>277</c:v>
                </c:pt>
                <c:pt idx="2198">
                  <c:v>288</c:v>
                </c:pt>
                <c:pt idx="2199">
                  <c:v>277</c:v>
                </c:pt>
                <c:pt idx="2200">
                  <c:v>299</c:v>
                </c:pt>
                <c:pt idx="2201">
                  <c:v>293</c:v>
                </c:pt>
                <c:pt idx="2202">
                  <c:v>299</c:v>
                </c:pt>
                <c:pt idx="2203">
                  <c:v>291</c:v>
                </c:pt>
                <c:pt idx="2204">
                  <c:v>287</c:v>
                </c:pt>
                <c:pt idx="2205">
                  <c:v>297</c:v>
                </c:pt>
                <c:pt idx="2206">
                  <c:v>283</c:v>
                </c:pt>
                <c:pt idx="2207">
                  <c:v>313</c:v>
                </c:pt>
                <c:pt idx="2208">
                  <c:v>275</c:v>
                </c:pt>
                <c:pt idx="2209">
                  <c:v>285</c:v>
                </c:pt>
                <c:pt idx="2210">
                  <c:v>262</c:v>
                </c:pt>
                <c:pt idx="2211">
                  <c:v>260</c:v>
                </c:pt>
                <c:pt idx="2212">
                  <c:v>225</c:v>
                </c:pt>
                <c:pt idx="2213">
                  <c:v>203</c:v>
                </c:pt>
                <c:pt idx="2214">
                  <c:v>183</c:v>
                </c:pt>
                <c:pt idx="2215">
                  <c:v>178</c:v>
                </c:pt>
                <c:pt idx="2216">
                  <c:v>200</c:v>
                </c:pt>
                <c:pt idx="2217">
                  <c:v>214</c:v>
                </c:pt>
                <c:pt idx="2218">
                  <c:v>221</c:v>
                </c:pt>
                <c:pt idx="2219">
                  <c:v>220</c:v>
                </c:pt>
                <c:pt idx="2220">
                  <c:v>211</c:v>
                </c:pt>
                <c:pt idx="2221">
                  <c:v>211</c:v>
                </c:pt>
                <c:pt idx="2222">
                  <c:v>213</c:v>
                </c:pt>
                <c:pt idx="2223">
                  <c:v>201</c:v>
                </c:pt>
                <c:pt idx="2224">
                  <c:v>209</c:v>
                </c:pt>
                <c:pt idx="2225">
                  <c:v>196</c:v>
                </c:pt>
                <c:pt idx="2226">
                  <c:v>219</c:v>
                </c:pt>
                <c:pt idx="2227">
                  <c:v>239</c:v>
                </c:pt>
                <c:pt idx="2228">
                  <c:v>243</c:v>
                </c:pt>
                <c:pt idx="2229">
                  <c:v>262</c:v>
                </c:pt>
                <c:pt idx="2230">
                  <c:v>272</c:v>
                </c:pt>
                <c:pt idx="2231">
                  <c:v>279</c:v>
                </c:pt>
                <c:pt idx="2232">
                  <c:v>284</c:v>
                </c:pt>
                <c:pt idx="2233">
                  <c:v>278</c:v>
                </c:pt>
                <c:pt idx="2234">
                  <c:v>254</c:v>
                </c:pt>
                <c:pt idx="2235">
                  <c:v>223</c:v>
                </c:pt>
                <c:pt idx="2236">
                  <c:v>192</c:v>
                </c:pt>
                <c:pt idx="2237">
                  <c:v>166</c:v>
                </c:pt>
                <c:pt idx="2238">
                  <c:v>166</c:v>
                </c:pt>
                <c:pt idx="2239">
                  <c:v>173</c:v>
                </c:pt>
                <c:pt idx="2240">
                  <c:v>202</c:v>
                </c:pt>
                <c:pt idx="2241">
                  <c:v>204</c:v>
                </c:pt>
                <c:pt idx="2242">
                  <c:v>230</c:v>
                </c:pt>
                <c:pt idx="2243">
                  <c:v>250</c:v>
                </c:pt>
                <c:pt idx="2244">
                  <c:v>269</c:v>
                </c:pt>
                <c:pt idx="2245">
                  <c:v>290</c:v>
                </c:pt>
                <c:pt idx="2246">
                  <c:v>332</c:v>
                </c:pt>
                <c:pt idx="2247">
                  <c:v>327</c:v>
                </c:pt>
                <c:pt idx="2248">
                  <c:v>289</c:v>
                </c:pt>
                <c:pt idx="2249">
                  <c:v>282</c:v>
                </c:pt>
                <c:pt idx="2250">
                  <c:v>270</c:v>
                </c:pt>
                <c:pt idx="2251">
                  <c:v>244</c:v>
                </c:pt>
                <c:pt idx="2252">
                  <c:v>215</c:v>
                </c:pt>
                <c:pt idx="2253">
                  <c:v>244</c:v>
                </c:pt>
                <c:pt idx="2254">
                  <c:v>229</c:v>
                </c:pt>
                <c:pt idx="2255">
                  <c:v>244</c:v>
                </c:pt>
                <c:pt idx="2256">
                  <c:v>231</c:v>
                </c:pt>
                <c:pt idx="2257">
                  <c:v>242</c:v>
                </c:pt>
                <c:pt idx="2258">
                  <c:v>208</c:v>
                </c:pt>
                <c:pt idx="2259">
                  <c:v>223</c:v>
                </c:pt>
                <c:pt idx="2260">
                  <c:v>204</c:v>
                </c:pt>
                <c:pt idx="2261">
                  <c:v>204</c:v>
                </c:pt>
                <c:pt idx="2262">
                  <c:v>209</c:v>
                </c:pt>
                <c:pt idx="2263">
                  <c:v>217</c:v>
                </c:pt>
                <c:pt idx="2264">
                  <c:v>206</c:v>
                </c:pt>
                <c:pt idx="2265">
                  <c:v>218</c:v>
                </c:pt>
                <c:pt idx="2266">
                  <c:v>218</c:v>
                </c:pt>
                <c:pt idx="2267">
                  <c:v>230</c:v>
                </c:pt>
                <c:pt idx="2268">
                  <c:v>244</c:v>
                </c:pt>
                <c:pt idx="2269">
                  <c:v>230</c:v>
                </c:pt>
                <c:pt idx="2270">
                  <c:v>246</c:v>
                </c:pt>
                <c:pt idx="2271">
                  <c:v>255</c:v>
                </c:pt>
                <c:pt idx="2272">
                  <c:v>282</c:v>
                </c:pt>
                <c:pt idx="2273">
                  <c:v>273</c:v>
                </c:pt>
                <c:pt idx="2274">
                  <c:v>300</c:v>
                </c:pt>
                <c:pt idx="2275">
                  <c:v>307</c:v>
                </c:pt>
                <c:pt idx="2276">
                  <c:v>319</c:v>
                </c:pt>
                <c:pt idx="2277">
                  <c:v>312</c:v>
                </c:pt>
                <c:pt idx="2278">
                  <c:v>333</c:v>
                </c:pt>
                <c:pt idx="2279">
                  <c:v>300</c:v>
                </c:pt>
                <c:pt idx="2280">
                  <c:v>279</c:v>
                </c:pt>
                <c:pt idx="2281">
                  <c:v>305</c:v>
                </c:pt>
                <c:pt idx="2282">
                  <c:v>321</c:v>
                </c:pt>
                <c:pt idx="2283">
                  <c:v>289</c:v>
                </c:pt>
                <c:pt idx="2284">
                  <c:v>270</c:v>
                </c:pt>
                <c:pt idx="2285">
                  <c:v>255</c:v>
                </c:pt>
                <c:pt idx="2286">
                  <c:v>244</c:v>
                </c:pt>
                <c:pt idx="2287">
                  <c:v>236</c:v>
                </c:pt>
                <c:pt idx="2288">
                  <c:v>239</c:v>
                </c:pt>
                <c:pt idx="2289">
                  <c:v>255</c:v>
                </c:pt>
                <c:pt idx="2290">
                  <c:v>249</c:v>
                </c:pt>
                <c:pt idx="2291">
                  <c:v>255</c:v>
                </c:pt>
                <c:pt idx="2292">
                  <c:v>224</c:v>
                </c:pt>
                <c:pt idx="2293">
                  <c:v>220</c:v>
                </c:pt>
                <c:pt idx="2294">
                  <c:v>235</c:v>
                </c:pt>
                <c:pt idx="2295">
                  <c:v>235</c:v>
                </c:pt>
                <c:pt idx="2296">
                  <c:v>280</c:v>
                </c:pt>
                <c:pt idx="2297">
                  <c:v>260</c:v>
                </c:pt>
                <c:pt idx="2298">
                  <c:v>257</c:v>
                </c:pt>
                <c:pt idx="2299">
                  <c:v>222</c:v>
                </c:pt>
                <c:pt idx="2300">
                  <c:v>228</c:v>
                </c:pt>
                <c:pt idx="2301">
                  <c:v>207</c:v>
                </c:pt>
                <c:pt idx="2302">
                  <c:v>214</c:v>
                </c:pt>
                <c:pt idx="2303">
                  <c:v>238</c:v>
                </c:pt>
                <c:pt idx="2304">
                  <c:v>231</c:v>
                </c:pt>
                <c:pt idx="2305">
                  <c:v>213</c:v>
                </c:pt>
                <c:pt idx="2306">
                  <c:v>217</c:v>
                </c:pt>
                <c:pt idx="2307">
                  <c:v>183</c:v>
                </c:pt>
                <c:pt idx="2308">
                  <c:v>206</c:v>
                </c:pt>
                <c:pt idx="2309">
                  <c:v>200</c:v>
                </c:pt>
                <c:pt idx="2310">
                  <c:v>242</c:v>
                </c:pt>
                <c:pt idx="2311">
                  <c:v>243</c:v>
                </c:pt>
                <c:pt idx="2312">
                  <c:v>274</c:v>
                </c:pt>
                <c:pt idx="2313">
                  <c:v>312</c:v>
                </c:pt>
                <c:pt idx="2314">
                  <c:v>276</c:v>
                </c:pt>
                <c:pt idx="2315">
                  <c:v>308</c:v>
                </c:pt>
                <c:pt idx="2316">
                  <c:v>304</c:v>
                </c:pt>
                <c:pt idx="2317">
                  <c:v>309</c:v>
                </c:pt>
                <c:pt idx="2318">
                  <c:v>302</c:v>
                </c:pt>
                <c:pt idx="2319">
                  <c:v>325</c:v>
                </c:pt>
                <c:pt idx="2320">
                  <c:v>328</c:v>
                </c:pt>
                <c:pt idx="2321">
                  <c:v>335</c:v>
                </c:pt>
                <c:pt idx="2322">
                  <c:v>333</c:v>
                </c:pt>
                <c:pt idx="2323">
                  <c:v>308</c:v>
                </c:pt>
                <c:pt idx="2324">
                  <c:v>303</c:v>
                </c:pt>
                <c:pt idx="2325">
                  <c:v>250</c:v>
                </c:pt>
                <c:pt idx="2326">
                  <c:v>178</c:v>
                </c:pt>
                <c:pt idx="2327">
                  <c:v>189</c:v>
                </c:pt>
                <c:pt idx="2328">
                  <c:v>175</c:v>
                </c:pt>
                <c:pt idx="2329">
                  <c:v>182</c:v>
                </c:pt>
                <c:pt idx="2330">
                  <c:v>174</c:v>
                </c:pt>
                <c:pt idx="2331">
                  <c:v>165</c:v>
                </c:pt>
                <c:pt idx="2332">
                  <c:v>154</c:v>
                </c:pt>
                <c:pt idx="2333">
                  <c:v>153</c:v>
                </c:pt>
                <c:pt idx="2334">
                  <c:v>158</c:v>
                </c:pt>
                <c:pt idx="2335">
                  <c:v>169</c:v>
                </c:pt>
                <c:pt idx="2336">
                  <c:v>169</c:v>
                </c:pt>
                <c:pt idx="2337">
                  <c:v>142</c:v>
                </c:pt>
                <c:pt idx="2338">
                  <c:v>155</c:v>
                </c:pt>
                <c:pt idx="2339">
                  <c:v>127</c:v>
                </c:pt>
                <c:pt idx="2340">
                  <c:v>120</c:v>
                </c:pt>
                <c:pt idx="2341">
                  <c:v>126</c:v>
                </c:pt>
                <c:pt idx="2342">
                  <c:v>150</c:v>
                </c:pt>
                <c:pt idx="2343">
                  <c:v>166</c:v>
                </c:pt>
                <c:pt idx="2344">
                  <c:v>195</c:v>
                </c:pt>
                <c:pt idx="2345">
                  <c:v>179</c:v>
                </c:pt>
                <c:pt idx="2346">
                  <c:v>176</c:v>
                </c:pt>
                <c:pt idx="2347">
                  <c:v>177</c:v>
                </c:pt>
                <c:pt idx="2348">
                  <c:v>139</c:v>
                </c:pt>
                <c:pt idx="2349">
                  <c:v>155</c:v>
                </c:pt>
                <c:pt idx="2350">
                  <c:v>141</c:v>
                </c:pt>
                <c:pt idx="2351">
                  <c:v>152</c:v>
                </c:pt>
                <c:pt idx="2352">
                  <c:v>174</c:v>
                </c:pt>
                <c:pt idx="2353">
                  <c:v>170</c:v>
                </c:pt>
                <c:pt idx="2354">
                  <c:v>171</c:v>
                </c:pt>
                <c:pt idx="2355">
                  <c:v>166</c:v>
                </c:pt>
                <c:pt idx="2356">
                  <c:v>199</c:v>
                </c:pt>
                <c:pt idx="2357">
                  <c:v>205</c:v>
                </c:pt>
                <c:pt idx="2358">
                  <c:v>237</c:v>
                </c:pt>
                <c:pt idx="2359">
                  <c:v>233</c:v>
                </c:pt>
                <c:pt idx="2360">
                  <c:v>264</c:v>
                </c:pt>
                <c:pt idx="2361">
                  <c:v>221</c:v>
                </c:pt>
                <c:pt idx="2362">
                  <c:v>236</c:v>
                </c:pt>
                <c:pt idx="2363">
                  <c:v>252</c:v>
                </c:pt>
                <c:pt idx="2364">
                  <c:v>281</c:v>
                </c:pt>
                <c:pt idx="2365">
                  <c:v>278</c:v>
                </c:pt>
                <c:pt idx="2366">
                  <c:v>324</c:v>
                </c:pt>
                <c:pt idx="2367">
                  <c:v>326</c:v>
                </c:pt>
                <c:pt idx="2368">
                  <c:v>298</c:v>
                </c:pt>
                <c:pt idx="2369">
                  <c:v>274</c:v>
                </c:pt>
                <c:pt idx="2370">
                  <c:v>250</c:v>
                </c:pt>
                <c:pt idx="2371">
                  <c:v>251</c:v>
                </c:pt>
                <c:pt idx="2372">
                  <c:v>191</c:v>
                </c:pt>
                <c:pt idx="2373">
                  <c:v>196</c:v>
                </c:pt>
                <c:pt idx="2374">
                  <c:v>172</c:v>
                </c:pt>
                <c:pt idx="2375">
                  <c:v>177</c:v>
                </c:pt>
                <c:pt idx="2376">
                  <c:v>188</c:v>
                </c:pt>
                <c:pt idx="2377">
                  <c:v>210</c:v>
                </c:pt>
                <c:pt idx="2378">
                  <c:v>230</c:v>
                </c:pt>
                <c:pt idx="2379">
                  <c:v>253</c:v>
                </c:pt>
                <c:pt idx="2380">
                  <c:v>248</c:v>
                </c:pt>
                <c:pt idx="2381">
                  <c:v>238</c:v>
                </c:pt>
                <c:pt idx="2382">
                  <c:v>233</c:v>
                </c:pt>
                <c:pt idx="2383">
                  <c:v>221</c:v>
                </c:pt>
                <c:pt idx="2384">
                  <c:v>212</c:v>
                </c:pt>
                <c:pt idx="2385">
                  <c:v>208</c:v>
                </c:pt>
                <c:pt idx="2386">
                  <c:v>214</c:v>
                </c:pt>
                <c:pt idx="2387">
                  <c:v>208</c:v>
                </c:pt>
                <c:pt idx="2388">
                  <c:v>209</c:v>
                </c:pt>
                <c:pt idx="2389">
                  <c:v>219</c:v>
                </c:pt>
                <c:pt idx="2390">
                  <c:v>219</c:v>
                </c:pt>
                <c:pt idx="2391">
                  <c:v>243</c:v>
                </c:pt>
                <c:pt idx="2392">
                  <c:v>253</c:v>
                </c:pt>
                <c:pt idx="2393">
                  <c:v>253</c:v>
                </c:pt>
                <c:pt idx="2394">
                  <c:v>248</c:v>
                </c:pt>
                <c:pt idx="2395">
                  <c:v>236</c:v>
                </c:pt>
                <c:pt idx="2396">
                  <c:v>261</c:v>
                </c:pt>
                <c:pt idx="2397">
                  <c:v>269</c:v>
                </c:pt>
                <c:pt idx="2398">
                  <c:v>259</c:v>
                </c:pt>
                <c:pt idx="2399">
                  <c:v>278</c:v>
                </c:pt>
                <c:pt idx="2400">
                  <c:v>284</c:v>
                </c:pt>
                <c:pt idx="2401">
                  <c:v>256</c:v>
                </c:pt>
                <c:pt idx="2402">
                  <c:v>261</c:v>
                </c:pt>
                <c:pt idx="2403">
                  <c:v>272</c:v>
                </c:pt>
                <c:pt idx="2404">
                  <c:v>273</c:v>
                </c:pt>
                <c:pt idx="2405">
                  <c:v>286</c:v>
                </c:pt>
                <c:pt idx="2406">
                  <c:v>298</c:v>
                </c:pt>
                <c:pt idx="2407">
                  <c:v>270</c:v>
                </c:pt>
                <c:pt idx="2408">
                  <c:v>262</c:v>
                </c:pt>
                <c:pt idx="2409">
                  <c:v>284</c:v>
                </c:pt>
                <c:pt idx="2410">
                  <c:v>314</c:v>
                </c:pt>
                <c:pt idx="2411">
                  <c:v>318</c:v>
                </c:pt>
                <c:pt idx="2412">
                  <c:v>316</c:v>
                </c:pt>
                <c:pt idx="2413">
                  <c:v>294</c:v>
                </c:pt>
                <c:pt idx="2414">
                  <c:v>280</c:v>
                </c:pt>
                <c:pt idx="2415">
                  <c:v>271</c:v>
                </c:pt>
                <c:pt idx="2416">
                  <c:v>246</c:v>
                </c:pt>
                <c:pt idx="2417">
                  <c:v>219</c:v>
                </c:pt>
                <c:pt idx="2418">
                  <c:v>212</c:v>
                </c:pt>
                <c:pt idx="2419">
                  <c:v>156</c:v>
                </c:pt>
                <c:pt idx="2420">
                  <c:v>180</c:v>
                </c:pt>
                <c:pt idx="2421">
                  <c:v>0</c:v>
                </c:pt>
                <c:pt idx="2422">
                  <c:v>115</c:v>
                </c:pt>
                <c:pt idx="2423">
                  <c:v>43</c:v>
                </c:pt>
                <c:pt idx="2424">
                  <c:v>107</c:v>
                </c:pt>
                <c:pt idx="2425">
                  <c:v>147</c:v>
                </c:pt>
                <c:pt idx="2426">
                  <c:v>7</c:v>
                </c:pt>
                <c:pt idx="2427">
                  <c:v>147</c:v>
                </c:pt>
                <c:pt idx="2428">
                  <c:v>134</c:v>
                </c:pt>
                <c:pt idx="2429">
                  <c:v>118</c:v>
                </c:pt>
                <c:pt idx="2430">
                  <c:v>108</c:v>
                </c:pt>
                <c:pt idx="2431">
                  <c:v>133</c:v>
                </c:pt>
                <c:pt idx="2432">
                  <c:v>125</c:v>
                </c:pt>
                <c:pt idx="2433">
                  <c:v>147</c:v>
                </c:pt>
                <c:pt idx="2434">
                  <c:v>165</c:v>
                </c:pt>
                <c:pt idx="2435">
                  <c:v>163</c:v>
                </c:pt>
                <c:pt idx="2436">
                  <c:v>175</c:v>
                </c:pt>
                <c:pt idx="2437">
                  <c:v>184</c:v>
                </c:pt>
                <c:pt idx="2438">
                  <c:v>179</c:v>
                </c:pt>
                <c:pt idx="2439">
                  <c:v>188</c:v>
                </c:pt>
                <c:pt idx="2440">
                  <c:v>223</c:v>
                </c:pt>
                <c:pt idx="2441">
                  <c:v>231</c:v>
                </c:pt>
                <c:pt idx="2442">
                  <c:v>226</c:v>
                </c:pt>
                <c:pt idx="2443">
                  <c:v>276</c:v>
                </c:pt>
                <c:pt idx="2444">
                  <c:v>277</c:v>
                </c:pt>
                <c:pt idx="2445">
                  <c:v>294</c:v>
                </c:pt>
                <c:pt idx="2446">
                  <c:v>291</c:v>
                </c:pt>
                <c:pt idx="2447">
                  <c:v>272</c:v>
                </c:pt>
                <c:pt idx="2448">
                  <c:v>275</c:v>
                </c:pt>
                <c:pt idx="2449">
                  <c:v>249</c:v>
                </c:pt>
                <c:pt idx="2450">
                  <c:v>261</c:v>
                </c:pt>
                <c:pt idx="2451">
                  <c:v>249</c:v>
                </c:pt>
                <c:pt idx="2452">
                  <c:v>260</c:v>
                </c:pt>
                <c:pt idx="2453">
                  <c:v>277</c:v>
                </c:pt>
                <c:pt idx="2454">
                  <c:v>259</c:v>
                </c:pt>
                <c:pt idx="2455">
                  <c:v>270</c:v>
                </c:pt>
                <c:pt idx="2456">
                  <c:v>272</c:v>
                </c:pt>
                <c:pt idx="2457">
                  <c:v>276</c:v>
                </c:pt>
                <c:pt idx="2458">
                  <c:v>296</c:v>
                </c:pt>
                <c:pt idx="2459">
                  <c:v>290</c:v>
                </c:pt>
                <c:pt idx="2460">
                  <c:v>309</c:v>
                </c:pt>
                <c:pt idx="2461">
                  <c:v>311</c:v>
                </c:pt>
                <c:pt idx="2462">
                  <c:v>303</c:v>
                </c:pt>
                <c:pt idx="2463">
                  <c:v>311</c:v>
                </c:pt>
                <c:pt idx="2464">
                  <c:v>282</c:v>
                </c:pt>
                <c:pt idx="2465">
                  <c:v>289</c:v>
                </c:pt>
                <c:pt idx="2466">
                  <c:v>246</c:v>
                </c:pt>
                <c:pt idx="2467">
                  <c:v>256</c:v>
                </c:pt>
                <c:pt idx="2468">
                  <c:v>247</c:v>
                </c:pt>
                <c:pt idx="2469">
                  <c:v>248</c:v>
                </c:pt>
                <c:pt idx="2470">
                  <c:v>251</c:v>
                </c:pt>
                <c:pt idx="2471">
                  <c:v>221</c:v>
                </c:pt>
                <c:pt idx="2472">
                  <c:v>235</c:v>
                </c:pt>
                <c:pt idx="2473">
                  <c:v>263</c:v>
                </c:pt>
                <c:pt idx="2474">
                  <c:v>278</c:v>
                </c:pt>
                <c:pt idx="2475">
                  <c:v>303</c:v>
                </c:pt>
                <c:pt idx="2476">
                  <c:v>283</c:v>
                </c:pt>
                <c:pt idx="2477">
                  <c:v>283</c:v>
                </c:pt>
                <c:pt idx="2478">
                  <c:v>270</c:v>
                </c:pt>
                <c:pt idx="2479">
                  <c:v>272</c:v>
                </c:pt>
                <c:pt idx="2480">
                  <c:v>265</c:v>
                </c:pt>
                <c:pt idx="2481">
                  <c:v>259</c:v>
                </c:pt>
                <c:pt idx="2482">
                  <c:v>258</c:v>
                </c:pt>
                <c:pt idx="2483">
                  <c:v>261</c:v>
                </c:pt>
                <c:pt idx="2484">
                  <c:v>258</c:v>
                </c:pt>
                <c:pt idx="2485">
                  <c:v>260</c:v>
                </c:pt>
                <c:pt idx="2486">
                  <c:v>249</c:v>
                </c:pt>
                <c:pt idx="2487">
                  <c:v>268</c:v>
                </c:pt>
                <c:pt idx="2488">
                  <c:v>265</c:v>
                </c:pt>
                <c:pt idx="2489">
                  <c:v>275</c:v>
                </c:pt>
                <c:pt idx="2490">
                  <c:v>290</c:v>
                </c:pt>
                <c:pt idx="2491">
                  <c:v>295</c:v>
                </c:pt>
                <c:pt idx="2492">
                  <c:v>300</c:v>
                </c:pt>
                <c:pt idx="2493">
                  <c:v>269</c:v>
                </c:pt>
                <c:pt idx="2494">
                  <c:v>264</c:v>
                </c:pt>
                <c:pt idx="2495">
                  <c:v>278</c:v>
                </c:pt>
                <c:pt idx="2496">
                  <c:v>251</c:v>
                </c:pt>
                <c:pt idx="2497">
                  <c:v>219</c:v>
                </c:pt>
                <c:pt idx="2498">
                  <c:v>238</c:v>
                </c:pt>
                <c:pt idx="2499">
                  <c:v>210</c:v>
                </c:pt>
                <c:pt idx="2500">
                  <c:v>208</c:v>
                </c:pt>
                <c:pt idx="2501">
                  <c:v>212</c:v>
                </c:pt>
                <c:pt idx="2502">
                  <c:v>240</c:v>
                </c:pt>
                <c:pt idx="2503">
                  <c:v>238</c:v>
                </c:pt>
                <c:pt idx="2504">
                  <c:v>263</c:v>
                </c:pt>
                <c:pt idx="2505">
                  <c:v>264</c:v>
                </c:pt>
                <c:pt idx="2506">
                  <c:v>265</c:v>
                </c:pt>
                <c:pt idx="2507">
                  <c:v>256</c:v>
                </c:pt>
                <c:pt idx="2508">
                  <c:v>260</c:v>
                </c:pt>
                <c:pt idx="2509">
                  <c:v>253</c:v>
                </c:pt>
                <c:pt idx="2510">
                  <c:v>258</c:v>
                </c:pt>
                <c:pt idx="2511">
                  <c:v>246</c:v>
                </c:pt>
                <c:pt idx="2512">
                  <c:v>254</c:v>
                </c:pt>
                <c:pt idx="2513">
                  <c:v>249</c:v>
                </c:pt>
                <c:pt idx="2514">
                  <c:v>249</c:v>
                </c:pt>
                <c:pt idx="2515">
                  <c:v>260</c:v>
                </c:pt>
                <c:pt idx="2516">
                  <c:v>255</c:v>
                </c:pt>
                <c:pt idx="2517">
                  <c:v>242</c:v>
                </c:pt>
                <c:pt idx="2518">
                  <c:v>241</c:v>
                </c:pt>
                <c:pt idx="2519">
                  <c:v>233</c:v>
                </c:pt>
                <c:pt idx="2520">
                  <c:v>231</c:v>
                </c:pt>
                <c:pt idx="2521">
                  <c:v>249</c:v>
                </c:pt>
                <c:pt idx="2522">
                  <c:v>230</c:v>
                </c:pt>
                <c:pt idx="2523">
                  <c:v>243</c:v>
                </c:pt>
                <c:pt idx="2524">
                  <c:v>238</c:v>
                </c:pt>
                <c:pt idx="2525">
                  <c:v>259</c:v>
                </c:pt>
                <c:pt idx="2526">
                  <c:v>258</c:v>
                </c:pt>
                <c:pt idx="2527">
                  <c:v>269</c:v>
                </c:pt>
                <c:pt idx="2528">
                  <c:v>292</c:v>
                </c:pt>
                <c:pt idx="2529">
                  <c:v>278</c:v>
                </c:pt>
                <c:pt idx="2530">
                  <c:v>276</c:v>
                </c:pt>
                <c:pt idx="2531">
                  <c:v>266</c:v>
                </c:pt>
                <c:pt idx="2532">
                  <c:v>259</c:v>
                </c:pt>
                <c:pt idx="2533">
                  <c:v>267</c:v>
                </c:pt>
                <c:pt idx="2534">
                  <c:v>288</c:v>
                </c:pt>
                <c:pt idx="2535">
                  <c:v>300</c:v>
                </c:pt>
                <c:pt idx="2536">
                  <c:v>296</c:v>
                </c:pt>
                <c:pt idx="2537">
                  <c:v>319</c:v>
                </c:pt>
                <c:pt idx="2538">
                  <c:v>308</c:v>
                </c:pt>
                <c:pt idx="2539">
                  <c:v>305</c:v>
                </c:pt>
                <c:pt idx="2540">
                  <c:v>288</c:v>
                </c:pt>
                <c:pt idx="2541">
                  <c:v>275</c:v>
                </c:pt>
                <c:pt idx="2542">
                  <c:v>282</c:v>
                </c:pt>
                <c:pt idx="2543">
                  <c:v>265</c:v>
                </c:pt>
                <c:pt idx="2544">
                  <c:v>255</c:v>
                </c:pt>
                <c:pt idx="2545">
                  <c:v>231</c:v>
                </c:pt>
                <c:pt idx="2546">
                  <c:v>247</c:v>
                </c:pt>
                <c:pt idx="2547">
                  <c:v>243</c:v>
                </c:pt>
                <c:pt idx="2548">
                  <c:v>251</c:v>
                </c:pt>
                <c:pt idx="2549">
                  <c:v>267</c:v>
                </c:pt>
                <c:pt idx="2550">
                  <c:v>270</c:v>
                </c:pt>
                <c:pt idx="2551">
                  <c:v>258</c:v>
                </c:pt>
                <c:pt idx="2552">
                  <c:v>235</c:v>
                </c:pt>
                <c:pt idx="2553">
                  <c:v>237</c:v>
                </c:pt>
                <c:pt idx="2554">
                  <c:v>221</c:v>
                </c:pt>
                <c:pt idx="2555">
                  <c:v>218</c:v>
                </c:pt>
                <c:pt idx="2556">
                  <c:v>223</c:v>
                </c:pt>
                <c:pt idx="2557">
                  <c:v>205</c:v>
                </c:pt>
                <c:pt idx="2558">
                  <c:v>212</c:v>
                </c:pt>
                <c:pt idx="2559">
                  <c:v>218</c:v>
                </c:pt>
                <c:pt idx="2560">
                  <c:v>222</c:v>
                </c:pt>
                <c:pt idx="2561">
                  <c:v>235</c:v>
                </c:pt>
                <c:pt idx="2562">
                  <c:v>235</c:v>
                </c:pt>
                <c:pt idx="2563">
                  <c:v>240</c:v>
                </c:pt>
                <c:pt idx="2564">
                  <c:v>234</c:v>
                </c:pt>
                <c:pt idx="2565">
                  <c:v>236</c:v>
                </c:pt>
                <c:pt idx="2566">
                  <c:v>225</c:v>
                </c:pt>
                <c:pt idx="2567">
                  <c:v>229</c:v>
                </c:pt>
                <c:pt idx="2568">
                  <c:v>231</c:v>
                </c:pt>
                <c:pt idx="2569">
                  <c:v>231</c:v>
                </c:pt>
                <c:pt idx="2570">
                  <c:v>243</c:v>
                </c:pt>
                <c:pt idx="2571">
                  <c:v>248</c:v>
                </c:pt>
                <c:pt idx="2572">
                  <c:v>231</c:v>
                </c:pt>
                <c:pt idx="2573">
                  <c:v>237</c:v>
                </c:pt>
                <c:pt idx="2574">
                  <c:v>255</c:v>
                </c:pt>
                <c:pt idx="2575">
                  <c:v>270</c:v>
                </c:pt>
                <c:pt idx="2576">
                  <c:v>254</c:v>
                </c:pt>
                <c:pt idx="2577">
                  <c:v>291</c:v>
                </c:pt>
                <c:pt idx="2578">
                  <c:v>267</c:v>
                </c:pt>
                <c:pt idx="2579">
                  <c:v>272</c:v>
                </c:pt>
                <c:pt idx="2580">
                  <c:v>247</c:v>
                </c:pt>
                <c:pt idx="2581">
                  <c:v>249</c:v>
                </c:pt>
                <c:pt idx="2582">
                  <c:v>228</c:v>
                </c:pt>
                <c:pt idx="2583">
                  <c:v>222</c:v>
                </c:pt>
                <c:pt idx="2584">
                  <c:v>226</c:v>
                </c:pt>
                <c:pt idx="2585">
                  <c:v>222</c:v>
                </c:pt>
                <c:pt idx="2586">
                  <c:v>214</c:v>
                </c:pt>
                <c:pt idx="2587">
                  <c:v>200</c:v>
                </c:pt>
                <c:pt idx="2588">
                  <c:v>196</c:v>
                </c:pt>
                <c:pt idx="2589">
                  <c:v>206</c:v>
                </c:pt>
                <c:pt idx="2590">
                  <c:v>207</c:v>
                </c:pt>
                <c:pt idx="2591">
                  <c:v>223</c:v>
                </c:pt>
                <c:pt idx="2592">
                  <c:v>211</c:v>
                </c:pt>
                <c:pt idx="2593">
                  <c:v>227</c:v>
                </c:pt>
                <c:pt idx="2594">
                  <c:v>231</c:v>
                </c:pt>
                <c:pt idx="2595">
                  <c:v>240</c:v>
                </c:pt>
                <c:pt idx="2596">
                  <c:v>246</c:v>
                </c:pt>
                <c:pt idx="2597">
                  <c:v>241</c:v>
                </c:pt>
                <c:pt idx="2598">
                  <c:v>246</c:v>
                </c:pt>
                <c:pt idx="2599">
                  <c:v>251</c:v>
                </c:pt>
                <c:pt idx="2600">
                  <c:v>280</c:v>
                </c:pt>
                <c:pt idx="2601">
                  <c:v>295</c:v>
                </c:pt>
                <c:pt idx="2602">
                  <c:v>307</c:v>
                </c:pt>
                <c:pt idx="2603">
                  <c:v>295</c:v>
                </c:pt>
                <c:pt idx="2604">
                  <c:v>290</c:v>
                </c:pt>
                <c:pt idx="2605">
                  <c:v>266</c:v>
                </c:pt>
                <c:pt idx="2606">
                  <c:v>280</c:v>
                </c:pt>
                <c:pt idx="2607">
                  <c:v>254</c:v>
                </c:pt>
                <c:pt idx="2608">
                  <c:v>253</c:v>
                </c:pt>
                <c:pt idx="2609">
                  <c:v>241</c:v>
                </c:pt>
                <c:pt idx="2610">
                  <c:v>290</c:v>
                </c:pt>
                <c:pt idx="2611">
                  <c:v>276</c:v>
                </c:pt>
                <c:pt idx="2612">
                  <c:v>251</c:v>
                </c:pt>
                <c:pt idx="2613">
                  <c:v>266</c:v>
                </c:pt>
                <c:pt idx="2614">
                  <c:v>299</c:v>
                </c:pt>
                <c:pt idx="2615">
                  <c:v>288</c:v>
                </c:pt>
                <c:pt idx="2616">
                  <c:v>283</c:v>
                </c:pt>
                <c:pt idx="2617">
                  <c:v>251</c:v>
                </c:pt>
                <c:pt idx="2618">
                  <c:v>242</c:v>
                </c:pt>
                <c:pt idx="2619">
                  <c:v>219</c:v>
                </c:pt>
                <c:pt idx="2620">
                  <c:v>222</c:v>
                </c:pt>
                <c:pt idx="2621">
                  <c:v>214</c:v>
                </c:pt>
                <c:pt idx="2622">
                  <c:v>206</c:v>
                </c:pt>
                <c:pt idx="2623">
                  <c:v>187</c:v>
                </c:pt>
                <c:pt idx="2624">
                  <c:v>194</c:v>
                </c:pt>
                <c:pt idx="2625">
                  <c:v>179</c:v>
                </c:pt>
                <c:pt idx="2626">
                  <c:v>174</c:v>
                </c:pt>
                <c:pt idx="2627">
                  <c:v>202</c:v>
                </c:pt>
                <c:pt idx="2628">
                  <c:v>197</c:v>
                </c:pt>
                <c:pt idx="2629">
                  <c:v>207</c:v>
                </c:pt>
                <c:pt idx="2630">
                  <c:v>209</c:v>
                </c:pt>
                <c:pt idx="2631">
                  <c:v>203</c:v>
                </c:pt>
                <c:pt idx="2632">
                  <c:v>212</c:v>
                </c:pt>
                <c:pt idx="2633">
                  <c:v>215</c:v>
                </c:pt>
                <c:pt idx="2634">
                  <c:v>225</c:v>
                </c:pt>
                <c:pt idx="2635">
                  <c:v>227</c:v>
                </c:pt>
                <c:pt idx="2636">
                  <c:v>244</c:v>
                </c:pt>
                <c:pt idx="2637">
                  <c:v>234</c:v>
                </c:pt>
                <c:pt idx="2638">
                  <c:v>250</c:v>
                </c:pt>
                <c:pt idx="2639">
                  <c:v>255</c:v>
                </c:pt>
                <c:pt idx="2640">
                  <c:v>260</c:v>
                </c:pt>
                <c:pt idx="2641">
                  <c:v>256</c:v>
                </c:pt>
                <c:pt idx="2642">
                  <c:v>250</c:v>
                </c:pt>
                <c:pt idx="2643">
                  <c:v>239</c:v>
                </c:pt>
                <c:pt idx="2644">
                  <c:v>237</c:v>
                </c:pt>
                <c:pt idx="2645">
                  <c:v>244</c:v>
                </c:pt>
                <c:pt idx="2646">
                  <c:v>254</c:v>
                </c:pt>
                <c:pt idx="2647">
                  <c:v>246</c:v>
                </c:pt>
                <c:pt idx="2648">
                  <c:v>236</c:v>
                </c:pt>
                <c:pt idx="2649">
                  <c:v>245</c:v>
                </c:pt>
                <c:pt idx="2650">
                  <c:v>270</c:v>
                </c:pt>
                <c:pt idx="2651">
                  <c:v>258</c:v>
                </c:pt>
                <c:pt idx="2652">
                  <c:v>270</c:v>
                </c:pt>
                <c:pt idx="2653">
                  <c:v>256</c:v>
                </c:pt>
                <c:pt idx="2654">
                  <c:v>254</c:v>
                </c:pt>
                <c:pt idx="2655">
                  <c:v>247</c:v>
                </c:pt>
                <c:pt idx="2656">
                  <c:v>255</c:v>
                </c:pt>
                <c:pt idx="2657">
                  <c:v>247</c:v>
                </c:pt>
                <c:pt idx="2658">
                  <c:v>247</c:v>
                </c:pt>
                <c:pt idx="2659">
                  <c:v>256</c:v>
                </c:pt>
                <c:pt idx="2660">
                  <c:v>256</c:v>
                </c:pt>
                <c:pt idx="2661">
                  <c:v>249</c:v>
                </c:pt>
                <c:pt idx="2662">
                  <c:v>233</c:v>
                </c:pt>
                <c:pt idx="2663">
                  <c:v>230</c:v>
                </c:pt>
                <c:pt idx="2664">
                  <c:v>261</c:v>
                </c:pt>
                <c:pt idx="2665">
                  <c:v>240</c:v>
                </c:pt>
                <c:pt idx="2666">
                  <c:v>231</c:v>
                </c:pt>
                <c:pt idx="2667">
                  <c:v>270</c:v>
                </c:pt>
                <c:pt idx="2668">
                  <c:v>239</c:v>
                </c:pt>
                <c:pt idx="2669">
                  <c:v>251</c:v>
                </c:pt>
                <c:pt idx="2670">
                  <c:v>264</c:v>
                </c:pt>
                <c:pt idx="2671">
                  <c:v>225</c:v>
                </c:pt>
                <c:pt idx="2672">
                  <c:v>242</c:v>
                </c:pt>
                <c:pt idx="2673">
                  <c:v>261</c:v>
                </c:pt>
                <c:pt idx="2674">
                  <c:v>234</c:v>
                </c:pt>
                <c:pt idx="2675">
                  <c:v>212</c:v>
                </c:pt>
                <c:pt idx="2676">
                  <c:v>211</c:v>
                </c:pt>
                <c:pt idx="2677">
                  <c:v>210</c:v>
                </c:pt>
                <c:pt idx="2678">
                  <c:v>178</c:v>
                </c:pt>
                <c:pt idx="2679">
                  <c:v>188</c:v>
                </c:pt>
                <c:pt idx="2680">
                  <c:v>192</c:v>
                </c:pt>
                <c:pt idx="2681">
                  <c:v>172</c:v>
                </c:pt>
                <c:pt idx="2682">
                  <c:v>213</c:v>
                </c:pt>
                <c:pt idx="2683">
                  <c:v>228</c:v>
                </c:pt>
                <c:pt idx="2684">
                  <c:v>226</c:v>
                </c:pt>
                <c:pt idx="2685">
                  <c:v>232</c:v>
                </c:pt>
                <c:pt idx="2686">
                  <c:v>248</c:v>
                </c:pt>
                <c:pt idx="2687">
                  <c:v>263</c:v>
                </c:pt>
                <c:pt idx="2688">
                  <c:v>254</c:v>
                </c:pt>
                <c:pt idx="2689">
                  <c:v>266</c:v>
                </c:pt>
                <c:pt idx="2690">
                  <c:v>281</c:v>
                </c:pt>
                <c:pt idx="2691">
                  <c:v>243</c:v>
                </c:pt>
                <c:pt idx="2692">
                  <c:v>251</c:v>
                </c:pt>
                <c:pt idx="2693">
                  <c:v>238</c:v>
                </c:pt>
                <c:pt idx="2694">
                  <c:v>236</c:v>
                </c:pt>
                <c:pt idx="2695">
                  <c:v>241</c:v>
                </c:pt>
                <c:pt idx="2696">
                  <c:v>223</c:v>
                </c:pt>
                <c:pt idx="2697">
                  <c:v>212</c:v>
                </c:pt>
                <c:pt idx="2698">
                  <c:v>245</c:v>
                </c:pt>
                <c:pt idx="2699">
                  <c:v>248</c:v>
                </c:pt>
                <c:pt idx="2700">
                  <c:v>231</c:v>
                </c:pt>
                <c:pt idx="2701">
                  <c:v>263</c:v>
                </c:pt>
                <c:pt idx="2702">
                  <c:v>260</c:v>
                </c:pt>
                <c:pt idx="2703">
                  <c:v>219</c:v>
                </c:pt>
                <c:pt idx="2704">
                  <c:v>284</c:v>
                </c:pt>
                <c:pt idx="2705">
                  <c:v>226</c:v>
                </c:pt>
                <c:pt idx="2706">
                  <c:v>251</c:v>
                </c:pt>
                <c:pt idx="2707">
                  <c:v>206</c:v>
                </c:pt>
                <c:pt idx="2708">
                  <c:v>268</c:v>
                </c:pt>
                <c:pt idx="2709">
                  <c:v>218</c:v>
                </c:pt>
                <c:pt idx="2710">
                  <c:v>203</c:v>
                </c:pt>
                <c:pt idx="2711">
                  <c:v>222</c:v>
                </c:pt>
                <c:pt idx="2712">
                  <c:v>195</c:v>
                </c:pt>
                <c:pt idx="2713">
                  <c:v>176</c:v>
                </c:pt>
                <c:pt idx="2714">
                  <c:v>207</c:v>
                </c:pt>
                <c:pt idx="2715">
                  <c:v>216</c:v>
                </c:pt>
                <c:pt idx="2716">
                  <c:v>207</c:v>
                </c:pt>
                <c:pt idx="2717">
                  <c:v>222</c:v>
                </c:pt>
                <c:pt idx="2718">
                  <c:v>214</c:v>
                </c:pt>
                <c:pt idx="2719">
                  <c:v>241</c:v>
                </c:pt>
                <c:pt idx="2720">
                  <c:v>231</c:v>
                </c:pt>
                <c:pt idx="2721">
                  <c:v>218</c:v>
                </c:pt>
                <c:pt idx="2722">
                  <c:v>245</c:v>
                </c:pt>
                <c:pt idx="2723">
                  <c:v>209</c:v>
                </c:pt>
                <c:pt idx="2724">
                  <c:v>220</c:v>
                </c:pt>
                <c:pt idx="2725">
                  <c:v>203</c:v>
                </c:pt>
                <c:pt idx="2726">
                  <c:v>238</c:v>
                </c:pt>
                <c:pt idx="2727">
                  <c:v>232</c:v>
                </c:pt>
                <c:pt idx="2728">
                  <c:v>222</c:v>
                </c:pt>
                <c:pt idx="2729">
                  <c:v>255</c:v>
                </c:pt>
                <c:pt idx="2730">
                  <c:v>231</c:v>
                </c:pt>
                <c:pt idx="2731">
                  <c:v>272</c:v>
                </c:pt>
                <c:pt idx="2732">
                  <c:v>249</c:v>
                </c:pt>
                <c:pt idx="2733">
                  <c:v>229</c:v>
                </c:pt>
                <c:pt idx="2734">
                  <c:v>257</c:v>
                </c:pt>
                <c:pt idx="2735">
                  <c:v>226</c:v>
                </c:pt>
                <c:pt idx="2736">
                  <c:v>267</c:v>
                </c:pt>
                <c:pt idx="2737">
                  <c:v>259</c:v>
                </c:pt>
                <c:pt idx="2738">
                  <c:v>243</c:v>
                </c:pt>
                <c:pt idx="2739">
                  <c:v>280</c:v>
                </c:pt>
                <c:pt idx="2740">
                  <c:v>238</c:v>
                </c:pt>
                <c:pt idx="2741">
                  <c:v>267</c:v>
                </c:pt>
                <c:pt idx="2742">
                  <c:v>239</c:v>
                </c:pt>
                <c:pt idx="2743">
                  <c:v>216</c:v>
                </c:pt>
                <c:pt idx="2744">
                  <c:v>239</c:v>
                </c:pt>
                <c:pt idx="2745">
                  <c:v>229</c:v>
                </c:pt>
                <c:pt idx="2746">
                  <c:v>246</c:v>
                </c:pt>
                <c:pt idx="2747">
                  <c:v>222</c:v>
                </c:pt>
                <c:pt idx="2748">
                  <c:v>215</c:v>
                </c:pt>
                <c:pt idx="2749">
                  <c:v>243</c:v>
                </c:pt>
                <c:pt idx="2750">
                  <c:v>226</c:v>
                </c:pt>
                <c:pt idx="2751">
                  <c:v>251</c:v>
                </c:pt>
                <c:pt idx="2752">
                  <c:v>260</c:v>
                </c:pt>
                <c:pt idx="2753">
                  <c:v>251</c:v>
                </c:pt>
                <c:pt idx="2754">
                  <c:v>276</c:v>
                </c:pt>
                <c:pt idx="2755">
                  <c:v>242</c:v>
                </c:pt>
                <c:pt idx="2756">
                  <c:v>275</c:v>
                </c:pt>
                <c:pt idx="2757">
                  <c:v>229</c:v>
                </c:pt>
                <c:pt idx="2758">
                  <c:v>253</c:v>
                </c:pt>
                <c:pt idx="2759">
                  <c:v>257</c:v>
                </c:pt>
                <c:pt idx="2760">
                  <c:v>242</c:v>
                </c:pt>
                <c:pt idx="2761">
                  <c:v>252</c:v>
                </c:pt>
                <c:pt idx="2762">
                  <c:v>250</c:v>
                </c:pt>
                <c:pt idx="2763">
                  <c:v>255</c:v>
                </c:pt>
                <c:pt idx="2764">
                  <c:v>287</c:v>
                </c:pt>
                <c:pt idx="2765">
                  <c:v>247</c:v>
                </c:pt>
                <c:pt idx="2766">
                  <c:v>244</c:v>
                </c:pt>
                <c:pt idx="2767">
                  <c:v>262</c:v>
                </c:pt>
                <c:pt idx="2768">
                  <c:v>252</c:v>
                </c:pt>
                <c:pt idx="2769">
                  <c:v>248</c:v>
                </c:pt>
                <c:pt idx="2770">
                  <c:v>257</c:v>
                </c:pt>
                <c:pt idx="2771">
                  <c:v>276</c:v>
                </c:pt>
                <c:pt idx="2772">
                  <c:v>244</c:v>
                </c:pt>
                <c:pt idx="2773">
                  <c:v>244</c:v>
                </c:pt>
                <c:pt idx="2774">
                  <c:v>266</c:v>
                </c:pt>
                <c:pt idx="2775">
                  <c:v>223</c:v>
                </c:pt>
                <c:pt idx="2776">
                  <c:v>230</c:v>
                </c:pt>
                <c:pt idx="2777">
                  <c:v>245</c:v>
                </c:pt>
                <c:pt idx="2778">
                  <c:v>214</c:v>
                </c:pt>
                <c:pt idx="2779">
                  <c:v>223</c:v>
                </c:pt>
                <c:pt idx="2780">
                  <c:v>229</c:v>
                </c:pt>
                <c:pt idx="2781">
                  <c:v>209</c:v>
                </c:pt>
                <c:pt idx="2782">
                  <c:v>215</c:v>
                </c:pt>
                <c:pt idx="2783">
                  <c:v>231</c:v>
                </c:pt>
                <c:pt idx="2784">
                  <c:v>203</c:v>
                </c:pt>
                <c:pt idx="2785">
                  <c:v>231</c:v>
                </c:pt>
                <c:pt idx="2786">
                  <c:v>213</c:v>
                </c:pt>
                <c:pt idx="2787">
                  <c:v>220</c:v>
                </c:pt>
                <c:pt idx="2788">
                  <c:v>262</c:v>
                </c:pt>
                <c:pt idx="2789">
                  <c:v>239</c:v>
                </c:pt>
                <c:pt idx="2790">
                  <c:v>228</c:v>
                </c:pt>
                <c:pt idx="2791">
                  <c:v>248</c:v>
                </c:pt>
                <c:pt idx="2792">
                  <c:v>228</c:v>
                </c:pt>
                <c:pt idx="2793">
                  <c:v>219</c:v>
                </c:pt>
                <c:pt idx="2794">
                  <c:v>256</c:v>
                </c:pt>
                <c:pt idx="2795">
                  <c:v>226</c:v>
                </c:pt>
                <c:pt idx="2796">
                  <c:v>213</c:v>
                </c:pt>
                <c:pt idx="2797">
                  <c:v>213</c:v>
                </c:pt>
                <c:pt idx="2798">
                  <c:v>186</c:v>
                </c:pt>
                <c:pt idx="2799">
                  <c:v>194</c:v>
                </c:pt>
                <c:pt idx="2800">
                  <c:v>188</c:v>
                </c:pt>
                <c:pt idx="2801">
                  <c:v>187</c:v>
                </c:pt>
                <c:pt idx="2802">
                  <c:v>171</c:v>
                </c:pt>
                <c:pt idx="2803">
                  <c:v>185</c:v>
                </c:pt>
                <c:pt idx="2804">
                  <c:v>202</c:v>
                </c:pt>
                <c:pt idx="2805">
                  <c:v>227</c:v>
                </c:pt>
                <c:pt idx="2806">
                  <c:v>240</c:v>
                </c:pt>
                <c:pt idx="2807">
                  <c:v>231</c:v>
                </c:pt>
                <c:pt idx="2808">
                  <c:v>223</c:v>
                </c:pt>
                <c:pt idx="2809">
                  <c:v>249</c:v>
                </c:pt>
                <c:pt idx="2810">
                  <c:v>256</c:v>
                </c:pt>
                <c:pt idx="2811">
                  <c:v>240</c:v>
                </c:pt>
                <c:pt idx="2812">
                  <c:v>238</c:v>
                </c:pt>
                <c:pt idx="2813">
                  <c:v>270</c:v>
                </c:pt>
                <c:pt idx="2814">
                  <c:v>233</c:v>
                </c:pt>
                <c:pt idx="2815">
                  <c:v>231</c:v>
                </c:pt>
                <c:pt idx="2816">
                  <c:v>254</c:v>
                </c:pt>
                <c:pt idx="2817">
                  <c:v>224</c:v>
                </c:pt>
                <c:pt idx="2818">
                  <c:v>230</c:v>
                </c:pt>
                <c:pt idx="2819">
                  <c:v>260</c:v>
                </c:pt>
                <c:pt idx="2820">
                  <c:v>217</c:v>
                </c:pt>
                <c:pt idx="2821">
                  <c:v>248</c:v>
                </c:pt>
                <c:pt idx="2822">
                  <c:v>214</c:v>
                </c:pt>
                <c:pt idx="2823">
                  <c:v>247</c:v>
                </c:pt>
                <c:pt idx="2824">
                  <c:v>224</c:v>
                </c:pt>
                <c:pt idx="2825">
                  <c:v>230</c:v>
                </c:pt>
                <c:pt idx="2826">
                  <c:v>257</c:v>
                </c:pt>
                <c:pt idx="2827">
                  <c:v>228</c:v>
                </c:pt>
                <c:pt idx="2828">
                  <c:v>238</c:v>
                </c:pt>
                <c:pt idx="2829">
                  <c:v>279</c:v>
                </c:pt>
                <c:pt idx="2830">
                  <c:v>250</c:v>
                </c:pt>
                <c:pt idx="2831">
                  <c:v>246</c:v>
                </c:pt>
                <c:pt idx="2832">
                  <c:v>250</c:v>
                </c:pt>
                <c:pt idx="2833">
                  <c:v>254</c:v>
                </c:pt>
                <c:pt idx="2834">
                  <c:v>232</c:v>
                </c:pt>
                <c:pt idx="2835">
                  <c:v>231</c:v>
                </c:pt>
                <c:pt idx="2836">
                  <c:v>242</c:v>
                </c:pt>
                <c:pt idx="2837">
                  <c:v>242</c:v>
                </c:pt>
                <c:pt idx="2838">
                  <c:v>241</c:v>
                </c:pt>
                <c:pt idx="2839">
                  <c:v>222</c:v>
                </c:pt>
                <c:pt idx="2840">
                  <c:v>231</c:v>
                </c:pt>
                <c:pt idx="2841">
                  <c:v>236</c:v>
                </c:pt>
                <c:pt idx="2842">
                  <c:v>238</c:v>
                </c:pt>
                <c:pt idx="2843">
                  <c:v>233</c:v>
                </c:pt>
                <c:pt idx="2844">
                  <c:v>246</c:v>
                </c:pt>
                <c:pt idx="2845">
                  <c:v>247</c:v>
                </c:pt>
                <c:pt idx="2846">
                  <c:v>270</c:v>
                </c:pt>
                <c:pt idx="2847">
                  <c:v>268</c:v>
                </c:pt>
                <c:pt idx="2848">
                  <c:v>289</c:v>
                </c:pt>
                <c:pt idx="2849">
                  <c:v>289</c:v>
                </c:pt>
                <c:pt idx="2850">
                  <c:v>294</c:v>
                </c:pt>
                <c:pt idx="2851">
                  <c:v>275</c:v>
                </c:pt>
                <c:pt idx="2852">
                  <c:v>260</c:v>
                </c:pt>
                <c:pt idx="2853">
                  <c:v>276</c:v>
                </c:pt>
                <c:pt idx="2854">
                  <c:v>270</c:v>
                </c:pt>
                <c:pt idx="2855">
                  <c:v>253</c:v>
                </c:pt>
                <c:pt idx="2856">
                  <c:v>270</c:v>
                </c:pt>
                <c:pt idx="2857">
                  <c:v>248</c:v>
                </c:pt>
                <c:pt idx="2858">
                  <c:v>270</c:v>
                </c:pt>
                <c:pt idx="2859">
                  <c:v>217</c:v>
                </c:pt>
                <c:pt idx="2860">
                  <c:v>254</c:v>
                </c:pt>
                <c:pt idx="2861">
                  <c:v>237</c:v>
                </c:pt>
                <c:pt idx="2862">
                  <c:v>234</c:v>
                </c:pt>
                <c:pt idx="2863">
                  <c:v>243</c:v>
                </c:pt>
                <c:pt idx="2864">
                  <c:v>270</c:v>
                </c:pt>
                <c:pt idx="2865">
                  <c:v>250</c:v>
                </c:pt>
                <c:pt idx="2866">
                  <c:v>251</c:v>
                </c:pt>
                <c:pt idx="2867">
                  <c:v>255</c:v>
                </c:pt>
                <c:pt idx="2868">
                  <c:v>255</c:v>
                </c:pt>
                <c:pt idx="2869">
                  <c:v>240</c:v>
                </c:pt>
                <c:pt idx="2870">
                  <c:v>256</c:v>
                </c:pt>
                <c:pt idx="2871">
                  <c:v>253</c:v>
                </c:pt>
                <c:pt idx="2872">
                  <c:v>252</c:v>
                </c:pt>
                <c:pt idx="2873">
                  <c:v>247</c:v>
                </c:pt>
                <c:pt idx="2874">
                  <c:v>246</c:v>
                </c:pt>
                <c:pt idx="2875">
                  <c:v>247</c:v>
                </c:pt>
                <c:pt idx="2876">
                  <c:v>248</c:v>
                </c:pt>
                <c:pt idx="2877">
                  <c:v>244</c:v>
                </c:pt>
                <c:pt idx="2878">
                  <c:v>253</c:v>
                </c:pt>
                <c:pt idx="2879">
                  <c:v>235</c:v>
                </c:pt>
                <c:pt idx="2880">
                  <c:v>241</c:v>
                </c:pt>
                <c:pt idx="2881">
                  <c:v>242</c:v>
                </c:pt>
                <c:pt idx="2882">
                  <c:v>254</c:v>
                </c:pt>
                <c:pt idx="2883">
                  <c:v>241</c:v>
                </c:pt>
                <c:pt idx="2884">
                  <c:v>219</c:v>
                </c:pt>
                <c:pt idx="2885">
                  <c:v>244</c:v>
                </c:pt>
                <c:pt idx="2886">
                  <c:v>215</c:v>
                </c:pt>
                <c:pt idx="2887">
                  <c:v>233</c:v>
                </c:pt>
                <c:pt idx="2888">
                  <c:v>224</c:v>
                </c:pt>
                <c:pt idx="2889">
                  <c:v>227</c:v>
                </c:pt>
                <c:pt idx="2890">
                  <c:v>193</c:v>
                </c:pt>
                <c:pt idx="2891">
                  <c:v>205</c:v>
                </c:pt>
                <c:pt idx="2892">
                  <c:v>187</c:v>
                </c:pt>
                <c:pt idx="2893">
                  <c:v>207</c:v>
                </c:pt>
                <c:pt idx="2894">
                  <c:v>183</c:v>
                </c:pt>
                <c:pt idx="2895">
                  <c:v>191</c:v>
                </c:pt>
                <c:pt idx="2896">
                  <c:v>209</c:v>
                </c:pt>
                <c:pt idx="2897">
                  <c:v>204</c:v>
                </c:pt>
                <c:pt idx="2898">
                  <c:v>209</c:v>
                </c:pt>
                <c:pt idx="2899">
                  <c:v>207</c:v>
                </c:pt>
                <c:pt idx="2900">
                  <c:v>191</c:v>
                </c:pt>
                <c:pt idx="2901">
                  <c:v>202</c:v>
                </c:pt>
                <c:pt idx="2902">
                  <c:v>199</c:v>
                </c:pt>
                <c:pt idx="2903">
                  <c:v>196</c:v>
                </c:pt>
                <c:pt idx="2904">
                  <c:v>208</c:v>
                </c:pt>
                <c:pt idx="2905">
                  <c:v>211</c:v>
                </c:pt>
                <c:pt idx="2906">
                  <c:v>210</c:v>
                </c:pt>
                <c:pt idx="2907">
                  <c:v>208</c:v>
                </c:pt>
                <c:pt idx="2908">
                  <c:v>203</c:v>
                </c:pt>
                <c:pt idx="2909">
                  <c:v>196</c:v>
                </c:pt>
                <c:pt idx="2910">
                  <c:v>196</c:v>
                </c:pt>
                <c:pt idx="2911">
                  <c:v>210</c:v>
                </c:pt>
                <c:pt idx="2912">
                  <c:v>202</c:v>
                </c:pt>
                <c:pt idx="2913">
                  <c:v>199</c:v>
                </c:pt>
                <c:pt idx="2914">
                  <c:v>195</c:v>
                </c:pt>
                <c:pt idx="2915">
                  <c:v>200</c:v>
                </c:pt>
                <c:pt idx="2916">
                  <c:v>212</c:v>
                </c:pt>
                <c:pt idx="2917">
                  <c:v>217</c:v>
                </c:pt>
                <c:pt idx="2918">
                  <c:v>219</c:v>
                </c:pt>
                <c:pt idx="2919">
                  <c:v>227</c:v>
                </c:pt>
                <c:pt idx="2920">
                  <c:v>216</c:v>
                </c:pt>
                <c:pt idx="2921">
                  <c:v>228</c:v>
                </c:pt>
                <c:pt idx="2922">
                  <c:v>224</c:v>
                </c:pt>
                <c:pt idx="2923">
                  <c:v>217</c:v>
                </c:pt>
                <c:pt idx="2924">
                  <c:v>230</c:v>
                </c:pt>
                <c:pt idx="2925">
                  <c:v>237</c:v>
                </c:pt>
                <c:pt idx="2926">
                  <c:v>266</c:v>
                </c:pt>
                <c:pt idx="2927">
                  <c:v>234</c:v>
                </c:pt>
                <c:pt idx="2928">
                  <c:v>238</c:v>
                </c:pt>
                <c:pt idx="2929">
                  <c:v>238</c:v>
                </c:pt>
                <c:pt idx="2930">
                  <c:v>260</c:v>
                </c:pt>
                <c:pt idx="2931">
                  <c:v>246</c:v>
                </c:pt>
                <c:pt idx="2932">
                  <c:v>265</c:v>
                </c:pt>
                <c:pt idx="2933">
                  <c:v>260</c:v>
                </c:pt>
                <c:pt idx="2934">
                  <c:v>248</c:v>
                </c:pt>
                <c:pt idx="2935">
                  <c:v>229</c:v>
                </c:pt>
                <c:pt idx="2936">
                  <c:v>229</c:v>
                </c:pt>
                <c:pt idx="2937">
                  <c:v>211</c:v>
                </c:pt>
                <c:pt idx="2938">
                  <c:v>214</c:v>
                </c:pt>
                <c:pt idx="2939">
                  <c:v>195</c:v>
                </c:pt>
                <c:pt idx="2940">
                  <c:v>193</c:v>
                </c:pt>
                <c:pt idx="2941">
                  <c:v>209</c:v>
                </c:pt>
                <c:pt idx="2942">
                  <c:v>181</c:v>
                </c:pt>
                <c:pt idx="2943">
                  <c:v>183</c:v>
                </c:pt>
                <c:pt idx="2944">
                  <c:v>192</c:v>
                </c:pt>
                <c:pt idx="2945">
                  <c:v>199</c:v>
                </c:pt>
                <c:pt idx="2946">
                  <c:v>210</c:v>
                </c:pt>
                <c:pt idx="2947">
                  <c:v>177</c:v>
                </c:pt>
                <c:pt idx="2948">
                  <c:v>187</c:v>
                </c:pt>
                <c:pt idx="2949">
                  <c:v>215</c:v>
                </c:pt>
                <c:pt idx="2950">
                  <c:v>232</c:v>
                </c:pt>
                <c:pt idx="2951">
                  <c:v>217</c:v>
                </c:pt>
                <c:pt idx="2952">
                  <c:v>218</c:v>
                </c:pt>
                <c:pt idx="2953">
                  <c:v>232</c:v>
                </c:pt>
                <c:pt idx="2954">
                  <c:v>248</c:v>
                </c:pt>
                <c:pt idx="2955">
                  <c:v>229</c:v>
                </c:pt>
                <c:pt idx="2956">
                  <c:v>298</c:v>
                </c:pt>
                <c:pt idx="2957">
                  <c:v>282</c:v>
                </c:pt>
                <c:pt idx="2958">
                  <c:v>261</c:v>
                </c:pt>
                <c:pt idx="2959">
                  <c:v>280</c:v>
                </c:pt>
                <c:pt idx="2960">
                  <c:v>279</c:v>
                </c:pt>
                <c:pt idx="2961">
                  <c:v>288</c:v>
                </c:pt>
                <c:pt idx="2962">
                  <c:v>276</c:v>
                </c:pt>
                <c:pt idx="2963">
                  <c:v>276</c:v>
                </c:pt>
                <c:pt idx="2964">
                  <c:v>258</c:v>
                </c:pt>
                <c:pt idx="2965">
                  <c:v>241</c:v>
                </c:pt>
                <c:pt idx="2966">
                  <c:v>241</c:v>
                </c:pt>
                <c:pt idx="2967">
                  <c:v>243</c:v>
                </c:pt>
                <c:pt idx="2968">
                  <c:v>214</c:v>
                </c:pt>
                <c:pt idx="2969">
                  <c:v>214</c:v>
                </c:pt>
                <c:pt idx="2970">
                  <c:v>205</c:v>
                </c:pt>
                <c:pt idx="2971">
                  <c:v>199</c:v>
                </c:pt>
                <c:pt idx="2972">
                  <c:v>203</c:v>
                </c:pt>
                <c:pt idx="2973">
                  <c:v>198</c:v>
                </c:pt>
                <c:pt idx="2974">
                  <c:v>205</c:v>
                </c:pt>
                <c:pt idx="2975">
                  <c:v>189</c:v>
                </c:pt>
                <c:pt idx="2976">
                  <c:v>207</c:v>
                </c:pt>
                <c:pt idx="2977">
                  <c:v>202</c:v>
                </c:pt>
                <c:pt idx="2978">
                  <c:v>201</c:v>
                </c:pt>
                <c:pt idx="2979">
                  <c:v>208</c:v>
                </c:pt>
                <c:pt idx="2980">
                  <c:v>202</c:v>
                </c:pt>
                <c:pt idx="2981">
                  <c:v>213</c:v>
                </c:pt>
                <c:pt idx="2982">
                  <c:v>224</c:v>
                </c:pt>
                <c:pt idx="2983">
                  <c:v>217</c:v>
                </c:pt>
                <c:pt idx="2984">
                  <c:v>220</c:v>
                </c:pt>
                <c:pt idx="2985">
                  <c:v>213</c:v>
                </c:pt>
                <c:pt idx="2986">
                  <c:v>234</c:v>
                </c:pt>
                <c:pt idx="2987">
                  <c:v>230</c:v>
                </c:pt>
                <c:pt idx="2988">
                  <c:v>226</c:v>
                </c:pt>
                <c:pt idx="2989">
                  <c:v>227</c:v>
                </c:pt>
                <c:pt idx="2990">
                  <c:v>264</c:v>
                </c:pt>
                <c:pt idx="2991">
                  <c:v>276</c:v>
                </c:pt>
                <c:pt idx="2992">
                  <c:v>252</c:v>
                </c:pt>
                <c:pt idx="2993">
                  <c:v>259</c:v>
                </c:pt>
                <c:pt idx="2994">
                  <c:v>257</c:v>
                </c:pt>
                <c:pt idx="2995">
                  <c:v>249</c:v>
                </c:pt>
                <c:pt idx="2996">
                  <c:v>232</c:v>
                </c:pt>
                <c:pt idx="2997">
                  <c:v>229</c:v>
                </c:pt>
                <c:pt idx="2998">
                  <c:v>229</c:v>
                </c:pt>
                <c:pt idx="2999">
                  <c:v>217</c:v>
                </c:pt>
                <c:pt idx="3000">
                  <c:v>218</c:v>
                </c:pt>
                <c:pt idx="3001">
                  <c:v>206</c:v>
                </c:pt>
                <c:pt idx="3002">
                  <c:v>205</c:v>
                </c:pt>
                <c:pt idx="3003">
                  <c:v>211</c:v>
                </c:pt>
                <c:pt idx="3004">
                  <c:v>222</c:v>
                </c:pt>
                <c:pt idx="3005">
                  <c:v>219</c:v>
                </c:pt>
                <c:pt idx="3006">
                  <c:v>229</c:v>
                </c:pt>
                <c:pt idx="3007">
                  <c:v>230</c:v>
                </c:pt>
                <c:pt idx="3008">
                  <c:v>235</c:v>
                </c:pt>
                <c:pt idx="3009">
                  <c:v>232</c:v>
                </c:pt>
                <c:pt idx="3010">
                  <c:v>231</c:v>
                </c:pt>
                <c:pt idx="3011">
                  <c:v>236</c:v>
                </c:pt>
                <c:pt idx="3012">
                  <c:v>224</c:v>
                </c:pt>
                <c:pt idx="3013">
                  <c:v>219</c:v>
                </c:pt>
                <c:pt idx="3014">
                  <c:v>201</c:v>
                </c:pt>
                <c:pt idx="3015">
                  <c:v>193</c:v>
                </c:pt>
                <c:pt idx="3016">
                  <c:v>202</c:v>
                </c:pt>
                <c:pt idx="3017">
                  <c:v>219</c:v>
                </c:pt>
                <c:pt idx="3018">
                  <c:v>227</c:v>
                </c:pt>
                <c:pt idx="3019">
                  <c:v>230</c:v>
                </c:pt>
                <c:pt idx="3020">
                  <c:v>218</c:v>
                </c:pt>
                <c:pt idx="3021">
                  <c:v>208</c:v>
                </c:pt>
                <c:pt idx="3022">
                  <c:v>206</c:v>
                </c:pt>
                <c:pt idx="3023">
                  <c:v>212</c:v>
                </c:pt>
                <c:pt idx="3024">
                  <c:v>195</c:v>
                </c:pt>
                <c:pt idx="3025">
                  <c:v>197</c:v>
                </c:pt>
                <c:pt idx="3026">
                  <c:v>189</c:v>
                </c:pt>
                <c:pt idx="3027">
                  <c:v>201</c:v>
                </c:pt>
                <c:pt idx="3028">
                  <c:v>214</c:v>
                </c:pt>
                <c:pt idx="3029">
                  <c:v>210</c:v>
                </c:pt>
                <c:pt idx="3030">
                  <c:v>233</c:v>
                </c:pt>
                <c:pt idx="3031">
                  <c:v>233</c:v>
                </c:pt>
                <c:pt idx="3032">
                  <c:v>234</c:v>
                </c:pt>
                <c:pt idx="3033">
                  <c:v>240</c:v>
                </c:pt>
                <c:pt idx="3034">
                  <c:v>255</c:v>
                </c:pt>
                <c:pt idx="3035">
                  <c:v>272</c:v>
                </c:pt>
                <c:pt idx="3036">
                  <c:v>282</c:v>
                </c:pt>
                <c:pt idx="3037">
                  <c:v>278</c:v>
                </c:pt>
                <c:pt idx="3038">
                  <c:v>276</c:v>
                </c:pt>
                <c:pt idx="3039">
                  <c:v>272</c:v>
                </c:pt>
                <c:pt idx="3040">
                  <c:v>262</c:v>
                </c:pt>
                <c:pt idx="3041">
                  <c:v>256</c:v>
                </c:pt>
                <c:pt idx="3042">
                  <c:v>261</c:v>
                </c:pt>
                <c:pt idx="3043">
                  <c:v>272</c:v>
                </c:pt>
                <c:pt idx="3044">
                  <c:v>253</c:v>
                </c:pt>
                <c:pt idx="3045">
                  <c:v>262</c:v>
                </c:pt>
                <c:pt idx="3046">
                  <c:v>259</c:v>
                </c:pt>
                <c:pt idx="3047">
                  <c:v>265</c:v>
                </c:pt>
                <c:pt idx="3048">
                  <c:v>278</c:v>
                </c:pt>
                <c:pt idx="3049">
                  <c:v>262</c:v>
                </c:pt>
                <c:pt idx="3050">
                  <c:v>258</c:v>
                </c:pt>
                <c:pt idx="3051">
                  <c:v>256</c:v>
                </c:pt>
                <c:pt idx="3052">
                  <c:v>267</c:v>
                </c:pt>
                <c:pt idx="3053">
                  <c:v>236</c:v>
                </c:pt>
                <c:pt idx="3054">
                  <c:v>240</c:v>
                </c:pt>
                <c:pt idx="3055">
                  <c:v>241</c:v>
                </c:pt>
                <c:pt idx="3056">
                  <c:v>232</c:v>
                </c:pt>
                <c:pt idx="3057">
                  <c:v>222</c:v>
                </c:pt>
                <c:pt idx="3058">
                  <c:v>195</c:v>
                </c:pt>
                <c:pt idx="3059">
                  <c:v>193</c:v>
                </c:pt>
                <c:pt idx="3060">
                  <c:v>196</c:v>
                </c:pt>
                <c:pt idx="3061">
                  <c:v>183</c:v>
                </c:pt>
                <c:pt idx="3062">
                  <c:v>170</c:v>
                </c:pt>
                <c:pt idx="3063">
                  <c:v>184</c:v>
                </c:pt>
                <c:pt idx="3064">
                  <c:v>195</c:v>
                </c:pt>
                <c:pt idx="3065">
                  <c:v>200</c:v>
                </c:pt>
                <c:pt idx="3066">
                  <c:v>223</c:v>
                </c:pt>
                <c:pt idx="3067">
                  <c:v>258</c:v>
                </c:pt>
                <c:pt idx="3068">
                  <c:v>233</c:v>
                </c:pt>
                <c:pt idx="3069">
                  <c:v>240</c:v>
                </c:pt>
                <c:pt idx="3070">
                  <c:v>280</c:v>
                </c:pt>
                <c:pt idx="3071">
                  <c:v>210</c:v>
                </c:pt>
                <c:pt idx="3072">
                  <c:v>192</c:v>
                </c:pt>
                <c:pt idx="3073">
                  <c:v>159</c:v>
                </c:pt>
                <c:pt idx="3074">
                  <c:v>154</c:v>
                </c:pt>
                <c:pt idx="3075">
                  <c:v>157</c:v>
                </c:pt>
                <c:pt idx="3076">
                  <c:v>185</c:v>
                </c:pt>
                <c:pt idx="3077">
                  <c:v>96</c:v>
                </c:pt>
                <c:pt idx="3078">
                  <c:v>107</c:v>
                </c:pt>
                <c:pt idx="3079">
                  <c:v>153</c:v>
                </c:pt>
                <c:pt idx="3080">
                  <c:v>58</c:v>
                </c:pt>
                <c:pt idx="3081">
                  <c:v>0</c:v>
                </c:pt>
                <c:pt idx="3082">
                  <c:v>112</c:v>
                </c:pt>
                <c:pt idx="3083">
                  <c:v>165</c:v>
                </c:pt>
                <c:pt idx="3084">
                  <c:v>11</c:v>
                </c:pt>
                <c:pt idx="3085">
                  <c:v>98</c:v>
                </c:pt>
                <c:pt idx="3086">
                  <c:v>106</c:v>
                </c:pt>
                <c:pt idx="3087">
                  <c:v>87</c:v>
                </c:pt>
                <c:pt idx="3088">
                  <c:v>89</c:v>
                </c:pt>
                <c:pt idx="3089">
                  <c:v>80</c:v>
                </c:pt>
                <c:pt idx="3090">
                  <c:v>105</c:v>
                </c:pt>
                <c:pt idx="3091">
                  <c:v>111</c:v>
                </c:pt>
                <c:pt idx="3092">
                  <c:v>133</c:v>
                </c:pt>
                <c:pt idx="3093">
                  <c:v>131</c:v>
                </c:pt>
                <c:pt idx="3094">
                  <c:v>139</c:v>
                </c:pt>
                <c:pt idx="3095">
                  <c:v>147</c:v>
                </c:pt>
                <c:pt idx="3096">
                  <c:v>158</c:v>
                </c:pt>
                <c:pt idx="3097">
                  <c:v>155</c:v>
                </c:pt>
                <c:pt idx="3098">
                  <c:v>159</c:v>
                </c:pt>
                <c:pt idx="3099">
                  <c:v>153</c:v>
                </c:pt>
                <c:pt idx="3100">
                  <c:v>170</c:v>
                </c:pt>
                <c:pt idx="3101">
                  <c:v>158</c:v>
                </c:pt>
                <c:pt idx="3102">
                  <c:v>143</c:v>
                </c:pt>
                <c:pt idx="3103">
                  <c:v>152</c:v>
                </c:pt>
                <c:pt idx="3104">
                  <c:v>137</c:v>
                </c:pt>
                <c:pt idx="3105">
                  <c:v>126</c:v>
                </c:pt>
                <c:pt idx="3106">
                  <c:v>126</c:v>
                </c:pt>
                <c:pt idx="3107">
                  <c:v>125</c:v>
                </c:pt>
                <c:pt idx="3108">
                  <c:v>135</c:v>
                </c:pt>
                <c:pt idx="3109">
                  <c:v>139</c:v>
                </c:pt>
                <c:pt idx="3110">
                  <c:v>155</c:v>
                </c:pt>
                <c:pt idx="3111">
                  <c:v>189</c:v>
                </c:pt>
                <c:pt idx="3112">
                  <c:v>205</c:v>
                </c:pt>
                <c:pt idx="3113">
                  <c:v>191</c:v>
                </c:pt>
                <c:pt idx="3114">
                  <c:v>187</c:v>
                </c:pt>
                <c:pt idx="3115">
                  <c:v>175</c:v>
                </c:pt>
                <c:pt idx="3116">
                  <c:v>169</c:v>
                </c:pt>
                <c:pt idx="3117">
                  <c:v>156</c:v>
                </c:pt>
                <c:pt idx="3118">
                  <c:v>136</c:v>
                </c:pt>
                <c:pt idx="3119">
                  <c:v>125</c:v>
                </c:pt>
                <c:pt idx="3120">
                  <c:v>132</c:v>
                </c:pt>
                <c:pt idx="3121">
                  <c:v>130</c:v>
                </c:pt>
                <c:pt idx="3122">
                  <c:v>116</c:v>
                </c:pt>
                <c:pt idx="3123">
                  <c:v>132</c:v>
                </c:pt>
                <c:pt idx="3124">
                  <c:v>142</c:v>
                </c:pt>
                <c:pt idx="3125">
                  <c:v>141</c:v>
                </c:pt>
                <c:pt idx="3126">
                  <c:v>151</c:v>
                </c:pt>
                <c:pt idx="3127">
                  <c:v>168</c:v>
                </c:pt>
                <c:pt idx="3128">
                  <c:v>195</c:v>
                </c:pt>
                <c:pt idx="3129">
                  <c:v>197</c:v>
                </c:pt>
                <c:pt idx="3130">
                  <c:v>223</c:v>
                </c:pt>
                <c:pt idx="3131">
                  <c:v>238</c:v>
                </c:pt>
                <c:pt idx="3132">
                  <c:v>242</c:v>
                </c:pt>
                <c:pt idx="3133">
                  <c:v>241</c:v>
                </c:pt>
                <c:pt idx="3134">
                  <c:v>258</c:v>
                </c:pt>
                <c:pt idx="3135">
                  <c:v>255</c:v>
                </c:pt>
                <c:pt idx="3136">
                  <c:v>248</c:v>
                </c:pt>
                <c:pt idx="3137">
                  <c:v>269</c:v>
                </c:pt>
                <c:pt idx="3138">
                  <c:v>275</c:v>
                </c:pt>
                <c:pt idx="3139">
                  <c:v>273</c:v>
                </c:pt>
                <c:pt idx="3140">
                  <c:v>277</c:v>
                </c:pt>
                <c:pt idx="3141">
                  <c:v>261</c:v>
                </c:pt>
                <c:pt idx="3142">
                  <c:v>286</c:v>
                </c:pt>
                <c:pt idx="3143">
                  <c:v>279</c:v>
                </c:pt>
                <c:pt idx="3144">
                  <c:v>287</c:v>
                </c:pt>
                <c:pt idx="3145">
                  <c:v>271</c:v>
                </c:pt>
                <c:pt idx="3146">
                  <c:v>288</c:v>
                </c:pt>
                <c:pt idx="3147">
                  <c:v>281</c:v>
                </c:pt>
                <c:pt idx="3148">
                  <c:v>267</c:v>
                </c:pt>
                <c:pt idx="3149">
                  <c:v>306</c:v>
                </c:pt>
                <c:pt idx="3150">
                  <c:v>309</c:v>
                </c:pt>
                <c:pt idx="3151">
                  <c:v>317</c:v>
                </c:pt>
                <c:pt idx="3152">
                  <c:v>285</c:v>
                </c:pt>
                <c:pt idx="3153">
                  <c:v>283</c:v>
                </c:pt>
                <c:pt idx="3154">
                  <c:v>294</c:v>
                </c:pt>
                <c:pt idx="3155">
                  <c:v>263</c:v>
                </c:pt>
                <c:pt idx="3156">
                  <c:v>253</c:v>
                </c:pt>
                <c:pt idx="3157">
                  <c:v>279</c:v>
                </c:pt>
                <c:pt idx="3158">
                  <c:v>288</c:v>
                </c:pt>
                <c:pt idx="3159">
                  <c:v>270</c:v>
                </c:pt>
                <c:pt idx="3160">
                  <c:v>236</c:v>
                </c:pt>
                <c:pt idx="3161">
                  <c:v>259</c:v>
                </c:pt>
                <c:pt idx="3162">
                  <c:v>245</c:v>
                </c:pt>
                <c:pt idx="3163">
                  <c:v>233</c:v>
                </c:pt>
                <c:pt idx="3164">
                  <c:v>232</c:v>
                </c:pt>
                <c:pt idx="3165">
                  <c:v>223</c:v>
                </c:pt>
                <c:pt idx="3166">
                  <c:v>233</c:v>
                </c:pt>
                <c:pt idx="3167">
                  <c:v>227</c:v>
                </c:pt>
                <c:pt idx="3168">
                  <c:v>234</c:v>
                </c:pt>
                <c:pt idx="3169">
                  <c:v>233</c:v>
                </c:pt>
                <c:pt idx="3170">
                  <c:v>240</c:v>
                </c:pt>
                <c:pt idx="3171">
                  <c:v>270</c:v>
                </c:pt>
                <c:pt idx="3172">
                  <c:v>273</c:v>
                </c:pt>
                <c:pt idx="3173">
                  <c:v>263</c:v>
                </c:pt>
                <c:pt idx="3174">
                  <c:v>263</c:v>
                </c:pt>
                <c:pt idx="3175">
                  <c:v>292</c:v>
                </c:pt>
                <c:pt idx="3176">
                  <c:v>295</c:v>
                </c:pt>
                <c:pt idx="3177">
                  <c:v>254</c:v>
                </c:pt>
                <c:pt idx="3178">
                  <c:v>267</c:v>
                </c:pt>
                <c:pt idx="3179">
                  <c:v>294</c:v>
                </c:pt>
                <c:pt idx="3180">
                  <c:v>239</c:v>
                </c:pt>
                <c:pt idx="3181">
                  <c:v>292</c:v>
                </c:pt>
                <c:pt idx="3182">
                  <c:v>257</c:v>
                </c:pt>
                <c:pt idx="3183">
                  <c:v>243</c:v>
                </c:pt>
                <c:pt idx="3184">
                  <c:v>278</c:v>
                </c:pt>
                <c:pt idx="3185">
                  <c:v>273</c:v>
                </c:pt>
                <c:pt idx="3186">
                  <c:v>245</c:v>
                </c:pt>
                <c:pt idx="3187">
                  <c:v>279</c:v>
                </c:pt>
                <c:pt idx="3188">
                  <c:v>266</c:v>
                </c:pt>
                <c:pt idx="3189">
                  <c:v>246</c:v>
                </c:pt>
                <c:pt idx="3190">
                  <c:v>265</c:v>
                </c:pt>
                <c:pt idx="3191">
                  <c:v>290</c:v>
                </c:pt>
                <c:pt idx="3192">
                  <c:v>247</c:v>
                </c:pt>
                <c:pt idx="3193">
                  <c:v>276</c:v>
                </c:pt>
                <c:pt idx="3194">
                  <c:v>241</c:v>
                </c:pt>
                <c:pt idx="3195">
                  <c:v>258</c:v>
                </c:pt>
                <c:pt idx="3196">
                  <c:v>257</c:v>
                </c:pt>
                <c:pt idx="3197">
                  <c:v>237</c:v>
                </c:pt>
                <c:pt idx="3198">
                  <c:v>273</c:v>
                </c:pt>
                <c:pt idx="3199">
                  <c:v>222</c:v>
                </c:pt>
                <c:pt idx="3200">
                  <c:v>291</c:v>
                </c:pt>
                <c:pt idx="3201">
                  <c:v>242</c:v>
                </c:pt>
                <c:pt idx="3202">
                  <c:v>293</c:v>
                </c:pt>
                <c:pt idx="3203">
                  <c:v>287</c:v>
                </c:pt>
                <c:pt idx="3204">
                  <c:v>280</c:v>
                </c:pt>
                <c:pt idx="3205">
                  <c:v>282</c:v>
                </c:pt>
                <c:pt idx="3206">
                  <c:v>308</c:v>
                </c:pt>
                <c:pt idx="3207">
                  <c:v>299</c:v>
                </c:pt>
                <c:pt idx="3208">
                  <c:v>274</c:v>
                </c:pt>
                <c:pt idx="3209">
                  <c:v>293</c:v>
                </c:pt>
                <c:pt idx="3210">
                  <c:v>278</c:v>
                </c:pt>
                <c:pt idx="3211">
                  <c:v>268</c:v>
                </c:pt>
                <c:pt idx="3212">
                  <c:v>280</c:v>
                </c:pt>
                <c:pt idx="3213">
                  <c:v>301</c:v>
                </c:pt>
                <c:pt idx="3214">
                  <c:v>264</c:v>
                </c:pt>
                <c:pt idx="3215">
                  <c:v>283</c:v>
                </c:pt>
                <c:pt idx="3216">
                  <c:v>287</c:v>
                </c:pt>
                <c:pt idx="3217">
                  <c:v>234</c:v>
                </c:pt>
                <c:pt idx="3218">
                  <c:v>269</c:v>
                </c:pt>
                <c:pt idx="3219">
                  <c:v>242</c:v>
                </c:pt>
                <c:pt idx="3220">
                  <c:v>230</c:v>
                </c:pt>
                <c:pt idx="3221">
                  <c:v>238</c:v>
                </c:pt>
                <c:pt idx="3222">
                  <c:v>242</c:v>
                </c:pt>
                <c:pt idx="3223">
                  <c:v>225</c:v>
                </c:pt>
                <c:pt idx="3224">
                  <c:v>202</c:v>
                </c:pt>
                <c:pt idx="3225">
                  <c:v>199</c:v>
                </c:pt>
                <c:pt idx="3226">
                  <c:v>200</c:v>
                </c:pt>
                <c:pt idx="3227">
                  <c:v>213</c:v>
                </c:pt>
                <c:pt idx="3228">
                  <c:v>221</c:v>
                </c:pt>
                <c:pt idx="3229">
                  <c:v>217</c:v>
                </c:pt>
                <c:pt idx="3230">
                  <c:v>221</c:v>
                </c:pt>
                <c:pt idx="3231">
                  <c:v>216</c:v>
                </c:pt>
                <c:pt idx="3232">
                  <c:v>225</c:v>
                </c:pt>
                <c:pt idx="3233">
                  <c:v>253</c:v>
                </c:pt>
                <c:pt idx="3234">
                  <c:v>246</c:v>
                </c:pt>
                <c:pt idx="3235">
                  <c:v>228</c:v>
                </c:pt>
                <c:pt idx="3236">
                  <c:v>228</c:v>
                </c:pt>
                <c:pt idx="3237">
                  <c:v>238</c:v>
                </c:pt>
                <c:pt idx="3238">
                  <c:v>231</c:v>
                </c:pt>
                <c:pt idx="3239">
                  <c:v>226</c:v>
                </c:pt>
                <c:pt idx="3240">
                  <c:v>221</c:v>
                </c:pt>
                <c:pt idx="3241">
                  <c:v>217</c:v>
                </c:pt>
                <c:pt idx="3242">
                  <c:v>234</c:v>
                </c:pt>
                <c:pt idx="3243">
                  <c:v>233</c:v>
                </c:pt>
                <c:pt idx="3244">
                  <c:v>222</c:v>
                </c:pt>
                <c:pt idx="3245">
                  <c:v>213</c:v>
                </c:pt>
                <c:pt idx="3246">
                  <c:v>230</c:v>
                </c:pt>
                <c:pt idx="3247">
                  <c:v>228</c:v>
                </c:pt>
                <c:pt idx="3248">
                  <c:v>221</c:v>
                </c:pt>
                <c:pt idx="3249">
                  <c:v>232</c:v>
                </c:pt>
                <c:pt idx="3250">
                  <c:v>224</c:v>
                </c:pt>
                <c:pt idx="3251">
                  <c:v>234</c:v>
                </c:pt>
                <c:pt idx="3252">
                  <c:v>214</c:v>
                </c:pt>
                <c:pt idx="3253">
                  <c:v>231</c:v>
                </c:pt>
                <c:pt idx="3254">
                  <c:v>231</c:v>
                </c:pt>
                <c:pt idx="3255">
                  <c:v>230</c:v>
                </c:pt>
                <c:pt idx="3256">
                  <c:v>227</c:v>
                </c:pt>
                <c:pt idx="3257">
                  <c:v>239</c:v>
                </c:pt>
                <c:pt idx="3258">
                  <c:v>256</c:v>
                </c:pt>
                <c:pt idx="3259">
                  <c:v>245</c:v>
                </c:pt>
                <c:pt idx="3260">
                  <c:v>230</c:v>
                </c:pt>
                <c:pt idx="3261">
                  <c:v>258</c:v>
                </c:pt>
                <c:pt idx="3262">
                  <c:v>259</c:v>
                </c:pt>
                <c:pt idx="3263">
                  <c:v>250</c:v>
                </c:pt>
                <c:pt idx="3264">
                  <c:v>253</c:v>
                </c:pt>
                <c:pt idx="3265">
                  <c:v>256</c:v>
                </c:pt>
                <c:pt idx="3266">
                  <c:v>265</c:v>
                </c:pt>
                <c:pt idx="3267">
                  <c:v>245</c:v>
                </c:pt>
                <c:pt idx="3268">
                  <c:v>238</c:v>
                </c:pt>
                <c:pt idx="3269">
                  <c:v>282</c:v>
                </c:pt>
                <c:pt idx="3270">
                  <c:v>259</c:v>
                </c:pt>
                <c:pt idx="3271">
                  <c:v>242</c:v>
                </c:pt>
                <c:pt idx="3272">
                  <c:v>277</c:v>
                </c:pt>
                <c:pt idx="3273">
                  <c:v>253</c:v>
                </c:pt>
                <c:pt idx="3274">
                  <c:v>256</c:v>
                </c:pt>
                <c:pt idx="3275">
                  <c:v>270</c:v>
                </c:pt>
                <c:pt idx="3276">
                  <c:v>266</c:v>
                </c:pt>
                <c:pt idx="3277">
                  <c:v>271</c:v>
                </c:pt>
                <c:pt idx="3278">
                  <c:v>286</c:v>
                </c:pt>
                <c:pt idx="3279">
                  <c:v>265</c:v>
                </c:pt>
                <c:pt idx="3280">
                  <c:v>250</c:v>
                </c:pt>
                <c:pt idx="3281">
                  <c:v>284</c:v>
                </c:pt>
                <c:pt idx="3282">
                  <c:v>271</c:v>
                </c:pt>
                <c:pt idx="3283">
                  <c:v>264</c:v>
                </c:pt>
                <c:pt idx="3284">
                  <c:v>292</c:v>
                </c:pt>
                <c:pt idx="3285">
                  <c:v>253</c:v>
                </c:pt>
                <c:pt idx="3286">
                  <c:v>275</c:v>
                </c:pt>
                <c:pt idx="3287">
                  <c:v>270</c:v>
                </c:pt>
                <c:pt idx="3288">
                  <c:v>237</c:v>
                </c:pt>
                <c:pt idx="3289">
                  <c:v>274</c:v>
                </c:pt>
                <c:pt idx="3290">
                  <c:v>240</c:v>
                </c:pt>
                <c:pt idx="3291">
                  <c:v>231</c:v>
                </c:pt>
                <c:pt idx="3292">
                  <c:v>267</c:v>
                </c:pt>
                <c:pt idx="3293">
                  <c:v>215</c:v>
                </c:pt>
                <c:pt idx="3294">
                  <c:v>255</c:v>
                </c:pt>
                <c:pt idx="3295">
                  <c:v>205</c:v>
                </c:pt>
                <c:pt idx="3296">
                  <c:v>219</c:v>
                </c:pt>
                <c:pt idx="3297">
                  <c:v>243</c:v>
                </c:pt>
                <c:pt idx="3298">
                  <c:v>204</c:v>
                </c:pt>
                <c:pt idx="3299">
                  <c:v>229</c:v>
                </c:pt>
                <c:pt idx="3300">
                  <c:v>206</c:v>
                </c:pt>
                <c:pt idx="3301">
                  <c:v>209</c:v>
                </c:pt>
                <c:pt idx="3302">
                  <c:v>232</c:v>
                </c:pt>
                <c:pt idx="3303">
                  <c:v>228</c:v>
                </c:pt>
                <c:pt idx="3304">
                  <c:v>212</c:v>
                </c:pt>
                <c:pt idx="3305">
                  <c:v>205</c:v>
                </c:pt>
                <c:pt idx="3306">
                  <c:v>227</c:v>
                </c:pt>
                <c:pt idx="3307">
                  <c:v>232</c:v>
                </c:pt>
                <c:pt idx="3308">
                  <c:v>221</c:v>
                </c:pt>
                <c:pt idx="3309">
                  <c:v>233</c:v>
                </c:pt>
                <c:pt idx="3310">
                  <c:v>241</c:v>
                </c:pt>
                <c:pt idx="3311">
                  <c:v>231</c:v>
                </c:pt>
                <c:pt idx="3312">
                  <c:v>227</c:v>
                </c:pt>
                <c:pt idx="3313">
                  <c:v>224</c:v>
                </c:pt>
                <c:pt idx="3314">
                  <c:v>246</c:v>
                </c:pt>
                <c:pt idx="3315">
                  <c:v>245</c:v>
                </c:pt>
                <c:pt idx="3316">
                  <c:v>213</c:v>
                </c:pt>
                <c:pt idx="3317">
                  <c:v>224</c:v>
                </c:pt>
                <c:pt idx="3318">
                  <c:v>247</c:v>
                </c:pt>
                <c:pt idx="3319">
                  <c:v>230</c:v>
                </c:pt>
                <c:pt idx="3320">
                  <c:v>237</c:v>
                </c:pt>
                <c:pt idx="3321">
                  <c:v>215</c:v>
                </c:pt>
                <c:pt idx="3322">
                  <c:v>209</c:v>
                </c:pt>
                <c:pt idx="3323">
                  <c:v>228</c:v>
                </c:pt>
                <c:pt idx="3324">
                  <c:v>220</c:v>
                </c:pt>
                <c:pt idx="3325">
                  <c:v>231</c:v>
                </c:pt>
                <c:pt idx="3326">
                  <c:v>198</c:v>
                </c:pt>
                <c:pt idx="3327">
                  <c:v>187</c:v>
                </c:pt>
                <c:pt idx="3328">
                  <c:v>230</c:v>
                </c:pt>
                <c:pt idx="3329">
                  <c:v>200</c:v>
                </c:pt>
                <c:pt idx="3330">
                  <c:v>217</c:v>
                </c:pt>
                <c:pt idx="3331">
                  <c:v>221</c:v>
                </c:pt>
                <c:pt idx="3332">
                  <c:v>216</c:v>
                </c:pt>
                <c:pt idx="3333">
                  <c:v>225</c:v>
                </c:pt>
                <c:pt idx="3334">
                  <c:v>206</c:v>
                </c:pt>
                <c:pt idx="3335">
                  <c:v>224</c:v>
                </c:pt>
                <c:pt idx="3336">
                  <c:v>235</c:v>
                </c:pt>
                <c:pt idx="3337">
                  <c:v>216</c:v>
                </c:pt>
                <c:pt idx="3338">
                  <c:v>213</c:v>
                </c:pt>
                <c:pt idx="3339">
                  <c:v>236</c:v>
                </c:pt>
                <c:pt idx="3340">
                  <c:v>238</c:v>
                </c:pt>
                <c:pt idx="3341">
                  <c:v>236</c:v>
                </c:pt>
                <c:pt idx="3342">
                  <c:v>243</c:v>
                </c:pt>
                <c:pt idx="3343">
                  <c:v>271</c:v>
                </c:pt>
                <c:pt idx="3344">
                  <c:v>249</c:v>
                </c:pt>
                <c:pt idx="3345">
                  <c:v>247</c:v>
                </c:pt>
                <c:pt idx="3346">
                  <c:v>278</c:v>
                </c:pt>
                <c:pt idx="3347">
                  <c:v>249</c:v>
                </c:pt>
                <c:pt idx="3348">
                  <c:v>282</c:v>
                </c:pt>
                <c:pt idx="3349">
                  <c:v>259</c:v>
                </c:pt>
                <c:pt idx="3350">
                  <c:v>270</c:v>
                </c:pt>
                <c:pt idx="3351">
                  <c:v>269</c:v>
                </c:pt>
                <c:pt idx="3352">
                  <c:v>255</c:v>
                </c:pt>
                <c:pt idx="3353">
                  <c:v>274</c:v>
                </c:pt>
                <c:pt idx="3354">
                  <c:v>285</c:v>
                </c:pt>
                <c:pt idx="3355">
                  <c:v>249</c:v>
                </c:pt>
                <c:pt idx="3356">
                  <c:v>261</c:v>
                </c:pt>
                <c:pt idx="3357">
                  <c:v>267</c:v>
                </c:pt>
                <c:pt idx="3358">
                  <c:v>245</c:v>
                </c:pt>
                <c:pt idx="3359">
                  <c:v>228</c:v>
                </c:pt>
                <c:pt idx="3360">
                  <c:v>232</c:v>
                </c:pt>
                <c:pt idx="3361">
                  <c:v>255</c:v>
                </c:pt>
                <c:pt idx="3362">
                  <c:v>204</c:v>
                </c:pt>
                <c:pt idx="3363">
                  <c:v>245</c:v>
                </c:pt>
                <c:pt idx="3364">
                  <c:v>237</c:v>
                </c:pt>
                <c:pt idx="3365">
                  <c:v>196</c:v>
                </c:pt>
                <c:pt idx="3366">
                  <c:v>226</c:v>
                </c:pt>
                <c:pt idx="3367">
                  <c:v>233</c:v>
                </c:pt>
                <c:pt idx="3368">
                  <c:v>210</c:v>
                </c:pt>
                <c:pt idx="3369">
                  <c:v>236</c:v>
                </c:pt>
                <c:pt idx="3370">
                  <c:v>250</c:v>
                </c:pt>
                <c:pt idx="3371">
                  <c:v>226</c:v>
                </c:pt>
                <c:pt idx="3372">
                  <c:v>244</c:v>
                </c:pt>
                <c:pt idx="3373">
                  <c:v>249</c:v>
                </c:pt>
                <c:pt idx="3374">
                  <c:v>231</c:v>
                </c:pt>
                <c:pt idx="3375">
                  <c:v>231</c:v>
                </c:pt>
                <c:pt idx="3376">
                  <c:v>255</c:v>
                </c:pt>
                <c:pt idx="3377">
                  <c:v>229</c:v>
                </c:pt>
                <c:pt idx="3378">
                  <c:v>253</c:v>
                </c:pt>
                <c:pt idx="3379">
                  <c:v>248</c:v>
                </c:pt>
                <c:pt idx="3380">
                  <c:v>234</c:v>
                </c:pt>
                <c:pt idx="3381">
                  <c:v>269</c:v>
                </c:pt>
                <c:pt idx="3382">
                  <c:v>244</c:v>
                </c:pt>
                <c:pt idx="3383">
                  <c:v>292</c:v>
                </c:pt>
                <c:pt idx="3384">
                  <c:v>274</c:v>
                </c:pt>
                <c:pt idx="3385">
                  <c:v>257</c:v>
                </c:pt>
                <c:pt idx="3386">
                  <c:v>285</c:v>
                </c:pt>
                <c:pt idx="3387">
                  <c:v>255</c:v>
                </c:pt>
                <c:pt idx="3388">
                  <c:v>283</c:v>
                </c:pt>
                <c:pt idx="3389">
                  <c:v>250</c:v>
                </c:pt>
                <c:pt idx="3390">
                  <c:v>251</c:v>
                </c:pt>
                <c:pt idx="3391">
                  <c:v>276</c:v>
                </c:pt>
                <c:pt idx="3392">
                  <c:v>242</c:v>
                </c:pt>
                <c:pt idx="3393">
                  <c:v>264</c:v>
                </c:pt>
                <c:pt idx="3394">
                  <c:v>264</c:v>
                </c:pt>
                <c:pt idx="3395">
                  <c:v>234</c:v>
                </c:pt>
                <c:pt idx="3396">
                  <c:v>269</c:v>
                </c:pt>
                <c:pt idx="3397">
                  <c:v>233</c:v>
                </c:pt>
                <c:pt idx="3398">
                  <c:v>235</c:v>
                </c:pt>
                <c:pt idx="3399">
                  <c:v>249</c:v>
                </c:pt>
                <c:pt idx="3400">
                  <c:v>225</c:v>
                </c:pt>
                <c:pt idx="3401">
                  <c:v>246</c:v>
                </c:pt>
                <c:pt idx="3402">
                  <c:v>249</c:v>
                </c:pt>
                <c:pt idx="3403">
                  <c:v>234</c:v>
                </c:pt>
                <c:pt idx="3404">
                  <c:v>228</c:v>
                </c:pt>
                <c:pt idx="3405">
                  <c:v>230</c:v>
                </c:pt>
                <c:pt idx="3406">
                  <c:v>232</c:v>
                </c:pt>
                <c:pt idx="3407">
                  <c:v>235</c:v>
                </c:pt>
                <c:pt idx="3408">
                  <c:v>234</c:v>
                </c:pt>
                <c:pt idx="3409">
                  <c:v>223</c:v>
                </c:pt>
                <c:pt idx="3410">
                  <c:v>224</c:v>
                </c:pt>
                <c:pt idx="3411">
                  <c:v>243</c:v>
                </c:pt>
                <c:pt idx="3412">
                  <c:v>206</c:v>
                </c:pt>
                <c:pt idx="3413">
                  <c:v>189</c:v>
                </c:pt>
                <c:pt idx="3414">
                  <c:v>195</c:v>
                </c:pt>
                <c:pt idx="3415">
                  <c:v>175</c:v>
                </c:pt>
                <c:pt idx="3416">
                  <c:v>183</c:v>
                </c:pt>
                <c:pt idx="3417">
                  <c:v>203</c:v>
                </c:pt>
                <c:pt idx="3418">
                  <c:v>191</c:v>
                </c:pt>
                <c:pt idx="3419">
                  <c:v>170</c:v>
                </c:pt>
                <c:pt idx="3420">
                  <c:v>150</c:v>
                </c:pt>
                <c:pt idx="3421">
                  <c:v>147</c:v>
                </c:pt>
                <c:pt idx="3422">
                  <c:v>162</c:v>
                </c:pt>
                <c:pt idx="3423">
                  <c:v>159</c:v>
                </c:pt>
                <c:pt idx="3424">
                  <c:v>158</c:v>
                </c:pt>
                <c:pt idx="3425">
                  <c:v>175</c:v>
                </c:pt>
                <c:pt idx="3426">
                  <c:v>178</c:v>
                </c:pt>
                <c:pt idx="3427">
                  <c:v>178</c:v>
                </c:pt>
                <c:pt idx="3428">
                  <c:v>197</c:v>
                </c:pt>
                <c:pt idx="3429">
                  <c:v>201</c:v>
                </c:pt>
                <c:pt idx="3430">
                  <c:v>209</c:v>
                </c:pt>
                <c:pt idx="3431">
                  <c:v>201</c:v>
                </c:pt>
                <c:pt idx="3432">
                  <c:v>214</c:v>
                </c:pt>
                <c:pt idx="3433">
                  <c:v>222</c:v>
                </c:pt>
                <c:pt idx="3434">
                  <c:v>215</c:v>
                </c:pt>
                <c:pt idx="3435">
                  <c:v>219</c:v>
                </c:pt>
                <c:pt idx="3436">
                  <c:v>220</c:v>
                </c:pt>
                <c:pt idx="3437">
                  <c:v>214</c:v>
                </c:pt>
                <c:pt idx="3438">
                  <c:v>226</c:v>
                </c:pt>
                <c:pt idx="3439">
                  <c:v>210</c:v>
                </c:pt>
                <c:pt idx="3440">
                  <c:v>232</c:v>
                </c:pt>
                <c:pt idx="3441">
                  <c:v>217</c:v>
                </c:pt>
                <c:pt idx="3442">
                  <c:v>209</c:v>
                </c:pt>
                <c:pt idx="3443">
                  <c:v>198</c:v>
                </c:pt>
                <c:pt idx="3444">
                  <c:v>208</c:v>
                </c:pt>
                <c:pt idx="3445">
                  <c:v>194</c:v>
                </c:pt>
                <c:pt idx="3446">
                  <c:v>186</c:v>
                </c:pt>
                <c:pt idx="3447">
                  <c:v>212</c:v>
                </c:pt>
                <c:pt idx="3448">
                  <c:v>176</c:v>
                </c:pt>
                <c:pt idx="3449">
                  <c:v>170</c:v>
                </c:pt>
                <c:pt idx="3450">
                  <c:v>187</c:v>
                </c:pt>
                <c:pt idx="3451">
                  <c:v>178</c:v>
                </c:pt>
                <c:pt idx="3452">
                  <c:v>176</c:v>
                </c:pt>
                <c:pt idx="3453">
                  <c:v>197</c:v>
                </c:pt>
                <c:pt idx="3454">
                  <c:v>173</c:v>
                </c:pt>
                <c:pt idx="3455">
                  <c:v>200</c:v>
                </c:pt>
                <c:pt idx="3456">
                  <c:v>224</c:v>
                </c:pt>
                <c:pt idx="3457">
                  <c:v>193</c:v>
                </c:pt>
                <c:pt idx="3458">
                  <c:v>217</c:v>
                </c:pt>
                <c:pt idx="3459">
                  <c:v>191</c:v>
                </c:pt>
                <c:pt idx="3460">
                  <c:v>186</c:v>
                </c:pt>
                <c:pt idx="3461">
                  <c:v>173</c:v>
                </c:pt>
                <c:pt idx="3462">
                  <c:v>154</c:v>
                </c:pt>
                <c:pt idx="3463">
                  <c:v>163</c:v>
                </c:pt>
                <c:pt idx="3464">
                  <c:v>155</c:v>
                </c:pt>
                <c:pt idx="3465">
                  <c:v>165</c:v>
                </c:pt>
                <c:pt idx="3466">
                  <c:v>140</c:v>
                </c:pt>
                <c:pt idx="3467">
                  <c:v>148</c:v>
                </c:pt>
                <c:pt idx="3468">
                  <c:v>179</c:v>
                </c:pt>
                <c:pt idx="3469">
                  <c:v>181</c:v>
                </c:pt>
                <c:pt idx="3470">
                  <c:v>222</c:v>
                </c:pt>
                <c:pt idx="3471">
                  <c:v>221</c:v>
                </c:pt>
                <c:pt idx="3472">
                  <c:v>265</c:v>
                </c:pt>
                <c:pt idx="3473">
                  <c:v>266</c:v>
                </c:pt>
                <c:pt idx="3474">
                  <c:v>319</c:v>
                </c:pt>
                <c:pt idx="3475">
                  <c:v>309</c:v>
                </c:pt>
                <c:pt idx="3476">
                  <c:v>303</c:v>
                </c:pt>
                <c:pt idx="3477">
                  <c:v>339</c:v>
                </c:pt>
                <c:pt idx="3478">
                  <c:v>368</c:v>
                </c:pt>
                <c:pt idx="3479">
                  <c:v>340</c:v>
                </c:pt>
                <c:pt idx="3480">
                  <c:v>315</c:v>
                </c:pt>
                <c:pt idx="3481">
                  <c:v>299</c:v>
                </c:pt>
                <c:pt idx="3482">
                  <c:v>291</c:v>
                </c:pt>
                <c:pt idx="3483">
                  <c:v>270</c:v>
                </c:pt>
                <c:pt idx="3484">
                  <c:v>244</c:v>
                </c:pt>
                <c:pt idx="3485">
                  <c:v>232</c:v>
                </c:pt>
                <c:pt idx="3486">
                  <c:v>235</c:v>
                </c:pt>
                <c:pt idx="3487">
                  <c:v>224</c:v>
                </c:pt>
                <c:pt idx="3488">
                  <c:v>228</c:v>
                </c:pt>
                <c:pt idx="3489">
                  <c:v>231</c:v>
                </c:pt>
                <c:pt idx="3490">
                  <c:v>246</c:v>
                </c:pt>
                <c:pt idx="3491">
                  <c:v>254</c:v>
                </c:pt>
                <c:pt idx="3492">
                  <c:v>248</c:v>
                </c:pt>
                <c:pt idx="3493">
                  <c:v>259</c:v>
                </c:pt>
                <c:pt idx="3494">
                  <c:v>259</c:v>
                </c:pt>
                <c:pt idx="3495">
                  <c:v>257</c:v>
                </c:pt>
                <c:pt idx="3496">
                  <c:v>245</c:v>
                </c:pt>
                <c:pt idx="3497">
                  <c:v>232</c:v>
                </c:pt>
                <c:pt idx="3498">
                  <c:v>228</c:v>
                </c:pt>
                <c:pt idx="3499">
                  <c:v>199</c:v>
                </c:pt>
                <c:pt idx="3500">
                  <c:v>177</c:v>
                </c:pt>
                <c:pt idx="3501">
                  <c:v>185</c:v>
                </c:pt>
                <c:pt idx="3502">
                  <c:v>183</c:v>
                </c:pt>
                <c:pt idx="3503">
                  <c:v>167</c:v>
                </c:pt>
                <c:pt idx="3504">
                  <c:v>161</c:v>
                </c:pt>
                <c:pt idx="3505">
                  <c:v>163</c:v>
                </c:pt>
                <c:pt idx="3506">
                  <c:v>160</c:v>
                </c:pt>
                <c:pt idx="3507">
                  <c:v>163</c:v>
                </c:pt>
                <c:pt idx="3508">
                  <c:v>163</c:v>
                </c:pt>
                <c:pt idx="3509">
                  <c:v>183</c:v>
                </c:pt>
                <c:pt idx="3510">
                  <c:v>159</c:v>
                </c:pt>
                <c:pt idx="3511">
                  <c:v>192</c:v>
                </c:pt>
                <c:pt idx="3512">
                  <c:v>159</c:v>
                </c:pt>
                <c:pt idx="3513">
                  <c:v>188</c:v>
                </c:pt>
                <c:pt idx="3514">
                  <c:v>216</c:v>
                </c:pt>
                <c:pt idx="3515">
                  <c:v>218</c:v>
                </c:pt>
                <c:pt idx="3516">
                  <c:v>224</c:v>
                </c:pt>
                <c:pt idx="3517">
                  <c:v>215</c:v>
                </c:pt>
                <c:pt idx="3518">
                  <c:v>215</c:v>
                </c:pt>
                <c:pt idx="3519">
                  <c:v>237</c:v>
                </c:pt>
                <c:pt idx="3520">
                  <c:v>240</c:v>
                </c:pt>
                <c:pt idx="3521">
                  <c:v>228</c:v>
                </c:pt>
                <c:pt idx="3522">
                  <c:v>234</c:v>
                </c:pt>
                <c:pt idx="3523">
                  <c:v>225</c:v>
                </c:pt>
                <c:pt idx="3524">
                  <c:v>223</c:v>
                </c:pt>
                <c:pt idx="3525">
                  <c:v>211</c:v>
                </c:pt>
                <c:pt idx="3526">
                  <c:v>198</c:v>
                </c:pt>
                <c:pt idx="3527">
                  <c:v>218</c:v>
                </c:pt>
                <c:pt idx="3528">
                  <c:v>214</c:v>
                </c:pt>
                <c:pt idx="3529">
                  <c:v>234</c:v>
                </c:pt>
                <c:pt idx="3530">
                  <c:v>237</c:v>
                </c:pt>
                <c:pt idx="3531">
                  <c:v>236</c:v>
                </c:pt>
                <c:pt idx="3532">
                  <c:v>237</c:v>
                </c:pt>
                <c:pt idx="3533">
                  <c:v>230</c:v>
                </c:pt>
                <c:pt idx="3534">
                  <c:v>239</c:v>
                </c:pt>
                <c:pt idx="3535">
                  <c:v>246</c:v>
                </c:pt>
                <c:pt idx="3536">
                  <c:v>242</c:v>
                </c:pt>
                <c:pt idx="3537">
                  <c:v>251</c:v>
                </c:pt>
                <c:pt idx="3538">
                  <c:v>242</c:v>
                </c:pt>
                <c:pt idx="3539">
                  <c:v>228</c:v>
                </c:pt>
                <c:pt idx="3540">
                  <c:v>239</c:v>
                </c:pt>
                <c:pt idx="3541">
                  <c:v>234</c:v>
                </c:pt>
                <c:pt idx="3542">
                  <c:v>209</c:v>
                </c:pt>
                <c:pt idx="3543">
                  <c:v>202</c:v>
                </c:pt>
                <c:pt idx="3544">
                  <c:v>182</c:v>
                </c:pt>
                <c:pt idx="3545">
                  <c:v>175</c:v>
                </c:pt>
                <c:pt idx="3546">
                  <c:v>169</c:v>
                </c:pt>
                <c:pt idx="3547">
                  <c:v>180</c:v>
                </c:pt>
                <c:pt idx="3548">
                  <c:v>151</c:v>
                </c:pt>
                <c:pt idx="3549">
                  <c:v>156</c:v>
                </c:pt>
                <c:pt idx="3550">
                  <c:v>163</c:v>
                </c:pt>
                <c:pt idx="3551">
                  <c:v>187</c:v>
                </c:pt>
                <c:pt idx="3552">
                  <c:v>194</c:v>
                </c:pt>
                <c:pt idx="3553">
                  <c:v>213</c:v>
                </c:pt>
                <c:pt idx="3554">
                  <c:v>244</c:v>
                </c:pt>
                <c:pt idx="3555">
                  <c:v>257</c:v>
                </c:pt>
                <c:pt idx="3556">
                  <c:v>260</c:v>
                </c:pt>
                <c:pt idx="3557">
                  <c:v>270</c:v>
                </c:pt>
                <c:pt idx="3558">
                  <c:v>252</c:v>
                </c:pt>
                <c:pt idx="3559">
                  <c:v>258</c:v>
                </c:pt>
                <c:pt idx="3560">
                  <c:v>244</c:v>
                </c:pt>
                <c:pt idx="3561">
                  <c:v>225</c:v>
                </c:pt>
                <c:pt idx="3562">
                  <c:v>222</c:v>
                </c:pt>
                <c:pt idx="3563">
                  <c:v>217</c:v>
                </c:pt>
                <c:pt idx="3564">
                  <c:v>214</c:v>
                </c:pt>
                <c:pt idx="3565">
                  <c:v>207</c:v>
                </c:pt>
                <c:pt idx="3566">
                  <c:v>192</c:v>
                </c:pt>
                <c:pt idx="3567">
                  <c:v>201</c:v>
                </c:pt>
                <c:pt idx="3568">
                  <c:v>199</c:v>
                </c:pt>
                <c:pt idx="3569">
                  <c:v>205</c:v>
                </c:pt>
                <c:pt idx="3570">
                  <c:v>192</c:v>
                </c:pt>
                <c:pt idx="3571">
                  <c:v>198</c:v>
                </c:pt>
                <c:pt idx="3572">
                  <c:v>199</c:v>
                </c:pt>
                <c:pt idx="3573">
                  <c:v>204</c:v>
                </c:pt>
                <c:pt idx="3574">
                  <c:v>194</c:v>
                </c:pt>
                <c:pt idx="3575">
                  <c:v>197</c:v>
                </c:pt>
                <c:pt idx="3576">
                  <c:v>195</c:v>
                </c:pt>
                <c:pt idx="3577">
                  <c:v>193</c:v>
                </c:pt>
                <c:pt idx="3578">
                  <c:v>201</c:v>
                </c:pt>
                <c:pt idx="3579">
                  <c:v>202</c:v>
                </c:pt>
                <c:pt idx="3580">
                  <c:v>192</c:v>
                </c:pt>
                <c:pt idx="3581">
                  <c:v>194</c:v>
                </c:pt>
                <c:pt idx="3582">
                  <c:v>204</c:v>
                </c:pt>
                <c:pt idx="3583">
                  <c:v>209</c:v>
                </c:pt>
                <c:pt idx="3584">
                  <c:v>204</c:v>
                </c:pt>
                <c:pt idx="3585">
                  <c:v>209</c:v>
                </c:pt>
                <c:pt idx="3586">
                  <c:v>207</c:v>
                </c:pt>
                <c:pt idx="3587">
                  <c:v>208</c:v>
                </c:pt>
                <c:pt idx="3588">
                  <c:v>201</c:v>
                </c:pt>
                <c:pt idx="3589">
                  <c:v>215</c:v>
                </c:pt>
                <c:pt idx="3590">
                  <c:v>229</c:v>
                </c:pt>
                <c:pt idx="3591">
                  <c:v>226</c:v>
                </c:pt>
                <c:pt idx="3592">
                  <c:v>226</c:v>
                </c:pt>
                <c:pt idx="3593">
                  <c:v>230</c:v>
                </c:pt>
                <c:pt idx="3594">
                  <c:v>228</c:v>
                </c:pt>
                <c:pt idx="3595">
                  <c:v>219</c:v>
                </c:pt>
                <c:pt idx="3596">
                  <c:v>207</c:v>
                </c:pt>
                <c:pt idx="3597">
                  <c:v>227</c:v>
                </c:pt>
                <c:pt idx="3598">
                  <c:v>218</c:v>
                </c:pt>
                <c:pt idx="3599">
                  <c:v>219</c:v>
                </c:pt>
                <c:pt idx="3600">
                  <c:v>237</c:v>
                </c:pt>
                <c:pt idx="3601">
                  <c:v>220</c:v>
                </c:pt>
                <c:pt idx="3602">
                  <c:v>229</c:v>
                </c:pt>
                <c:pt idx="3603">
                  <c:v>242</c:v>
                </c:pt>
                <c:pt idx="3604">
                  <c:v>233</c:v>
                </c:pt>
                <c:pt idx="3605">
                  <c:v>222</c:v>
                </c:pt>
                <c:pt idx="3606">
                  <c:v>227</c:v>
                </c:pt>
                <c:pt idx="3607">
                  <c:v>235</c:v>
                </c:pt>
                <c:pt idx="3608">
                  <c:v>235</c:v>
                </c:pt>
                <c:pt idx="3609">
                  <c:v>258</c:v>
                </c:pt>
                <c:pt idx="3610">
                  <c:v>243</c:v>
                </c:pt>
                <c:pt idx="3611">
                  <c:v>217</c:v>
                </c:pt>
                <c:pt idx="3612">
                  <c:v>208</c:v>
                </c:pt>
                <c:pt idx="3613">
                  <c:v>208</c:v>
                </c:pt>
                <c:pt idx="3614">
                  <c:v>215</c:v>
                </c:pt>
                <c:pt idx="3615">
                  <c:v>182</c:v>
                </c:pt>
                <c:pt idx="3616">
                  <c:v>177</c:v>
                </c:pt>
                <c:pt idx="3617">
                  <c:v>177</c:v>
                </c:pt>
                <c:pt idx="3618">
                  <c:v>175</c:v>
                </c:pt>
                <c:pt idx="3619">
                  <c:v>174</c:v>
                </c:pt>
                <c:pt idx="3620">
                  <c:v>173</c:v>
                </c:pt>
                <c:pt idx="3621">
                  <c:v>179</c:v>
                </c:pt>
                <c:pt idx="3622">
                  <c:v>206</c:v>
                </c:pt>
                <c:pt idx="3623">
                  <c:v>202</c:v>
                </c:pt>
                <c:pt idx="3624">
                  <c:v>234</c:v>
                </c:pt>
                <c:pt idx="3625">
                  <c:v>230</c:v>
                </c:pt>
                <c:pt idx="3626">
                  <c:v>215</c:v>
                </c:pt>
                <c:pt idx="3627">
                  <c:v>221</c:v>
                </c:pt>
                <c:pt idx="3628">
                  <c:v>216</c:v>
                </c:pt>
                <c:pt idx="3629">
                  <c:v>217</c:v>
                </c:pt>
                <c:pt idx="3630">
                  <c:v>225</c:v>
                </c:pt>
                <c:pt idx="3631">
                  <c:v>235</c:v>
                </c:pt>
                <c:pt idx="3632">
                  <c:v>244</c:v>
                </c:pt>
                <c:pt idx="3633">
                  <c:v>233</c:v>
                </c:pt>
                <c:pt idx="3634">
                  <c:v>225</c:v>
                </c:pt>
                <c:pt idx="3635">
                  <c:v>255</c:v>
                </c:pt>
                <c:pt idx="3636">
                  <c:v>247</c:v>
                </c:pt>
                <c:pt idx="3637">
                  <c:v>241</c:v>
                </c:pt>
                <c:pt idx="3638">
                  <c:v>229</c:v>
                </c:pt>
                <c:pt idx="3639">
                  <c:v>265</c:v>
                </c:pt>
                <c:pt idx="3640">
                  <c:v>236</c:v>
                </c:pt>
                <c:pt idx="3641">
                  <c:v>236</c:v>
                </c:pt>
                <c:pt idx="3642">
                  <c:v>217</c:v>
                </c:pt>
                <c:pt idx="3643">
                  <c:v>201</c:v>
                </c:pt>
                <c:pt idx="3644">
                  <c:v>185</c:v>
                </c:pt>
                <c:pt idx="3645">
                  <c:v>164</c:v>
                </c:pt>
                <c:pt idx="3646">
                  <c:v>164</c:v>
                </c:pt>
                <c:pt idx="3647">
                  <c:v>153</c:v>
                </c:pt>
                <c:pt idx="3648">
                  <c:v>137</c:v>
                </c:pt>
                <c:pt idx="3649">
                  <c:v>161</c:v>
                </c:pt>
                <c:pt idx="3650">
                  <c:v>155</c:v>
                </c:pt>
                <c:pt idx="3651">
                  <c:v>171</c:v>
                </c:pt>
                <c:pt idx="3652">
                  <c:v>193</c:v>
                </c:pt>
                <c:pt idx="3653">
                  <c:v>195</c:v>
                </c:pt>
                <c:pt idx="3654">
                  <c:v>218</c:v>
                </c:pt>
                <c:pt idx="3655">
                  <c:v>242</c:v>
                </c:pt>
                <c:pt idx="3656">
                  <c:v>266</c:v>
                </c:pt>
                <c:pt idx="3657">
                  <c:v>285</c:v>
                </c:pt>
                <c:pt idx="3658">
                  <c:v>274</c:v>
                </c:pt>
                <c:pt idx="3659">
                  <c:v>286</c:v>
                </c:pt>
                <c:pt idx="3660">
                  <c:v>275</c:v>
                </c:pt>
                <c:pt idx="3661">
                  <c:v>229</c:v>
                </c:pt>
                <c:pt idx="3662">
                  <c:v>191</c:v>
                </c:pt>
                <c:pt idx="3663">
                  <c:v>170</c:v>
                </c:pt>
                <c:pt idx="3664">
                  <c:v>190</c:v>
                </c:pt>
                <c:pt idx="3665">
                  <c:v>188</c:v>
                </c:pt>
                <c:pt idx="3666">
                  <c:v>183</c:v>
                </c:pt>
                <c:pt idx="3667">
                  <c:v>195</c:v>
                </c:pt>
                <c:pt idx="3668">
                  <c:v>207</c:v>
                </c:pt>
                <c:pt idx="3669">
                  <c:v>199</c:v>
                </c:pt>
                <c:pt idx="3670">
                  <c:v>191</c:v>
                </c:pt>
                <c:pt idx="3671">
                  <c:v>196</c:v>
                </c:pt>
                <c:pt idx="3672">
                  <c:v>202</c:v>
                </c:pt>
                <c:pt idx="3673">
                  <c:v>218</c:v>
                </c:pt>
                <c:pt idx="3674">
                  <c:v>233</c:v>
                </c:pt>
                <c:pt idx="3675">
                  <c:v>246</c:v>
                </c:pt>
                <c:pt idx="3676">
                  <c:v>255</c:v>
                </c:pt>
                <c:pt idx="3677">
                  <c:v>251</c:v>
                </c:pt>
                <c:pt idx="3678">
                  <c:v>248</c:v>
                </c:pt>
                <c:pt idx="3679">
                  <c:v>261</c:v>
                </c:pt>
                <c:pt idx="3680">
                  <c:v>262</c:v>
                </c:pt>
                <c:pt idx="3681">
                  <c:v>268</c:v>
                </c:pt>
                <c:pt idx="3682">
                  <c:v>257</c:v>
                </c:pt>
                <c:pt idx="3683">
                  <c:v>257</c:v>
                </c:pt>
                <c:pt idx="3684">
                  <c:v>246</c:v>
                </c:pt>
                <c:pt idx="3685">
                  <c:v>240</c:v>
                </c:pt>
                <c:pt idx="3686">
                  <c:v>242</c:v>
                </c:pt>
                <c:pt idx="3687">
                  <c:v>233</c:v>
                </c:pt>
                <c:pt idx="3688">
                  <c:v>204</c:v>
                </c:pt>
                <c:pt idx="3689">
                  <c:v>215</c:v>
                </c:pt>
                <c:pt idx="3690">
                  <c:v>208</c:v>
                </c:pt>
                <c:pt idx="3691">
                  <c:v>209</c:v>
                </c:pt>
                <c:pt idx="3692">
                  <c:v>211</c:v>
                </c:pt>
                <c:pt idx="3693">
                  <c:v>198</c:v>
                </c:pt>
                <c:pt idx="3694">
                  <c:v>198</c:v>
                </c:pt>
                <c:pt idx="3695">
                  <c:v>199</c:v>
                </c:pt>
                <c:pt idx="3696">
                  <c:v>201</c:v>
                </c:pt>
                <c:pt idx="3697">
                  <c:v>203</c:v>
                </c:pt>
                <c:pt idx="3698">
                  <c:v>212</c:v>
                </c:pt>
                <c:pt idx="3699">
                  <c:v>215</c:v>
                </c:pt>
                <c:pt idx="3700">
                  <c:v>226</c:v>
                </c:pt>
                <c:pt idx="3701">
                  <c:v>215</c:v>
                </c:pt>
                <c:pt idx="3702">
                  <c:v>211</c:v>
                </c:pt>
                <c:pt idx="3703">
                  <c:v>213</c:v>
                </c:pt>
                <c:pt idx="3704">
                  <c:v>212</c:v>
                </c:pt>
                <c:pt idx="3705">
                  <c:v>202</c:v>
                </c:pt>
                <c:pt idx="3706">
                  <c:v>203</c:v>
                </c:pt>
                <c:pt idx="3707">
                  <c:v>206</c:v>
                </c:pt>
                <c:pt idx="3708">
                  <c:v>213</c:v>
                </c:pt>
                <c:pt idx="3709">
                  <c:v>203</c:v>
                </c:pt>
                <c:pt idx="3710">
                  <c:v>198</c:v>
                </c:pt>
                <c:pt idx="3711">
                  <c:v>212</c:v>
                </c:pt>
                <c:pt idx="3712">
                  <c:v>211</c:v>
                </c:pt>
                <c:pt idx="3713">
                  <c:v>224</c:v>
                </c:pt>
                <c:pt idx="3714">
                  <c:v>220</c:v>
                </c:pt>
                <c:pt idx="3715">
                  <c:v>226</c:v>
                </c:pt>
                <c:pt idx="3716">
                  <c:v>207</c:v>
                </c:pt>
                <c:pt idx="3717">
                  <c:v>206</c:v>
                </c:pt>
                <c:pt idx="3718">
                  <c:v>200</c:v>
                </c:pt>
                <c:pt idx="3719">
                  <c:v>213</c:v>
                </c:pt>
                <c:pt idx="3720">
                  <c:v>184</c:v>
                </c:pt>
                <c:pt idx="3721">
                  <c:v>192</c:v>
                </c:pt>
                <c:pt idx="3722">
                  <c:v>196</c:v>
                </c:pt>
                <c:pt idx="3723">
                  <c:v>204</c:v>
                </c:pt>
                <c:pt idx="3724">
                  <c:v>208</c:v>
                </c:pt>
                <c:pt idx="3725">
                  <c:v>205</c:v>
                </c:pt>
                <c:pt idx="3726">
                  <c:v>212</c:v>
                </c:pt>
                <c:pt idx="3727">
                  <c:v>211</c:v>
                </c:pt>
                <c:pt idx="3728">
                  <c:v>215</c:v>
                </c:pt>
                <c:pt idx="3729">
                  <c:v>218</c:v>
                </c:pt>
                <c:pt idx="3730">
                  <c:v>226</c:v>
                </c:pt>
                <c:pt idx="3731">
                  <c:v>243</c:v>
                </c:pt>
                <c:pt idx="3732">
                  <c:v>236</c:v>
                </c:pt>
                <c:pt idx="3733">
                  <c:v>233</c:v>
                </c:pt>
                <c:pt idx="3734">
                  <c:v>238</c:v>
                </c:pt>
                <c:pt idx="3735">
                  <c:v>245</c:v>
                </c:pt>
                <c:pt idx="3736">
                  <c:v>268</c:v>
                </c:pt>
                <c:pt idx="3737">
                  <c:v>261</c:v>
                </c:pt>
                <c:pt idx="3738">
                  <c:v>273</c:v>
                </c:pt>
                <c:pt idx="3739">
                  <c:v>249</c:v>
                </c:pt>
                <c:pt idx="3740">
                  <c:v>241</c:v>
                </c:pt>
                <c:pt idx="3741">
                  <c:v>262</c:v>
                </c:pt>
                <c:pt idx="3742">
                  <c:v>249</c:v>
                </c:pt>
                <c:pt idx="3743">
                  <c:v>232</c:v>
                </c:pt>
                <c:pt idx="3744">
                  <c:v>195</c:v>
                </c:pt>
                <c:pt idx="3745">
                  <c:v>226</c:v>
                </c:pt>
                <c:pt idx="3746">
                  <c:v>230</c:v>
                </c:pt>
                <c:pt idx="3747">
                  <c:v>214</c:v>
                </c:pt>
                <c:pt idx="3748">
                  <c:v>193</c:v>
                </c:pt>
                <c:pt idx="3749">
                  <c:v>205</c:v>
                </c:pt>
                <c:pt idx="3750">
                  <c:v>200</c:v>
                </c:pt>
                <c:pt idx="3751">
                  <c:v>188</c:v>
                </c:pt>
                <c:pt idx="3752">
                  <c:v>200</c:v>
                </c:pt>
                <c:pt idx="3753">
                  <c:v>185</c:v>
                </c:pt>
                <c:pt idx="3754">
                  <c:v>181</c:v>
                </c:pt>
                <c:pt idx="3755">
                  <c:v>182</c:v>
                </c:pt>
                <c:pt idx="3756">
                  <c:v>179</c:v>
                </c:pt>
                <c:pt idx="3757">
                  <c:v>185</c:v>
                </c:pt>
                <c:pt idx="3758">
                  <c:v>193</c:v>
                </c:pt>
                <c:pt idx="3759">
                  <c:v>189</c:v>
                </c:pt>
                <c:pt idx="3760">
                  <c:v>192</c:v>
                </c:pt>
                <c:pt idx="3761">
                  <c:v>190</c:v>
                </c:pt>
                <c:pt idx="3762">
                  <c:v>213</c:v>
                </c:pt>
                <c:pt idx="3763">
                  <c:v>211</c:v>
                </c:pt>
                <c:pt idx="3764">
                  <c:v>242</c:v>
                </c:pt>
                <c:pt idx="3765">
                  <c:v>214</c:v>
                </c:pt>
                <c:pt idx="3766">
                  <c:v>206</c:v>
                </c:pt>
                <c:pt idx="3767">
                  <c:v>211</c:v>
                </c:pt>
                <c:pt idx="3768">
                  <c:v>211</c:v>
                </c:pt>
                <c:pt idx="3769">
                  <c:v>209</c:v>
                </c:pt>
                <c:pt idx="3770">
                  <c:v>220</c:v>
                </c:pt>
                <c:pt idx="3771">
                  <c:v>233</c:v>
                </c:pt>
                <c:pt idx="3772">
                  <c:v>229</c:v>
                </c:pt>
                <c:pt idx="3773">
                  <c:v>222</c:v>
                </c:pt>
                <c:pt idx="3774">
                  <c:v>224</c:v>
                </c:pt>
                <c:pt idx="3775">
                  <c:v>224</c:v>
                </c:pt>
                <c:pt idx="3776">
                  <c:v>218</c:v>
                </c:pt>
                <c:pt idx="3777">
                  <c:v>207</c:v>
                </c:pt>
                <c:pt idx="3778">
                  <c:v>215</c:v>
                </c:pt>
                <c:pt idx="3779">
                  <c:v>206</c:v>
                </c:pt>
                <c:pt idx="3780">
                  <c:v>206</c:v>
                </c:pt>
                <c:pt idx="3781">
                  <c:v>217</c:v>
                </c:pt>
                <c:pt idx="3782">
                  <c:v>218</c:v>
                </c:pt>
                <c:pt idx="3783">
                  <c:v>218</c:v>
                </c:pt>
                <c:pt idx="3784">
                  <c:v>226</c:v>
                </c:pt>
                <c:pt idx="3785">
                  <c:v>224</c:v>
                </c:pt>
                <c:pt idx="3786">
                  <c:v>231</c:v>
                </c:pt>
                <c:pt idx="3787">
                  <c:v>232</c:v>
                </c:pt>
                <c:pt idx="3788">
                  <c:v>215</c:v>
                </c:pt>
                <c:pt idx="3789">
                  <c:v>203</c:v>
                </c:pt>
                <c:pt idx="3790">
                  <c:v>209</c:v>
                </c:pt>
                <c:pt idx="3791">
                  <c:v>206</c:v>
                </c:pt>
                <c:pt idx="3792">
                  <c:v>218</c:v>
                </c:pt>
                <c:pt idx="3793">
                  <c:v>205</c:v>
                </c:pt>
                <c:pt idx="3794">
                  <c:v>211</c:v>
                </c:pt>
                <c:pt idx="3795">
                  <c:v>203</c:v>
                </c:pt>
                <c:pt idx="3796">
                  <c:v>213</c:v>
                </c:pt>
                <c:pt idx="3797">
                  <c:v>211</c:v>
                </c:pt>
                <c:pt idx="3798">
                  <c:v>209</c:v>
                </c:pt>
                <c:pt idx="3799">
                  <c:v>219</c:v>
                </c:pt>
                <c:pt idx="3800">
                  <c:v>229</c:v>
                </c:pt>
                <c:pt idx="3801">
                  <c:v>218</c:v>
                </c:pt>
                <c:pt idx="3802">
                  <c:v>227</c:v>
                </c:pt>
                <c:pt idx="3803">
                  <c:v>234</c:v>
                </c:pt>
                <c:pt idx="3804">
                  <c:v>233</c:v>
                </c:pt>
                <c:pt idx="3805">
                  <c:v>235</c:v>
                </c:pt>
                <c:pt idx="3806">
                  <c:v>226</c:v>
                </c:pt>
                <c:pt idx="3807">
                  <c:v>237</c:v>
                </c:pt>
                <c:pt idx="3808">
                  <c:v>231</c:v>
                </c:pt>
                <c:pt idx="3809">
                  <c:v>231</c:v>
                </c:pt>
                <c:pt idx="3810">
                  <c:v>234</c:v>
                </c:pt>
                <c:pt idx="3811">
                  <c:v>239</c:v>
                </c:pt>
                <c:pt idx="3812">
                  <c:v>241</c:v>
                </c:pt>
                <c:pt idx="3813">
                  <c:v>247</c:v>
                </c:pt>
                <c:pt idx="3814">
                  <c:v>225</c:v>
                </c:pt>
                <c:pt idx="3815">
                  <c:v>205</c:v>
                </c:pt>
                <c:pt idx="3816">
                  <c:v>211</c:v>
                </c:pt>
                <c:pt idx="3817">
                  <c:v>208</c:v>
                </c:pt>
                <c:pt idx="3818">
                  <c:v>216</c:v>
                </c:pt>
                <c:pt idx="3819">
                  <c:v>212</c:v>
                </c:pt>
                <c:pt idx="3820">
                  <c:v>215</c:v>
                </c:pt>
                <c:pt idx="3821">
                  <c:v>214</c:v>
                </c:pt>
                <c:pt idx="3822">
                  <c:v>213</c:v>
                </c:pt>
                <c:pt idx="3823">
                  <c:v>201</c:v>
                </c:pt>
                <c:pt idx="3824">
                  <c:v>199</c:v>
                </c:pt>
                <c:pt idx="3825">
                  <c:v>195</c:v>
                </c:pt>
                <c:pt idx="3826">
                  <c:v>233</c:v>
                </c:pt>
                <c:pt idx="3827">
                  <c:v>227</c:v>
                </c:pt>
                <c:pt idx="3828">
                  <c:v>232</c:v>
                </c:pt>
                <c:pt idx="3829">
                  <c:v>222</c:v>
                </c:pt>
                <c:pt idx="3830">
                  <c:v>218</c:v>
                </c:pt>
                <c:pt idx="3831">
                  <c:v>207</c:v>
                </c:pt>
                <c:pt idx="3832">
                  <c:v>215</c:v>
                </c:pt>
                <c:pt idx="3833">
                  <c:v>216</c:v>
                </c:pt>
                <c:pt idx="3834">
                  <c:v>202</c:v>
                </c:pt>
                <c:pt idx="3835">
                  <c:v>202</c:v>
                </c:pt>
                <c:pt idx="3836">
                  <c:v>192</c:v>
                </c:pt>
                <c:pt idx="3837">
                  <c:v>197</c:v>
                </c:pt>
                <c:pt idx="3838">
                  <c:v>206</c:v>
                </c:pt>
                <c:pt idx="3839">
                  <c:v>189</c:v>
                </c:pt>
                <c:pt idx="3840">
                  <c:v>211</c:v>
                </c:pt>
                <c:pt idx="3841">
                  <c:v>203</c:v>
                </c:pt>
                <c:pt idx="3842">
                  <c:v>199</c:v>
                </c:pt>
                <c:pt idx="3843">
                  <c:v>211</c:v>
                </c:pt>
                <c:pt idx="3844">
                  <c:v>224</c:v>
                </c:pt>
                <c:pt idx="3845">
                  <c:v>222</c:v>
                </c:pt>
                <c:pt idx="3846">
                  <c:v>229</c:v>
                </c:pt>
                <c:pt idx="3847">
                  <c:v>204</c:v>
                </c:pt>
                <c:pt idx="3848">
                  <c:v>202</c:v>
                </c:pt>
                <c:pt idx="3849">
                  <c:v>208</c:v>
                </c:pt>
                <c:pt idx="3850">
                  <c:v>222</c:v>
                </c:pt>
                <c:pt idx="3851">
                  <c:v>209</c:v>
                </c:pt>
                <c:pt idx="3852">
                  <c:v>232</c:v>
                </c:pt>
                <c:pt idx="3853">
                  <c:v>211</c:v>
                </c:pt>
                <c:pt idx="3854">
                  <c:v>212</c:v>
                </c:pt>
                <c:pt idx="3855">
                  <c:v>218</c:v>
                </c:pt>
                <c:pt idx="3856">
                  <c:v>231</c:v>
                </c:pt>
                <c:pt idx="3857">
                  <c:v>233</c:v>
                </c:pt>
                <c:pt idx="3858">
                  <c:v>229</c:v>
                </c:pt>
                <c:pt idx="3859">
                  <c:v>229</c:v>
                </c:pt>
                <c:pt idx="3860">
                  <c:v>219</c:v>
                </c:pt>
                <c:pt idx="3861">
                  <c:v>228</c:v>
                </c:pt>
                <c:pt idx="3862">
                  <c:v>223</c:v>
                </c:pt>
                <c:pt idx="3863">
                  <c:v>238</c:v>
                </c:pt>
                <c:pt idx="3864">
                  <c:v>235</c:v>
                </c:pt>
                <c:pt idx="3865">
                  <c:v>228</c:v>
                </c:pt>
                <c:pt idx="3866">
                  <c:v>231</c:v>
                </c:pt>
                <c:pt idx="3867">
                  <c:v>232</c:v>
                </c:pt>
                <c:pt idx="3868">
                  <c:v>229</c:v>
                </c:pt>
                <c:pt idx="3869">
                  <c:v>229</c:v>
                </c:pt>
                <c:pt idx="3870">
                  <c:v>229</c:v>
                </c:pt>
                <c:pt idx="3871">
                  <c:v>213</c:v>
                </c:pt>
                <c:pt idx="3872">
                  <c:v>206</c:v>
                </c:pt>
                <c:pt idx="3873">
                  <c:v>202</c:v>
                </c:pt>
                <c:pt idx="3874">
                  <c:v>202</c:v>
                </c:pt>
                <c:pt idx="3875">
                  <c:v>196</c:v>
                </c:pt>
                <c:pt idx="3876">
                  <c:v>189</c:v>
                </c:pt>
                <c:pt idx="3877">
                  <c:v>201</c:v>
                </c:pt>
                <c:pt idx="3878">
                  <c:v>202</c:v>
                </c:pt>
                <c:pt idx="3879">
                  <c:v>207</c:v>
                </c:pt>
                <c:pt idx="3880">
                  <c:v>192</c:v>
                </c:pt>
                <c:pt idx="3881">
                  <c:v>207</c:v>
                </c:pt>
                <c:pt idx="3882">
                  <c:v>202</c:v>
                </c:pt>
                <c:pt idx="3883">
                  <c:v>210</c:v>
                </c:pt>
                <c:pt idx="3884">
                  <c:v>210</c:v>
                </c:pt>
                <c:pt idx="3885">
                  <c:v>219</c:v>
                </c:pt>
                <c:pt idx="3886">
                  <c:v>220</c:v>
                </c:pt>
                <c:pt idx="3887">
                  <c:v>222</c:v>
                </c:pt>
                <c:pt idx="3888">
                  <c:v>198</c:v>
                </c:pt>
                <c:pt idx="3889">
                  <c:v>221</c:v>
                </c:pt>
                <c:pt idx="3890">
                  <c:v>242</c:v>
                </c:pt>
                <c:pt idx="3891">
                  <c:v>217</c:v>
                </c:pt>
                <c:pt idx="3892">
                  <c:v>215</c:v>
                </c:pt>
                <c:pt idx="3893">
                  <c:v>207</c:v>
                </c:pt>
                <c:pt idx="3894">
                  <c:v>224</c:v>
                </c:pt>
                <c:pt idx="3895">
                  <c:v>223</c:v>
                </c:pt>
                <c:pt idx="3896">
                  <c:v>232</c:v>
                </c:pt>
                <c:pt idx="3897">
                  <c:v>241</c:v>
                </c:pt>
                <c:pt idx="3898">
                  <c:v>212</c:v>
                </c:pt>
                <c:pt idx="3899">
                  <c:v>218</c:v>
                </c:pt>
                <c:pt idx="3900">
                  <c:v>219</c:v>
                </c:pt>
                <c:pt idx="3901">
                  <c:v>233</c:v>
                </c:pt>
                <c:pt idx="3902">
                  <c:v>169</c:v>
                </c:pt>
                <c:pt idx="3903">
                  <c:v>164</c:v>
                </c:pt>
                <c:pt idx="3904">
                  <c:v>212</c:v>
                </c:pt>
                <c:pt idx="3905">
                  <c:v>238</c:v>
                </c:pt>
                <c:pt idx="3906">
                  <c:v>228</c:v>
                </c:pt>
                <c:pt idx="3907">
                  <c:v>267</c:v>
                </c:pt>
                <c:pt idx="3908">
                  <c:v>244</c:v>
                </c:pt>
                <c:pt idx="3909">
                  <c:v>233</c:v>
                </c:pt>
                <c:pt idx="3910">
                  <c:v>238</c:v>
                </c:pt>
                <c:pt idx="3911">
                  <c:v>241</c:v>
                </c:pt>
                <c:pt idx="3912">
                  <c:v>252</c:v>
                </c:pt>
                <c:pt idx="3913">
                  <c:v>259</c:v>
                </c:pt>
                <c:pt idx="3914">
                  <c:v>245</c:v>
                </c:pt>
                <c:pt idx="3915">
                  <c:v>257</c:v>
                </c:pt>
                <c:pt idx="3916">
                  <c:v>278</c:v>
                </c:pt>
                <c:pt idx="3917">
                  <c:v>272</c:v>
                </c:pt>
                <c:pt idx="3918">
                  <c:v>273</c:v>
                </c:pt>
                <c:pt idx="3919">
                  <c:v>265</c:v>
                </c:pt>
                <c:pt idx="3920">
                  <c:v>251</c:v>
                </c:pt>
                <c:pt idx="3921">
                  <c:v>243</c:v>
                </c:pt>
                <c:pt idx="3922">
                  <c:v>268</c:v>
                </c:pt>
                <c:pt idx="3923">
                  <c:v>320</c:v>
                </c:pt>
                <c:pt idx="3924">
                  <c:v>378</c:v>
                </c:pt>
                <c:pt idx="3925">
                  <c:v>369</c:v>
                </c:pt>
                <c:pt idx="3926">
                  <c:v>380</c:v>
                </c:pt>
                <c:pt idx="3927">
                  <c:v>361</c:v>
                </c:pt>
                <c:pt idx="3928">
                  <c:v>325</c:v>
                </c:pt>
                <c:pt idx="3929">
                  <c:v>293</c:v>
                </c:pt>
                <c:pt idx="3930">
                  <c:v>317</c:v>
                </c:pt>
                <c:pt idx="3931">
                  <c:v>402</c:v>
                </c:pt>
                <c:pt idx="3932">
                  <c:v>391</c:v>
                </c:pt>
                <c:pt idx="3933">
                  <c:v>363</c:v>
                </c:pt>
                <c:pt idx="3934">
                  <c:v>350</c:v>
                </c:pt>
                <c:pt idx="3935">
                  <c:v>305</c:v>
                </c:pt>
                <c:pt idx="3936">
                  <c:v>285</c:v>
                </c:pt>
                <c:pt idx="3937">
                  <c:v>271</c:v>
                </c:pt>
                <c:pt idx="3938">
                  <c:v>265</c:v>
                </c:pt>
                <c:pt idx="3939">
                  <c:v>266</c:v>
                </c:pt>
                <c:pt idx="3940">
                  <c:v>252</c:v>
                </c:pt>
                <c:pt idx="3941">
                  <c:v>258</c:v>
                </c:pt>
                <c:pt idx="3942">
                  <c:v>265</c:v>
                </c:pt>
                <c:pt idx="3943">
                  <c:v>276</c:v>
                </c:pt>
                <c:pt idx="3944">
                  <c:v>276</c:v>
                </c:pt>
                <c:pt idx="3945">
                  <c:v>283</c:v>
                </c:pt>
                <c:pt idx="3946">
                  <c:v>286</c:v>
                </c:pt>
                <c:pt idx="3947">
                  <c:v>273</c:v>
                </c:pt>
                <c:pt idx="3948">
                  <c:v>253</c:v>
                </c:pt>
                <c:pt idx="3949">
                  <c:v>239</c:v>
                </c:pt>
                <c:pt idx="3950">
                  <c:v>238</c:v>
                </c:pt>
                <c:pt idx="3951">
                  <c:v>263</c:v>
                </c:pt>
                <c:pt idx="3952">
                  <c:v>265</c:v>
                </c:pt>
                <c:pt idx="3953">
                  <c:v>280</c:v>
                </c:pt>
                <c:pt idx="3954">
                  <c:v>288</c:v>
                </c:pt>
                <c:pt idx="3955">
                  <c:v>281</c:v>
                </c:pt>
                <c:pt idx="3956">
                  <c:v>276</c:v>
                </c:pt>
                <c:pt idx="3957">
                  <c:v>271</c:v>
                </c:pt>
                <c:pt idx="3958">
                  <c:v>277</c:v>
                </c:pt>
                <c:pt idx="3959">
                  <c:v>269</c:v>
                </c:pt>
                <c:pt idx="3960">
                  <c:v>263</c:v>
                </c:pt>
                <c:pt idx="3961">
                  <c:v>249</c:v>
                </c:pt>
                <c:pt idx="3962">
                  <c:v>251</c:v>
                </c:pt>
                <c:pt idx="3963">
                  <c:v>243</c:v>
                </c:pt>
                <c:pt idx="3964">
                  <c:v>224</c:v>
                </c:pt>
                <c:pt idx="3965">
                  <c:v>238</c:v>
                </c:pt>
                <c:pt idx="3966">
                  <c:v>229</c:v>
                </c:pt>
                <c:pt idx="3967">
                  <c:v>229</c:v>
                </c:pt>
                <c:pt idx="3968">
                  <c:v>233</c:v>
                </c:pt>
                <c:pt idx="3969">
                  <c:v>236</c:v>
                </c:pt>
                <c:pt idx="3970">
                  <c:v>225</c:v>
                </c:pt>
                <c:pt idx="3971">
                  <c:v>212</c:v>
                </c:pt>
                <c:pt idx="3972">
                  <c:v>250</c:v>
                </c:pt>
                <c:pt idx="3973">
                  <c:v>245</c:v>
                </c:pt>
                <c:pt idx="3974">
                  <c:v>214</c:v>
                </c:pt>
                <c:pt idx="3975">
                  <c:v>229</c:v>
                </c:pt>
                <c:pt idx="3976">
                  <c:v>232</c:v>
                </c:pt>
                <c:pt idx="3977">
                  <c:v>225</c:v>
                </c:pt>
                <c:pt idx="3978">
                  <c:v>222</c:v>
                </c:pt>
                <c:pt idx="3979">
                  <c:v>255</c:v>
                </c:pt>
                <c:pt idx="3980">
                  <c:v>250</c:v>
                </c:pt>
                <c:pt idx="3981">
                  <c:v>229</c:v>
                </c:pt>
                <c:pt idx="3982">
                  <c:v>244</c:v>
                </c:pt>
                <c:pt idx="3983">
                  <c:v>243</c:v>
                </c:pt>
                <c:pt idx="3984">
                  <c:v>226</c:v>
                </c:pt>
                <c:pt idx="3985">
                  <c:v>254</c:v>
                </c:pt>
                <c:pt idx="3986">
                  <c:v>255</c:v>
                </c:pt>
                <c:pt idx="3987">
                  <c:v>225</c:v>
                </c:pt>
                <c:pt idx="3988">
                  <c:v>228</c:v>
                </c:pt>
                <c:pt idx="3989">
                  <c:v>272</c:v>
                </c:pt>
                <c:pt idx="3990">
                  <c:v>242</c:v>
                </c:pt>
                <c:pt idx="3991">
                  <c:v>249</c:v>
                </c:pt>
                <c:pt idx="3992">
                  <c:v>268</c:v>
                </c:pt>
                <c:pt idx="3993">
                  <c:v>229</c:v>
                </c:pt>
                <c:pt idx="3994">
                  <c:v>240</c:v>
                </c:pt>
                <c:pt idx="3995">
                  <c:v>262</c:v>
                </c:pt>
                <c:pt idx="3996">
                  <c:v>243</c:v>
                </c:pt>
                <c:pt idx="3997">
                  <c:v>258</c:v>
                </c:pt>
                <c:pt idx="3998">
                  <c:v>225</c:v>
                </c:pt>
                <c:pt idx="3999">
                  <c:v>227</c:v>
                </c:pt>
                <c:pt idx="4000">
                  <c:v>255</c:v>
                </c:pt>
                <c:pt idx="4001">
                  <c:v>231</c:v>
                </c:pt>
                <c:pt idx="4002">
                  <c:v>226</c:v>
                </c:pt>
                <c:pt idx="4003">
                  <c:v>256</c:v>
                </c:pt>
                <c:pt idx="4004">
                  <c:v>222</c:v>
                </c:pt>
                <c:pt idx="4005">
                  <c:v>255</c:v>
                </c:pt>
                <c:pt idx="4006">
                  <c:v>241</c:v>
                </c:pt>
                <c:pt idx="4007">
                  <c:v>219</c:v>
                </c:pt>
                <c:pt idx="4008">
                  <c:v>241</c:v>
                </c:pt>
                <c:pt idx="4009">
                  <c:v>230</c:v>
                </c:pt>
                <c:pt idx="4010">
                  <c:v>214</c:v>
                </c:pt>
                <c:pt idx="4011">
                  <c:v>214</c:v>
                </c:pt>
                <c:pt idx="4012">
                  <c:v>228</c:v>
                </c:pt>
                <c:pt idx="4013">
                  <c:v>221</c:v>
                </c:pt>
                <c:pt idx="4014">
                  <c:v>216</c:v>
                </c:pt>
                <c:pt idx="4015">
                  <c:v>237</c:v>
                </c:pt>
                <c:pt idx="4016">
                  <c:v>225</c:v>
                </c:pt>
                <c:pt idx="4017">
                  <c:v>216</c:v>
                </c:pt>
                <c:pt idx="4018">
                  <c:v>246</c:v>
                </c:pt>
                <c:pt idx="4019">
                  <c:v>229</c:v>
                </c:pt>
                <c:pt idx="4020">
                  <c:v>231</c:v>
                </c:pt>
                <c:pt idx="4021">
                  <c:v>252</c:v>
                </c:pt>
                <c:pt idx="4022">
                  <c:v>243</c:v>
                </c:pt>
                <c:pt idx="4023">
                  <c:v>250</c:v>
                </c:pt>
                <c:pt idx="4024">
                  <c:v>251</c:v>
                </c:pt>
                <c:pt idx="4025">
                  <c:v>244</c:v>
                </c:pt>
                <c:pt idx="4026">
                  <c:v>256</c:v>
                </c:pt>
                <c:pt idx="4027">
                  <c:v>269</c:v>
                </c:pt>
                <c:pt idx="4028">
                  <c:v>249</c:v>
                </c:pt>
                <c:pt idx="4029">
                  <c:v>264</c:v>
                </c:pt>
                <c:pt idx="4030">
                  <c:v>284</c:v>
                </c:pt>
                <c:pt idx="4031">
                  <c:v>263</c:v>
                </c:pt>
                <c:pt idx="4032">
                  <c:v>233</c:v>
                </c:pt>
                <c:pt idx="4033">
                  <c:v>268</c:v>
                </c:pt>
                <c:pt idx="4034">
                  <c:v>249</c:v>
                </c:pt>
                <c:pt idx="4035">
                  <c:v>232</c:v>
                </c:pt>
                <c:pt idx="4036">
                  <c:v>244</c:v>
                </c:pt>
                <c:pt idx="4037">
                  <c:v>267</c:v>
                </c:pt>
                <c:pt idx="4038">
                  <c:v>238</c:v>
                </c:pt>
                <c:pt idx="4039">
                  <c:v>233</c:v>
                </c:pt>
                <c:pt idx="4040">
                  <c:v>248</c:v>
                </c:pt>
                <c:pt idx="4041">
                  <c:v>258</c:v>
                </c:pt>
                <c:pt idx="4042">
                  <c:v>247</c:v>
                </c:pt>
                <c:pt idx="4043">
                  <c:v>225</c:v>
                </c:pt>
                <c:pt idx="4044">
                  <c:v>225</c:v>
                </c:pt>
                <c:pt idx="4045">
                  <c:v>239</c:v>
                </c:pt>
                <c:pt idx="4046">
                  <c:v>232</c:v>
                </c:pt>
                <c:pt idx="4047">
                  <c:v>244</c:v>
                </c:pt>
                <c:pt idx="4048">
                  <c:v>246</c:v>
                </c:pt>
                <c:pt idx="4049">
                  <c:v>272</c:v>
                </c:pt>
                <c:pt idx="4050">
                  <c:v>250</c:v>
                </c:pt>
                <c:pt idx="4051">
                  <c:v>264</c:v>
                </c:pt>
                <c:pt idx="4052">
                  <c:v>289</c:v>
                </c:pt>
                <c:pt idx="4053">
                  <c:v>250</c:v>
                </c:pt>
                <c:pt idx="4054">
                  <c:v>228</c:v>
                </c:pt>
                <c:pt idx="4055">
                  <c:v>209</c:v>
                </c:pt>
                <c:pt idx="4056">
                  <c:v>203</c:v>
                </c:pt>
                <c:pt idx="4057">
                  <c:v>183</c:v>
                </c:pt>
                <c:pt idx="4058">
                  <c:v>162</c:v>
                </c:pt>
                <c:pt idx="4059">
                  <c:v>183</c:v>
                </c:pt>
                <c:pt idx="4060">
                  <c:v>190</c:v>
                </c:pt>
                <c:pt idx="4061">
                  <c:v>198</c:v>
                </c:pt>
                <c:pt idx="4062">
                  <c:v>183</c:v>
                </c:pt>
                <c:pt idx="4063">
                  <c:v>147</c:v>
                </c:pt>
                <c:pt idx="4064">
                  <c:v>134</c:v>
                </c:pt>
                <c:pt idx="4065">
                  <c:v>126</c:v>
                </c:pt>
                <c:pt idx="4066">
                  <c:v>146</c:v>
                </c:pt>
                <c:pt idx="4067">
                  <c:v>136</c:v>
                </c:pt>
                <c:pt idx="4068">
                  <c:v>110</c:v>
                </c:pt>
                <c:pt idx="4069">
                  <c:v>140</c:v>
                </c:pt>
                <c:pt idx="4070">
                  <c:v>120</c:v>
                </c:pt>
                <c:pt idx="4071">
                  <c:v>120</c:v>
                </c:pt>
                <c:pt idx="4072">
                  <c:v>92</c:v>
                </c:pt>
                <c:pt idx="4073">
                  <c:v>105</c:v>
                </c:pt>
                <c:pt idx="4074">
                  <c:v>90</c:v>
                </c:pt>
                <c:pt idx="4075">
                  <c:v>97</c:v>
                </c:pt>
                <c:pt idx="4076">
                  <c:v>85</c:v>
                </c:pt>
                <c:pt idx="4077">
                  <c:v>83</c:v>
                </c:pt>
                <c:pt idx="4078">
                  <c:v>78</c:v>
                </c:pt>
                <c:pt idx="4079">
                  <c:v>53</c:v>
                </c:pt>
                <c:pt idx="4080">
                  <c:v>104</c:v>
                </c:pt>
                <c:pt idx="4081">
                  <c:v>93</c:v>
                </c:pt>
                <c:pt idx="4082">
                  <c:v>93</c:v>
                </c:pt>
                <c:pt idx="4083">
                  <c:v>97</c:v>
                </c:pt>
                <c:pt idx="4084">
                  <c:v>102</c:v>
                </c:pt>
                <c:pt idx="4085">
                  <c:v>100</c:v>
                </c:pt>
                <c:pt idx="4086">
                  <c:v>108</c:v>
                </c:pt>
                <c:pt idx="4087">
                  <c:v>113</c:v>
                </c:pt>
                <c:pt idx="4088">
                  <c:v>128</c:v>
                </c:pt>
                <c:pt idx="4089">
                  <c:v>140</c:v>
                </c:pt>
                <c:pt idx="4090">
                  <c:v>134</c:v>
                </c:pt>
                <c:pt idx="4091">
                  <c:v>140</c:v>
                </c:pt>
                <c:pt idx="4092">
                  <c:v>153</c:v>
                </c:pt>
                <c:pt idx="4093">
                  <c:v>166</c:v>
                </c:pt>
                <c:pt idx="4094">
                  <c:v>157</c:v>
                </c:pt>
                <c:pt idx="4095">
                  <c:v>155</c:v>
                </c:pt>
                <c:pt idx="4096">
                  <c:v>136</c:v>
                </c:pt>
                <c:pt idx="4097">
                  <c:v>170</c:v>
                </c:pt>
                <c:pt idx="4098">
                  <c:v>151</c:v>
                </c:pt>
                <c:pt idx="4099">
                  <c:v>147</c:v>
                </c:pt>
                <c:pt idx="4100">
                  <c:v>159</c:v>
                </c:pt>
                <c:pt idx="4101">
                  <c:v>144</c:v>
                </c:pt>
                <c:pt idx="4102">
                  <c:v>149</c:v>
                </c:pt>
                <c:pt idx="4103">
                  <c:v>157</c:v>
                </c:pt>
                <c:pt idx="4104">
                  <c:v>127</c:v>
                </c:pt>
                <c:pt idx="4105">
                  <c:v>135</c:v>
                </c:pt>
                <c:pt idx="4106">
                  <c:v>143</c:v>
                </c:pt>
                <c:pt idx="4107">
                  <c:v>128</c:v>
                </c:pt>
                <c:pt idx="4108">
                  <c:v>133</c:v>
                </c:pt>
                <c:pt idx="4109">
                  <c:v>141</c:v>
                </c:pt>
                <c:pt idx="4110">
                  <c:v>131</c:v>
                </c:pt>
                <c:pt idx="4111">
                  <c:v>147</c:v>
                </c:pt>
                <c:pt idx="4112">
                  <c:v>133</c:v>
                </c:pt>
                <c:pt idx="4113">
                  <c:v>142</c:v>
                </c:pt>
                <c:pt idx="4114">
                  <c:v>142</c:v>
                </c:pt>
                <c:pt idx="4115">
                  <c:v>155</c:v>
                </c:pt>
                <c:pt idx="4116">
                  <c:v>139</c:v>
                </c:pt>
                <c:pt idx="4117">
                  <c:v>160</c:v>
                </c:pt>
                <c:pt idx="4118">
                  <c:v>165</c:v>
                </c:pt>
                <c:pt idx="4119">
                  <c:v>168</c:v>
                </c:pt>
                <c:pt idx="4120">
                  <c:v>146</c:v>
                </c:pt>
                <c:pt idx="4121">
                  <c:v>164</c:v>
                </c:pt>
                <c:pt idx="4122">
                  <c:v>149</c:v>
                </c:pt>
                <c:pt idx="4123">
                  <c:v>166</c:v>
                </c:pt>
                <c:pt idx="4124">
                  <c:v>160</c:v>
                </c:pt>
                <c:pt idx="4125">
                  <c:v>173</c:v>
                </c:pt>
                <c:pt idx="4126">
                  <c:v>164</c:v>
                </c:pt>
                <c:pt idx="4127">
                  <c:v>152</c:v>
                </c:pt>
                <c:pt idx="4128">
                  <c:v>162</c:v>
                </c:pt>
                <c:pt idx="4129">
                  <c:v>146</c:v>
                </c:pt>
                <c:pt idx="4130">
                  <c:v>154</c:v>
                </c:pt>
                <c:pt idx="4131">
                  <c:v>145</c:v>
                </c:pt>
                <c:pt idx="4132">
                  <c:v>170</c:v>
                </c:pt>
                <c:pt idx="4133">
                  <c:v>155</c:v>
                </c:pt>
                <c:pt idx="4134">
                  <c:v>176</c:v>
                </c:pt>
                <c:pt idx="4135">
                  <c:v>171</c:v>
                </c:pt>
                <c:pt idx="4136">
                  <c:v>178</c:v>
                </c:pt>
                <c:pt idx="4137">
                  <c:v>216</c:v>
                </c:pt>
                <c:pt idx="4138">
                  <c:v>247</c:v>
                </c:pt>
                <c:pt idx="4139">
                  <c:v>238</c:v>
                </c:pt>
                <c:pt idx="4140">
                  <c:v>268</c:v>
                </c:pt>
                <c:pt idx="4141">
                  <c:v>280</c:v>
                </c:pt>
                <c:pt idx="4142">
                  <c:v>264</c:v>
                </c:pt>
                <c:pt idx="4143">
                  <c:v>273</c:v>
                </c:pt>
                <c:pt idx="4144">
                  <c:v>283</c:v>
                </c:pt>
                <c:pt idx="4145">
                  <c:v>277</c:v>
                </c:pt>
                <c:pt idx="4146">
                  <c:v>282</c:v>
                </c:pt>
                <c:pt idx="4147">
                  <c:v>286</c:v>
                </c:pt>
                <c:pt idx="4148">
                  <c:v>277</c:v>
                </c:pt>
                <c:pt idx="4149">
                  <c:v>291</c:v>
                </c:pt>
                <c:pt idx="4150">
                  <c:v>275</c:v>
                </c:pt>
                <c:pt idx="4151">
                  <c:v>276</c:v>
                </c:pt>
                <c:pt idx="4152">
                  <c:v>269</c:v>
                </c:pt>
                <c:pt idx="4153">
                  <c:v>256</c:v>
                </c:pt>
                <c:pt idx="4154">
                  <c:v>253</c:v>
                </c:pt>
                <c:pt idx="4155">
                  <c:v>241</c:v>
                </c:pt>
                <c:pt idx="4156">
                  <c:v>245</c:v>
                </c:pt>
                <c:pt idx="4157">
                  <c:v>270</c:v>
                </c:pt>
                <c:pt idx="4158">
                  <c:v>270</c:v>
                </c:pt>
                <c:pt idx="4159">
                  <c:v>239</c:v>
                </c:pt>
                <c:pt idx="4160">
                  <c:v>260</c:v>
                </c:pt>
                <c:pt idx="4161">
                  <c:v>283</c:v>
                </c:pt>
                <c:pt idx="4162">
                  <c:v>296</c:v>
                </c:pt>
                <c:pt idx="4163">
                  <c:v>265</c:v>
                </c:pt>
                <c:pt idx="4164">
                  <c:v>272</c:v>
                </c:pt>
                <c:pt idx="4165">
                  <c:v>262</c:v>
                </c:pt>
                <c:pt idx="4166">
                  <c:v>225</c:v>
                </c:pt>
                <c:pt idx="4167">
                  <c:v>216</c:v>
                </c:pt>
                <c:pt idx="4168">
                  <c:v>230</c:v>
                </c:pt>
                <c:pt idx="4169">
                  <c:v>264</c:v>
                </c:pt>
                <c:pt idx="4170">
                  <c:v>219</c:v>
                </c:pt>
                <c:pt idx="4171">
                  <c:v>190</c:v>
                </c:pt>
                <c:pt idx="4172">
                  <c:v>193</c:v>
                </c:pt>
                <c:pt idx="4173">
                  <c:v>166</c:v>
                </c:pt>
                <c:pt idx="4174">
                  <c:v>200</c:v>
                </c:pt>
                <c:pt idx="4175">
                  <c:v>220</c:v>
                </c:pt>
                <c:pt idx="4176">
                  <c:v>222</c:v>
                </c:pt>
                <c:pt idx="4177">
                  <c:v>222</c:v>
                </c:pt>
                <c:pt idx="4178">
                  <c:v>231</c:v>
                </c:pt>
                <c:pt idx="4179">
                  <c:v>224</c:v>
                </c:pt>
                <c:pt idx="4180">
                  <c:v>224</c:v>
                </c:pt>
                <c:pt idx="4181">
                  <c:v>204</c:v>
                </c:pt>
                <c:pt idx="4182">
                  <c:v>223</c:v>
                </c:pt>
                <c:pt idx="4183">
                  <c:v>219</c:v>
                </c:pt>
                <c:pt idx="4184">
                  <c:v>226</c:v>
                </c:pt>
                <c:pt idx="4185">
                  <c:v>224</c:v>
                </c:pt>
                <c:pt idx="4186">
                  <c:v>222</c:v>
                </c:pt>
                <c:pt idx="4187">
                  <c:v>222</c:v>
                </c:pt>
                <c:pt idx="4188">
                  <c:v>229</c:v>
                </c:pt>
                <c:pt idx="4189">
                  <c:v>224</c:v>
                </c:pt>
                <c:pt idx="4190">
                  <c:v>206</c:v>
                </c:pt>
                <c:pt idx="4191">
                  <c:v>201</c:v>
                </c:pt>
                <c:pt idx="4192">
                  <c:v>169</c:v>
                </c:pt>
                <c:pt idx="4193">
                  <c:v>175</c:v>
                </c:pt>
                <c:pt idx="4194">
                  <c:v>172</c:v>
                </c:pt>
                <c:pt idx="4195">
                  <c:v>187</c:v>
                </c:pt>
                <c:pt idx="4196">
                  <c:v>164</c:v>
                </c:pt>
                <c:pt idx="4197">
                  <c:v>149</c:v>
                </c:pt>
                <c:pt idx="4198">
                  <c:v>127</c:v>
                </c:pt>
                <c:pt idx="4199">
                  <c:v>174</c:v>
                </c:pt>
                <c:pt idx="4200">
                  <c:v>168</c:v>
                </c:pt>
                <c:pt idx="4201">
                  <c:v>171</c:v>
                </c:pt>
                <c:pt idx="4202">
                  <c:v>171</c:v>
                </c:pt>
                <c:pt idx="4203">
                  <c:v>177</c:v>
                </c:pt>
                <c:pt idx="4204">
                  <c:v>192</c:v>
                </c:pt>
                <c:pt idx="4205">
                  <c:v>193</c:v>
                </c:pt>
                <c:pt idx="4206">
                  <c:v>181</c:v>
                </c:pt>
                <c:pt idx="4207">
                  <c:v>188</c:v>
                </c:pt>
                <c:pt idx="4208">
                  <c:v>147</c:v>
                </c:pt>
                <c:pt idx="4209">
                  <c:v>157</c:v>
                </c:pt>
                <c:pt idx="4210">
                  <c:v>135</c:v>
                </c:pt>
                <c:pt idx="4211">
                  <c:v>131</c:v>
                </c:pt>
                <c:pt idx="4212">
                  <c:v>139</c:v>
                </c:pt>
                <c:pt idx="4213">
                  <c:v>135</c:v>
                </c:pt>
                <c:pt idx="4214">
                  <c:v>154</c:v>
                </c:pt>
                <c:pt idx="4215">
                  <c:v>145</c:v>
                </c:pt>
                <c:pt idx="4216">
                  <c:v>152</c:v>
                </c:pt>
                <c:pt idx="4217">
                  <c:v>152</c:v>
                </c:pt>
                <c:pt idx="4218">
                  <c:v>157</c:v>
                </c:pt>
                <c:pt idx="4219">
                  <c:v>170</c:v>
                </c:pt>
                <c:pt idx="4220">
                  <c:v>171</c:v>
                </c:pt>
                <c:pt idx="4221">
                  <c:v>172</c:v>
                </c:pt>
                <c:pt idx="4222">
                  <c:v>180</c:v>
                </c:pt>
                <c:pt idx="4223">
                  <c:v>199</c:v>
                </c:pt>
                <c:pt idx="4224">
                  <c:v>201</c:v>
                </c:pt>
                <c:pt idx="4225">
                  <c:v>237</c:v>
                </c:pt>
                <c:pt idx="4226">
                  <c:v>258</c:v>
                </c:pt>
                <c:pt idx="4227">
                  <c:v>244</c:v>
                </c:pt>
                <c:pt idx="4228">
                  <c:v>260</c:v>
                </c:pt>
                <c:pt idx="4229">
                  <c:v>264</c:v>
                </c:pt>
                <c:pt idx="4230">
                  <c:v>244</c:v>
                </c:pt>
                <c:pt idx="4231">
                  <c:v>249</c:v>
                </c:pt>
                <c:pt idx="4232">
                  <c:v>214</c:v>
                </c:pt>
                <c:pt idx="4233">
                  <c:v>225</c:v>
                </c:pt>
                <c:pt idx="4234">
                  <c:v>241</c:v>
                </c:pt>
                <c:pt idx="4235">
                  <c:v>232</c:v>
                </c:pt>
                <c:pt idx="4236">
                  <c:v>223</c:v>
                </c:pt>
                <c:pt idx="4237">
                  <c:v>188</c:v>
                </c:pt>
                <c:pt idx="4238">
                  <c:v>194</c:v>
                </c:pt>
                <c:pt idx="4239">
                  <c:v>153</c:v>
                </c:pt>
                <c:pt idx="4240">
                  <c:v>158</c:v>
                </c:pt>
                <c:pt idx="4241">
                  <c:v>176</c:v>
                </c:pt>
                <c:pt idx="4242">
                  <c:v>178</c:v>
                </c:pt>
                <c:pt idx="4243">
                  <c:v>181</c:v>
                </c:pt>
                <c:pt idx="4244">
                  <c:v>206</c:v>
                </c:pt>
                <c:pt idx="4245">
                  <c:v>191</c:v>
                </c:pt>
                <c:pt idx="4246">
                  <c:v>215</c:v>
                </c:pt>
                <c:pt idx="4247">
                  <c:v>218</c:v>
                </c:pt>
                <c:pt idx="4248">
                  <c:v>211</c:v>
                </c:pt>
                <c:pt idx="4249">
                  <c:v>241</c:v>
                </c:pt>
                <c:pt idx="4250">
                  <c:v>232</c:v>
                </c:pt>
                <c:pt idx="4251">
                  <c:v>231</c:v>
                </c:pt>
                <c:pt idx="4252">
                  <c:v>216</c:v>
                </c:pt>
                <c:pt idx="4253">
                  <c:v>183</c:v>
                </c:pt>
                <c:pt idx="4254">
                  <c:v>162</c:v>
                </c:pt>
                <c:pt idx="4255">
                  <c:v>152</c:v>
                </c:pt>
                <c:pt idx="4256">
                  <c:v>141</c:v>
                </c:pt>
                <c:pt idx="4257">
                  <c:v>138</c:v>
                </c:pt>
                <c:pt idx="4258">
                  <c:v>143</c:v>
                </c:pt>
                <c:pt idx="4259">
                  <c:v>161</c:v>
                </c:pt>
                <c:pt idx="4260">
                  <c:v>187</c:v>
                </c:pt>
                <c:pt idx="4261">
                  <c:v>211</c:v>
                </c:pt>
                <c:pt idx="4262">
                  <c:v>208</c:v>
                </c:pt>
                <c:pt idx="4263">
                  <c:v>220</c:v>
                </c:pt>
                <c:pt idx="4264">
                  <c:v>209</c:v>
                </c:pt>
                <c:pt idx="4265">
                  <c:v>215</c:v>
                </c:pt>
                <c:pt idx="4266">
                  <c:v>216</c:v>
                </c:pt>
                <c:pt idx="4267">
                  <c:v>223</c:v>
                </c:pt>
                <c:pt idx="4268">
                  <c:v>246</c:v>
                </c:pt>
                <c:pt idx="4269">
                  <c:v>255</c:v>
                </c:pt>
                <c:pt idx="4270">
                  <c:v>256</c:v>
                </c:pt>
                <c:pt idx="4271">
                  <c:v>256</c:v>
                </c:pt>
                <c:pt idx="4272">
                  <c:v>236</c:v>
                </c:pt>
                <c:pt idx="4273">
                  <c:v>233</c:v>
                </c:pt>
                <c:pt idx="4274">
                  <c:v>214</c:v>
                </c:pt>
                <c:pt idx="4275">
                  <c:v>201</c:v>
                </c:pt>
                <c:pt idx="4276">
                  <c:v>201</c:v>
                </c:pt>
                <c:pt idx="4277">
                  <c:v>181</c:v>
                </c:pt>
                <c:pt idx="4278">
                  <c:v>187</c:v>
                </c:pt>
                <c:pt idx="4279">
                  <c:v>188</c:v>
                </c:pt>
                <c:pt idx="4280">
                  <c:v>193</c:v>
                </c:pt>
                <c:pt idx="4281">
                  <c:v>180</c:v>
                </c:pt>
                <c:pt idx="4282">
                  <c:v>214</c:v>
                </c:pt>
                <c:pt idx="4283">
                  <c:v>207</c:v>
                </c:pt>
                <c:pt idx="4284">
                  <c:v>203</c:v>
                </c:pt>
                <c:pt idx="4285">
                  <c:v>220</c:v>
                </c:pt>
                <c:pt idx="4286">
                  <c:v>209</c:v>
                </c:pt>
                <c:pt idx="4287">
                  <c:v>237</c:v>
                </c:pt>
                <c:pt idx="4288">
                  <c:v>239</c:v>
                </c:pt>
                <c:pt idx="4289">
                  <c:v>257</c:v>
                </c:pt>
                <c:pt idx="4290">
                  <c:v>250</c:v>
                </c:pt>
                <c:pt idx="4291">
                  <c:v>256</c:v>
                </c:pt>
                <c:pt idx="4292">
                  <c:v>257</c:v>
                </c:pt>
                <c:pt idx="4293">
                  <c:v>233</c:v>
                </c:pt>
                <c:pt idx="4294">
                  <c:v>243</c:v>
                </c:pt>
                <c:pt idx="4295">
                  <c:v>241</c:v>
                </c:pt>
                <c:pt idx="4296">
                  <c:v>217</c:v>
                </c:pt>
                <c:pt idx="4297">
                  <c:v>235</c:v>
                </c:pt>
                <c:pt idx="4298">
                  <c:v>219</c:v>
                </c:pt>
                <c:pt idx="4299">
                  <c:v>205</c:v>
                </c:pt>
                <c:pt idx="4300">
                  <c:v>234</c:v>
                </c:pt>
                <c:pt idx="4301">
                  <c:v>221</c:v>
                </c:pt>
                <c:pt idx="4302">
                  <c:v>216</c:v>
                </c:pt>
                <c:pt idx="4303">
                  <c:v>194</c:v>
                </c:pt>
                <c:pt idx="4304">
                  <c:v>206</c:v>
                </c:pt>
                <c:pt idx="4305">
                  <c:v>192</c:v>
                </c:pt>
                <c:pt idx="4306">
                  <c:v>172</c:v>
                </c:pt>
                <c:pt idx="4307">
                  <c:v>153</c:v>
                </c:pt>
                <c:pt idx="4308">
                  <c:v>166</c:v>
                </c:pt>
                <c:pt idx="4309">
                  <c:v>177</c:v>
                </c:pt>
                <c:pt idx="4310">
                  <c:v>182</c:v>
                </c:pt>
                <c:pt idx="4311">
                  <c:v>193</c:v>
                </c:pt>
                <c:pt idx="4312">
                  <c:v>192</c:v>
                </c:pt>
                <c:pt idx="4313">
                  <c:v>223</c:v>
                </c:pt>
                <c:pt idx="4314">
                  <c:v>218</c:v>
                </c:pt>
                <c:pt idx="4315">
                  <c:v>228</c:v>
                </c:pt>
                <c:pt idx="4316">
                  <c:v>236</c:v>
                </c:pt>
                <c:pt idx="4317">
                  <c:v>207</c:v>
                </c:pt>
                <c:pt idx="4318">
                  <c:v>224</c:v>
                </c:pt>
                <c:pt idx="4319">
                  <c:v>212</c:v>
                </c:pt>
                <c:pt idx="4320">
                  <c:v>215</c:v>
                </c:pt>
                <c:pt idx="4321">
                  <c:v>201</c:v>
                </c:pt>
                <c:pt idx="4322">
                  <c:v>211</c:v>
                </c:pt>
                <c:pt idx="4323">
                  <c:v>211</c:v>
                </c:pt>
                <c:pt idx="4324">
                  <c:v>215</c:v>
                </c:pt>
                <c:pt idx="4325">
                  <c:v>207</c:v>
                </c:pt>
                <c:pt idx="4326">
                  <c:v>219</c:v>
                </c:pt>
                <c:pt idx="4327">
                  <c:v>214</c:v>
                </c:pt>
                <c:pt idx="4328">
                  <c:v>206</c:v>
                </c:pt>
                <c:pt idx="4329">
                  <c:v>204</c:v>
                </c:pt>
                <c:pt idx="4330">
                  <c:v>209</c:v>
                </c:pt>
                <c:pt idx="4331">
                  <c:v>223</c:v>
                </c:pt>
                <c:pt idx="4332">
                  <c:v>226</c:v>
                </c:pt>
                <c:pt idx="4333">
                  <c:v>242</c:v>
                </c:pt>
                <c:pt idx="4334">
                  <c:v>232</c:v>
                </c:pt>
                <c:pt idx="4335">
                  <c:v>228</c:v>
                </c:pt>
                <c:pt idx="4336">
                  <c:v>231</c:v>
                </c:pt>
                <c:pt idx="4337">
                  <c:v>202</c:v>
                </c:pt>
                <c:pt idx="4338">
                  <c:v>198</c:v>
                </c:pt>
                <c:pt idx="4339">
                  <c:v>185</c:v>
                </c:pt>
                <c:pt idx="4340">
                  <c:v>192</c:v>
                </c:pt>
                <c:pt idx="4341">
                  <c:v>158</c:v>
                </c:pt>
                <c:pt idx="4342">
                  <c:v>183</c:v>
                </c:pt>
                <c:pt idx="4343">
                  <c:v>160</c:v>
                </c:pt>
                <c:pt idx="4344">
                  <c:v>208</c:v>
                </c:pt>
                <c:pt idx="4345">
                  <c:v>206</c:v>
                </c:pt>
                <c:pt idx="4346">
                  <c:v>200</c:v>
                </c:pt>
                <c:pt idx="4347">
                  <c:v>203</c:v>
                </c:pt>
                <c:pt idx="4348">
                  <c:v>201</c:v>
                </c:pt>
                <c:pt idx="4349">
                  <c:v>217</c:v>
                </c:pt>
                <c:pt idx="4350">
                  <c:v>214</c:v>
                </c:pt>
                <c:pt idx="4351">
                  <c:v>208</c:v>
                </c:pt>
                <c:pt idx="4352">
                  <c:v>220</c:v>
                </c:pt>
                <c:pt idx="4353">
                  <c:v>222</c:v>
                </c:pt>
                <c:pt idx="4354">
                  <c:v>216</c:v>
                </c:pt>
                <c:pt idx="4355">
                  <c:v>244</c:v>
                </c:pt>
                <c:pt idx="4356">
                  <c:v>217</c:v>
                </c:pt>
                <c:pt idx="4357">
                  <c:v>232</c:v>
                </c:pt>
                <c:pt idx="4358">
                  <c:v>207</c:v>
                </c:pt>
                <c:pt idx="4359">
                  <c:v>199</c:v>
                </c:pt>
                <c:pt idx="4360">
                  <c:v>202</c:v>
                </c:pt>
                <c:pt idx="4361">
                  <c:v>183</c:v>
                </c:pt>
                <c:pt idx="4362">
                  <c:v>192</c:v>
                </c:pt>
                <c:pt idx="4363">
                  <c:v>174</c:v>
                </c:pt>
                <c:pt idx="4364">
                  <c:v>214</c:v>
                </c:pt>
                <c:pt idx="4365">
                  <c:v>224</c:v>
                </c:pt>
                <c:pt idx="4366">
                  <c:v>225</c:v>
                </c:pt>
                <c:pt idx="4367">
                  <c:v>207</c:v>
                </c:pt>
                <c:pt idx="4368">
                  <c:v>232</c:v>
                </c:pt>
                <c:pt idx="4369">
                  <c:v>231</c:v>
                </c:pt>
                <c:pt idx="4370">
                  <c:v>257</c:v>
                </c:pt>
                <c:pt idx="4371">
                  <c:v>223</c:v>
                </c:pt>
                <c:pt idx="4372">
                  <c:v>221</c:v>
                </c:pt>
                <c:pt idx="4373">
                  <c:v>217</c:v>
                </c:pt>
                <c:pt idx="4374">
                  <c:v>211</c:v>
                </c:pt>
                <c:pt idx="4375">
                  <c:v>240</c:v>
                </c:pt>
                <c:pt idx="4376">
                  <c:v>231</c:v>
                </c:pt>
                <c:pt idx="4377">
                  <c:v>259</c:v>
                </c:pt>
                <c:pt idx="4378">
                  <c:v>241</c:v>
                </c:pt>
                <c:pt idx="4379">
                  <c:v>257</c:v>
                </c:pt>
                <c:pt idx="4380">
                  <c:v>230</c:v>
                </c:pt>
                <c:pt idx="4381">
                  <c:v>234</c:v>
                </c:pt>
                <c:pt idx="4382">
                  <c:v>240</c:v>
                </c:pt>
                <c:pt idx="4383">
                  <c:v>203</c:v>
                </c:pt>
                <c:pt idx="4384">
                  <c:v>196</c:v>
                </c:pt>
                <c:pt idx="4385">
                  <c:v>153</c:v>
                </c:pt>
                <c:pt idx="4386">
                  <c:v>149</c:v>
                </c:pt>
                <c:pt idx="4387">
                  <c:v>158</c:v>
                </c:pt>
                <c:pt idx="4388">
                  <c:v>184</c:v>
                </c:pt>
                <c:pt idx="4389">
                  <c:v>184</c:v>
                </c:pt>
                <c:pt idx="4390">
                  <c:v>200</c:v>
                </c:pt>
                <c:pt idx="4391">
                  <c:v>202</c:v>
                </c:pt>
                <c:pt idx="4392">
                  <c:v>224</c:v>
                </c:pt>
                <c:pt idx="4393">
                  <c:v>222</c:v>
                </c:pt>
                <c:pt idx="4394">
                  <c:v>248</c:v>
                </c:pt>
                <c:pt idx="4395">
                  <c:v>257</c:v>
                </c:pt>
                <c:pt idx="4396">
                  <c:v>225</c:v>
                </c:pt>
                <c:pt idx="4397">
                  <c:v>235</c:v>
                </c:pt>
                <c:pt idx="4398">
                  <c:v>233</c:v>
                </c:pt>
                <c:pt idx="4399">
                  <c:v>237</c:v>
                </c:pt>
                <c:pt idx="4400">
                  <c:v>211</c:v>
                </c:pt>
                <c:pt idx="4401">
                  <c:v>212</c:v>
                </c:pt>
                <c:pt idx="4402">
                  <c:v>213</c:v>
                </c:pt>
                <c:pt idx="4403">
                  <c:v>195</c:v>
                </c:pt>
                <c:pt idx="4404">
                  <c:v>190</c:v>
                </c:pt>
                <c:pt idx="4405">
                  <c:v>179</c:v>
                </c:pt>
                <c:pt idx="4406">
                  <c:v>165</c:v>
                </c:pt>
                <c:pt idx="4407">
                  <c:v>213</c:v>
                </c:pt>
                <c:pt idx="4408">
                  <c:v>153</c:v>
                </c:pt>
                <c:pt idx="4409">
                  <c:v>175</c:v>
                </c:pt>
                <c:pt idx="4410">
                  <c:v>197</c:v>
                </c:pt>
                <c:pt idx="4411">
                  <c:v>189</c:v>
                </c:pt>
                <c:pt idx="4412">
                  <c:v>188</c:v>
                </c:pt>
                <c:pt idx="4413">
                  <c:v>197</c:v>
                </c:pt>
                <c:pt idx="4414">
                  <c:v>221</c:v>
                </c:pt>
                <c:pt idx="4415">
                  <c:v>225</c:v>
                </c:pt>
                <c:pt idx="4416">
                  <c:v>223</c:v>
                </c:pt>
                <c:pt idx="4417">
                  <c:v>238</c:v>
                </c:pt>
                <c:pt idx="4418">
                  <c:v>237</c:v>
                </c:pt>
                <c:pt idx="4419">
                  <c:v>212</c:v>
                </c:pt>
                <c:pt idx="4420">
                  <c:v>239</c:v>
                </c:pt>
                <c:pt idx="4421">
                  <c:v>243</c:v>
                </c:pt>
                <c:pt idx="4422">
                  <c:v>258</c:v>
                </c:pt>
                <c:pt idx="4423">
                  <c:v>270</c:v>
                </c:pt>
                <c:pt idx="4424">
                  <c:v>263</c:v>
                </c:pt>
                <c:pt idx="4425">
                  <c:v>261</c:v>
                </c:pt>
                <c:pt idx="4426">
                  <c:v>248</c:v>
                </c:pt>
                <c:pt idx="4427">
                  <c:v>272</c:v>
                </c:pt>
                <c:pt idx="4428">
                  <c:v>260</c:v>
                </c:pt>
                <c:pt idx="4429">
                  <c:v>246</c:v>
                </c:pt>
                <c:pt idx="4430">
                  <c:v>257</c:v>
                </c:pt>
                <c:pt idx="4431">
                  <c:v>238</c:v>
                </c:pt>
                <c:pt idx="4432">
                  <c:v>227</c:v>
                </c:pt>
                <c:pt idx="4433">
                  <c:v>212</c:v>
                </c:pt>
                <c:pt idx="4434">
                  <c:v>196</c:v>
                </c:pt>
                <c:pt idx="4435">
                  <c:v>198</c:v>
                </c:pt>
                <c:pt idx="4436">
                  <c:v>216</c:v>
                </c:pt>
                <c:pt idx="4437">
                  <c:v>210</c:v>
                </c:pt>
                <c:pt idx="4438">
                  <c:v>238</c:v>
                </c:pt>
                <c:pt idx="4439">
                  <c:v>218</c:v>
                </c:pt>
                <c:pt idx="4440">
                  <c:v>224</c:v>
                </c:pt>
                <c:pt idx="4441">
                  <c:v>222</c:v>
                </c:pt>
                <c:pt idx="4442">
                  <c:v>219</c:v>
                </c:pt>
                <c:pt idx="4443">
                  <c:v>248</c:v>
                </c:pt>
                <c:pt idx="4444">
                  <c:v>216</c:v>
                </c:pt>
                <c:pt idx="4445">
                  <c:v>219</c:v>
                </c:pt>
                <c:pt idx="4446">
                  <c:v>198</c:v>
                </c:pt>
                <c:pt idx="4447">
                  <c:v>207</c:v>
                </c:pt>
                <c:pt idx="4448">
                  <c:v>171</c:v>
                </c:pt>
                <c:pt idx="4449">
                  <c:v>211</c:v>
                </c:pt>
                <c:pt idx="4450">
                  <c:v>237</c:v>
                </c:pt>
                <c:pt idx="4451">
                  <c:v>250</c:v>
                </c:pt>
                <c:pt idx="4452">
                  <c:v>253</c:v>
                </c:pt>
                <c:pt idx="4453">
                  <c:v>290</c:v>
                </c:pt>
                <c:pt idx="4454">
                  <c:v>274</c:v>
                </c:pt>
                <c:pt idx="4455">
                  <c:v>306</c:v>
                </c:pt>
                <c:pt idx="4456">
                  <c:v>274</c:v>
                </c:pt>
                <c:pt idx="4457">
                  <c:v>278</c:v>
                </c:pt>
                <c:pt idx="4458">
                  <c:v>258</c:v>
                </c:pt>
                <c:pt idx="4459">
                  <c:v>283</c:v>
                </c:pt>
                <c:pt idx="4460">
                  <c:v>236</c:v>
                </c:pt>
                <c:pt idx="4461">
                  <c:v>254</c:v>
                </c:pt>
                <c:pt idx="4462">
                  <c:v>236</c:v>
                </c:pt>
                <c:pt idx="4463">
                  <c:v>267</c:v>
                </c:pt>
                <c:pt idx="4464">
                  <c:v>253</c:v>
                </c:pt>
                <c:pt idx="4465">
                  <c:v>245</c:v>
                </c:pt>
                <c:pt idx="4466">
                  <c:v>264</c:v>
                </c:pt>
                <c:pt idx="4467">
                  <c:v>307</c:v>
                </c:pt>
                <c:pt idx="4468">
                  <c:v>324</c:v>
                </c:pt>
                <c:pt idx="4469">
                  <c:v>312</c:v>
                </c:pt>
                <c:pt idx="4470">
                  <c:v>294</c:v>
                </c:pt>
                <c:pt idx="4471">
                  <c:v>280</c:v>
                </c:pt>
                <c:pt idx="4472">
                  <c:v>274</c:v>
                </c:pt>
                <c:pt idx="4473">
                  <c:v>275</c:v>
                </c:pt>
                <c:pt idx="4474">
                  <c:v>223</c:v>
                </c:pt>
                <c:pt idx="4475">
                  <c:v>205</c:v>
                </c:pt>
                <c:pt idx="4476">
                  <c:v>203</c:v>
                </c:pt>
                <c:pt idx="4477">
                  <c:v>220</c:v>
                </c:pt>
                <c:pt idx="4478">
                  <c:v>211</c:v>
                </c:pt>
                <c:pt idx="4479">
                  <c:v>208</c:v>
                </c:pt>
                <c:pt idx="4480">
                  <c:v>213</c:v>
                </c:pt>
                <c:pt idx="4481">
                  <c:v>221</c:v>
                </c:pt>
                <c:pt idx="4482">
                  <c:v>200</c:v>
                </c:pt>
                <c:pt idx="4483">
                  <c:v>210</c:v>
                </c:pt>
                <c:pt idx="4484">
                  <c:v>227</c:v>
                </c:pt>
                <c:pt idx="4485">
                  <c:v>235</c:v>
                </c:pt>
                <c:pt idx="4486">
                  <c:v>225</c:v>
                </c:pt>
                <c:pt idx="4487">
                  <c:v>224</c:v>
                </c:pt>
                <c:pt idx="4488">
                  <c:v>243</c:v>
                </c:pt>
                <c:pt idx="4489">
                  <c:v>242</c:v>
                </c:pt>
                <c:pt idx="4490">
                  <c:v>242</c:v>
                </c:pt>
                <c:pt idx="4491">
                  <c:v>262</c:v>
                </c:pt>
                <c:pt idx="4492">
                  <c:v>257</c:v>
                </c:pt>
                <c:pt idx="4493">
                  <c:v>256</c:v>
                </c:pt>
                <c:pt idx="4494">
                  <c:v>265</c:v>
                </c:pt>
                <c:pt idx="4495">
                  <c:v>264</c:v>
                </c:pt>
                <c:pt idx="4496">
                  <c:v>263</c:v>
                </c:pt>
                <c:pt idx="4497">
                  <c:v>259</c:v>
                </c:pt>
                <c:pt idx="4498">
                  <c:v>248</c:v>
                </c:pt>
                <c:pt idx="4499">
                  <c:v>267</c:v>
                </c:pt>
                <c:pt idx="4500">
                  <c:v>241</c:v>
                </c:pt>
                <c:pt idx="4501">
                  <c:v>224</c:v>
                </c:pt>
                <c:pt idx="4502">
                  <c:v>232</c:v>
                </c:pt>
                <c:pt idx="4503">
                  <c:v>223</c:v>
                </c:pt>
                <c:pt idx="4504">
                  <c:v>228</c:v>
                </c:pt>
                <c:pt idx="4505">
                  <c:v>213</c:v>
                </c:pt>
                <c:pt idx="4506">
                  <c:v>212</c:v>
                </c:pt>
                <c:pt idx="4507">
                  <c:v>207</c:v>
                </c:pt>
                <c:pt idx="4508">
                  <c:v>207</c:v>
                </c:pt>
                <c:pt idx="4509">
                  <c:v>236</c:v>
                </c:pt>
                <c:pt idx="4510">
                  <c:v>243</c:v>
                </c:pt>
                <c:pt idx="4511">
                  <c:v>234</c:v>
                </c:pt>
                <c:pt idx="4512">
                  <c:v>237</c:v>
                </c:pt>
                <c:pt idx="4513">
                  <c:v>245</c:v>
                </c:pt>
                <c:pt idx="4514">
                  <c:v>239</c:v>
                </c:pt>
                <c:pt idx="4515">
                  <c:v>243</c:v>
                </c:pt>
                <c:pt idx="4516">
                  <c:v>261</c:v>
                </c:pt>
                <c:pt idx="4517">
                  <c:v>264</c:v>
                </c:pt>
                <c:pt idx="4518">
                  <c:v>274</c:v>
                </c:pt>
                <c:pt idx="4519">
                  <c:v>244</c:v>
                </c:pt>
                <c:pt idx="4520">
                  <c:v>228</c:v>
                </c:pt>
                <c:pt idx="4521">
                  <c:v>223</c:v>
                </c:pt>
                <c:pt idx="4522">
                  <c:v>188</c:v>
                </c:pt>
                <c:pt idx="4523">
                  <c:v>172</c:v>
                </c:pt>
                <c:pt idx="4524">
                  <c:v>151</c:v>
                </c:pt>
                <c:pt idx="4525">
                  <c:v>137</c:v>
                </c:pt>
                <c:pt idx="4526">
                  <c:v>130</c:v>
                </c:pt>
                <c:pt idx="4527">
                  <c:v>141</c:v>
                </c:pt>
                <c:pt idx="4528">
                  <c:v>152</c:v>
                </c:pt>
                <c:pt idx="4529">
                  <c:v>143</c:v>
                </c:pt>
                <c:pt idx="4530">
                  <c:v>93</c:v>
                </c:pt>
                <c:pt idx="4531">
                  <c:v>102</c:v>
                </c:pt>
                <c:pt idx="4532">
                  <c:v>95</c:v>
                </c:pt>
                <c:pt idx="4533">
                  <c:v>113</c:v>
                </c:pt>
                <c:pt idx="4534">
                  <c:v>120</c:v>
                </c:pt>
                <c:pt idx="4535">
                  <c:v>120</c:v>
                </c:pt>
                <c:pt idx="4536">
                  <c:v>120</c:v>
                </c:pt>
                <c:pt idx="4537">
                  <c:v>120</c:v>
                </c:pt>
                <c:pt idx="4538">
                  <c:v>121</c:v>
                </c:pt>
                <c:pt idx="4539">
                  <c:v>123</c:v>
                </c:pt>
                <c:pt idx="4540">
                  <c:v>117</c:v>
                </c:pt>
                <c:pt idx="4541">
                  <c:v>132</c:v>
                </c:pt>
                <c:pt idx="4542">
                  <c:v>133</c:v>
                </c:pt>
                <c:pt idx="4543">
                  <c:v>117</c:v>
                </c:pt>
                <c:pt idx="4544">
                  <c:v>132</c:v>
                </c:pt>
                <c:pt idx="4545">
                  <c:v>131</c:v>
                </c:pt>
                <c:pt idx="4546">
                  <c:v>150</c:v>
                </c:pt>
                <c:pt idx="4547">
                  <c:v>156</c:v>
                </c:pt>
                <c:pt idx="4548">
                  <c:v>145</c:v>
                </c:pt>
                <c:pt idx="4549">
                  <c:v>161</c:v>
                </c:pt>
                <c:pt idx="4550">
                  <c:v>164</c:v>
                </c:pt>
                <c:pt idx="4551">
                  <c:v>177</c:v>
                </c:pt>
                <c:pt idx="4552">
                  <c:v>178</c:v>
                </c:pt>
                <c:pt idx="4553">
                  <c:v>202</c:v>
                </c:pt>
                <c:pt idx="4554">
                  <c:v>210</c:v>
                </c:pt>
                <c:pt idx="4555">
                  <c:v>225</c:v>
                </c:pt>
                <c:pt idx="4556">
                  <c:v>215</c:v>
                </c:pt>
                <c:pt idx="4557">
                  <c:v>243</c:v>
                </c:pt>
                <c:pt idx="4558">
                  <c:v>237</c:v>
                </c:pt>
                <c:pt idx="4559">
                  <c:v>260</c:v>
                </c:pt>
                <c:pt idx="4560">
                  <c:v>259</c:v>
                </c:pt>
                <c:pt idx="4561">
                  <c:v>291</c:v>
                </c:pt>
                <c:pt idx="4562">
                  <c:v>301</c:v>
                </c:pt>
                <c:pt idx="4563">
                  <c:v>293</c:v>
                </c:pt>
                <c:pt idx="4564">
                  <c:v>320</c:v>
                </c:pt>
                <c:pt idx="4565">
                  <c:v>304</c:v>
                </c:pt>
                <c:pt idx="4566">
                  <c:v>297</c:v>
                </c:pt>
                <c:pt idx="4567">
                  <c:v>312</c:v>
                </c:pt>
                <c:pt idx="4568">
                  <c:v>306</c:v>
                </c:pt>
                <c:pt idx="4569">
                  <c:v>291</c:v>
                </c:pt>
                <c:pt idx="4570">
                  <c:v>282</c:v>
                </c:pt>
                <c:pt idx="4571">
                  <c:v>293</c:v>
                </c:pt>
                <c:pt idx="4572">
                  <c:v>290</c:v>
                </c:pt>
                <c:pt idx="4573">
                  <c:v>275</c:v>
                </c:pt>
                <c:pt idx="4574">
                  <c:v>270</c:v>
                </c:pt>
                <c:pt idx="4575">
                  <c:v>251</c:v>
                </c:pt>
                <c:pt idx="4576">
                  <c:v>243</c:v>
                </c:pt>
                <c:pt idx="4577">
                  <c:v>217</c:v>
                </c:pt>
                <c:pt idx="4578">
                  <c:v>227</c:v>
                </c:pt>
                <c:pt idx="4579">
                  <c:v>190</c:v>
                </c:pt>
                <c:pt idx="4580">
                  <c:v>204</c:v>
                </c:pt>
                <c:pt idx="4581">
                  <c:v>195</c:v>
                </c:pt>
                <c:pt idx="4582">
                  <c:v>192</c:v>
                </c:pt>
                <c:pt idx="4583">
                  <c:v>186</c:v>
                </c:pt>
                <c:pt idx="4584">
                  <c:v>198</c:v>
                </c:pt>
                <c:pt idx="4585">
                  <c:v>166</c:v>
                </c:pt>
                <c:pt idx="4586">
                  <c:v>176</c:v>
                </c:pt>
                <c:pt idx="4587">
                  <c:v>162</c:v>
                </c:pt>
                <c:pt idx="4588">
                  <c:v>178</c:v>
                </c:pt>
                <c:pt idx="4589">
                  <c:v>189</c:v>
                </c:pt>
                <c:pt idx="4590">
                  <c:v>183</c:v>
                </c:pt>
                <c:pt idx="4591">
                  <c:v>212</c:v>
                </c:pt>
                <c:pt idx="4592">
                  <c:v>193</c:v>
                </c:pt>
                <c:pt idx="4593">
                  <c:v>168</c:v>
                </c:pt>
                <c:pt idx="4594">
                  <c:v>139</c:v>
                </c:pt>
                <c:pt idx="4595">
                  <c:v>131</c:v>
                </c:pt>
                <c:pt idx="4596">
                  <c:v>113</c:v>
                </c:pt>
                <c:pt idx="4597">
                  <c:v>112</c:v>
                </c:pt>
                <c:pt idx="4598">
                  <c:v>118</c:v>
                </c:pt>
                <c:pt idx="4599">
                  <c:v>112</c:v>
                </c:pt>
                <c:pt idx="4600">
                  <c:v>117</c:v>
                </c:pt>
                <c:pt idx="4601">
                  <c:v>118</c:v>
                </c:pt>
                <c:pt idx="4602">
                  <c:v>109</c:v>
                </c:pt>
                <c:pt idx="4603">
                  <c:v>120</c:v>
                </c:pt>
                <c:pt idx="4604">
                  <c:v>124</c:v>
                </c:pt>
                <c:pt idx="4605">
                  <c:v>127</c:v>
                </c:pt>
                <c:pt idx="4606">
                  <c:v>143</c:v>
                </c:pt>
                <c:pt idx="4607">
                  <c:v>175</c:v>
                </c:pt>
                <c:pt idx="4608">
                  <c:v>180</c:v>
                </c:pt>
                <c:pt idx="4609">
                  <c:v>197</c:v>
                </c:pt>
                <c:pt idx="4610">
                  <c:v>237</c:v>
                </c:pt>
                <c:pt idx="4611">
                  <c:v>240</c:v>
                </c:pt>
                <c:pt idx="4612">
                  <c:v>271</c:v>
                </c:pt>
                <c:pt idx="4613">
                  <c:v>266</c:v>
                </c:pt>
                <c:pt idx="4614">
                  <c:v>309</c:v>
                </c:pt>
                <c:pt idx="4615">
                  <c:v>304</c:v>
                </c:pt>
                <c:pt idx="4616">
                  <c:v>361</c:v>
                </c:pt>
                <c:pt idx="4617">
                  <c:v>354</c:v>
                </c:pt>
                <c:pt idx="4618">
                  <c:v>352</c:v>
                </c:pt>
                <c:pt idx="4619">
                  <c:v>335</c:v>
                </c:pt>
                <c:pt idx="4620">
                  <c:v>269</c:v>
                </c:pt>
                <c:pt idx="4621">
                  <c:v>286</c:v>
                </c:pt>
                <c:pt idx="4622">
                  <c:v>244</c:v>
                </c:pt>
                <c:pt idx="4623">
                  <c:v>187</c:v>
                </c:pt>
                <c:pt idx="4624">
                  <c:v>150</c:v>
                </c:pt>
                <c:pt idx="4625">
                  <c:v>145</c:v>
                </c:pt>
                <c:pt idx="4626">
                  <c:v>122</c:v>
                </c:pt>
                <c:pt idx="4627">
                  <c:v>116</c:v>
                </c:pt>
                <c:pt idx="4628">
                  <c:v>142</c:v>
                </c:pt>
                <c:pt idx="4629">
                  <c:v>146</c:v>
                </c:pt>
                <c:pt idx="4630">
                  <c:v>164</c:v>
                </c:pt>
                <c:pt idx="4631">
                  <c:v>183</c:v>
                </c:pt>
                <c:pt idx="4632">
                  <c:v>197</c:v>
                </c:pt>
                <c:pt idx="4633">
                  <c:v>195</c:v>
                </c:pt>
                <c:pt idx="4634">
                  <c:v>191</c:v>
                </c:pt>
                <c:pt idx="4635">
                  <c:v>192</c:v>
                </c:pt>
                <c:pt idx="4636">
                  <c:v>172</c:v>
                </c:pt>
                <c:pt idx="4637">
                  <c:v>189</c:v>
                </c:pt>
                <c:pt idx="4638">
                  <c:v>193</c:v>
                </c:pt>
                <c:pt idx="4639">
                  <c:v>173</c:v>
                </c:pt>
                <c:pt idx="4640">
                  <c:v>161</c:v>
                </c:pt>
                <c:pt idx="4641">
                  <c:v>204</c:v>
                </c:pt>
                <c:pt idx="4642">
                  <c:v>206</c:v>
                </c:pt>
                <c:pt idx="4643">
                  <c:v>202</c:v>
                </c:pt>
                <c:pt idx="4644">
                  <c:v>199</c:v>
                </c:pt>
                <c:pt idx="4645">
                  <c:v>200</c:v>
                </c:pt>
                <c:pt idx="4646">
                  <c:v>217</c:v>
                </c:pt>
                <c:pt idx="4647">
                  <c:v>220</c:v>
                </c:pt>
                <c:pt idx="4648">
                  <c:v>203</c:v>
                </c:pt>
                <c:pt idx="4649">
                  <c:v>177</c:v>
                </c:pt>
                <c:pt idx="4650">
                  <c:v>150</c:v>
                </c:pt>
                <c:pt idx="4651">
                  <c:v>141</c:v>
                </c:pt>
                <c:pt idx="4652">
                  <c:v>0</c:v>
                </c:pt>
                <c:pt idx="4653">
                  <c:v>0</c:v>
                </c:pt>
                <c:pt idx="4654">
                  <c:v>0</c:v>
                </c:pt>
                <c:pt idx="4655">
                  <c:v>0</c:v>
                </c:pt>
                <c:pt idx="4656">
                  <c:v>0</c:v>
                </c:pt>
                <c:pt idx="4657">
                  <c:v>0</c:v>
                </c:pt>
                <c:pt idx="4658">
                  <c:v>18</c:v>
                </c:pt>
                <c:pt idx="4659">
                  <c:v>132</c:v>
                </c:pt>
                <c:pt idx="4660">
                  <c:v>38</c:v>
                </c:pt>
                <c:pt idx="4661">
                  <c:v>166</c:v>
                </c:pt>
                <c:pt idx="4662">
                  <c:v>136</c:v>
                </c:pt>
                <c:pt idx="4663">
                  <c:v>109</c:v>
                </c:pt>
                <c:pt idx="4664">
                  <c:v>108</c:v>
                </c:pt>
                <c:pt idx="4665">
                  <c:v>135</c:v>
                </c:pt>
                <c:pt idx="4666">
                  <c:v>138</c:v>
                </c:pt>
                <c:pt idx="4667">
                  <c:v>116</c:v>
                </c:pt>
                <c:pt idx="4668">
                  <c:v>145</c:v>
                </c:pt>
                <c:pt idx="4669">
                  <c:v>191</c:v>
                </c:pt>
                <c:pt idx="4670">
                  <c:v>223</c:v>
                </c:pt>
                <c:pt idx="4671">
                  <c:v>259</c:v>
                </c:pt>
                <c:pt idx="4672">
                  <c:v>293</c:v>
                </c:pt>
                <c:pt idx="4673">
                  <c:v>323</c:v>
                </c:pt>
                <c:pt idx="4674">
                  <c:v>329</c:v>
                </c:pt>
                <c:pt idx="4675">
                  <c:v>354</c:v>
                </c:pt>
                <c:pt idx="4676">
                  <c:v>335</c:v>
                </c:pt>
                <c:pt idx="4677">
                  <c:v>309</c:v>
                </c:pt>
                <c:pt idx="4678">
                  <c:v>263</c:v>
                </c:pt>
                <c:pt idx="4679">
                  <c:v>250</c:v>
                </c:pt>
                <c:pt idx="4680">
                  <c:v>247</c:v>
                </c:pt>
                <c:pt idx="4681">
                  <c:v>200</c:v>
                </c:pt>
                <c:pt idx="4682">
                  <c:v>200</c:v>
                </c:pt>
                <c:pt idx="4683">
                  <c:v>199</c:v>
                </c:pt>
                <c:pt idx="4684">
                  <c:v>257</c:v>
                </c:pt>
                <c:pt idx="4685">
                  <c:v>293</c:v>
                </c:pt>
                <c:pt idx="4686">
                  <c:v>312</c:v>
                </c:pt>
                <c:pt idx="4687">
                  <c:v>322</c:v>
                </c:pt>
                <c:pt idx="4688">
                  <c:v>321</c:v>
                </c:pt>
                <c:pt idx="4689">
                  <c:v>371</c:v>
                </c:pt>
                <c:pt idx="4690">
                  <c:v>381</c:v>
                </c:pt>
                <c:pt idx="4691">
                  <c:v>386</c:v>
                </c:pt>
                <c:pt idx="4692">
                  <c:v>421</c:v>
                </c:pt>
                <c:pt idx="4693">
                  <c:v>432</c:v>
                </c:pt>
                <c:pt idx="4694">
                  <c:v>421</c:v>
                </c:pt>
                <c:pt idx="4695">
                  <c:v>452</c:v>
                </c:pt>
                <c:pt idx="4696">
                  <c:v>386</c:v>
                </c:pt>
                <c:pt idx="4697">
                  <c:v>393</c:v>
                </c:pt>
                <c:pt idx="4698">
                  <c:v>405</c:v>
                </c:pt>
                <c:pt idx="4699">
                  <c:v>400</c:v>
                </c:pt>
                <c:pt idx="4700">
                  <c:v>433</c:v>
                </c:pt>
                <c:pt idx="4701">
                  <c:v>455</c:v>
                </c:pt>
                <c:pt idx="4702">
                  <c:v>421</c:v>
                </c:pt>
                <c:pt idx="4703">
                  <c:v>449</c:v>
                </c:pt>
                <c:pt idx="4704">
                  <c:v>448</c:v>
                </c:pt>
                <c:pt idx="4705">
                  <c:v>480</c:v>
                </c:pt>
                <c:pt idx="4706">
                  <c:v>458</c:v>
                </c:pt>
                <c:pt idx="4707">
                  <c:v>485</c:v>
                </c:pt>
                <c:pt idx="4708">
                  <c:v>442</c:v>
                </c:pt>
                <c:pt idx="4709">
                  <c:v>436</c:v>
                </c:pt>
                <c:pt idx="4710">
                  <c:v>384</c:v>
                </c:pt>
                <c:pt idx="4711">
                  <c:v>367</c:v>
                </c:pt>
                <c:pt idx="4712">
                  <c:v>418</c:v>
                </c:pt>
                <c:pt idx="4713">
                  <c:v>408</c:v>
                </c:pt>
                <c:pt idx="4714">
                  <c:v>442</c:v>
                </c:pt>
                <c:pt idx="4715">
                  <c:v>387</c:v>
                </c:pt>
                <c:pt idx="4716">
                  <c:v>380</c:v>
                </c:pt>
                <c:pt idx="4717">
                  <c:v>289</c:v>
                </c:pt>
                <c:pt idx="4718">
                  <c:v>286</c:v>
                </c:pt>
                <c:pt idx="4719">
                  <c:v>248</c:v>
                </c:pt>
                <c:pt idx="4720">
                  <c:v>259</c:v>
                </c:pt>
                <c:pt idx="4721">
                  <c:v>263</c:v>
                </c:pt>
                <c:pt idx="4722">
                  <c:v>298</c:v>
                </c:pt>
                <c:pt idx="4723">
                  <c:v>264</c:v>
                </c:pt>
                <c:pt idx="4724">
                  <c:v>280</c:v>
                </c:pt>
                <c:pt idx="4725">
                  <c:v>276</c:v>
                </c:pt>
                <c:pt idx="4726">
                  <c:v>299</c:v>
                </c:pt>
                <c:pt idx="4727">
                  <c:v>299</c:v>
                </c:pt>
                <c:pt idx="4728">
                  <c:v>243</c:v>
                </c:pt>
                <c:pt idx="4729">
                  <c:v>199</c:v>
                </c:pt>
                <c:pt idx="4730">
                  <c:v>192</c:v>
                </c:pt>
                <c:pt idx="4731">
                  <c:v>94</c:v>
                </c:pt>
                <c:pt idx="4732">
                  <c:v>169</c:v>
                </c:pt>
                <c:pt idx="4733">
                  <c:v>83</c:v>
                </c:pt>
                <c:pt idx="4734">
                  <c:v>83</c:v>
                </c:pt>
                <c:pt idx="4735">
                  <c:v>9</c:v>
                </c:pt>
                <c:pt idx="4736">
                  <c:v>12</c:v>
                </c:pt>
                <c:pt idx="4737">
                  <c:v>23</c:v>
                </c:pt>
                <c:pt idx="4738">
                  <c:v>-1</c:v>
                </c:pt>
                <c:pt idx="4739">
                  <c:v>-1</c:v>
                </c:pt>
                <c:pt idx="4740">
                  <c:v>-1</c:v>
                </c:pt>
                <c:pt idx="4741">
                  <c:v>-1</c:v>
                </c:pt>
                <c:pt idx="4742">
                  <c:v>-1</c:v>
                </c:pt>
                <c:pt idx="4743">
                  <c:v>-1</c:v>
                </c:pt>
                <c:pt idx="4744">
                  <c:v>-1</c:v>
                </c:pt>
                <c:pt idx="4745">
                  <c:v>-1</c:v>
                </c:pt>
                <c:pt idx="4746">
                  <c:v>-1</c:v>
                </c:pt>
                <c:pt idx="4747">
                  <c:v>-1</c:v>
                </c:pt>
                <c:pt idx="4748">
                  <c:v>-1</c:v>
                </c:pt>
                <c:pt idx="4749">
                  <c:v>-1</c:v>
                </c:pt>
                <c:pt idx="4750">
                  <c:v>-1</c:v>
                </c:pt>
                <c:pt idx="4751">
                  <c:v>-1</c:v>
                </c:pt>
                <c:pt idx="4752">
                  <c:v>-1</c:v>
                </c:pt>
                <c:pt idx="4753">
                  <c:v>-1</c:v>
                </c:pt>
                <c:pt idx="4754">
                  <c:v>0</c:v>
                </c:pt>
                <c:pt idx="4755">
                  <c:v>0</c:v>
                </c:pt>
                <c:pt idx="4756">
                  <c:v>0</c:v>
                </c:pt>
                <c:pt idx="4757">
                  <c:v>2</c:v>
                </c:pt>
                <c:pt idx="4758">
                  <c:v>6</c:v>
                </c:pt>
                <c:pt idx="4759">
                  <c:v>-1</c:v>
                </c:pt>
                <c:pt idx="4760">
                  <c:v>-1</c:v>
                </c:pt>
                <c:pt idx="4761">
                  <c:v>-1</c:v>
                </c:pt>
                <c:pt idx="4762">
                  <c:v>-1</c:v>
                </c:pt>
                <c:pt idx="4763">
                  <c:v>-1</c:v>
                </c:pt>
                <c:pt idx="4764">
                  <c:v>-1</c:v>
                </c:pt>
                <c:pt idx="4765">
                  <c:v>-1</c:v>
                </c:pt>
                <c:pt idx="4766">
                  <c:v>-1</c:v>
                </c:pt>
                <c:pt idx="4767">
                  <c:v>-1</c:v>
                </c:pt>
              </c:numCache>
            </c:numRef>
          </c:val>
          <c:smooth val="0"/>
        </c:ser>
        <c:ser>
          <c:idx val="5"/>
          <c:order val="1"/>
          <c:tx>
            <c:strRef>
              <c:f>'08_08_13_mount_washington'!$F$1</c:f>
              <c:strCache>
                <c:ptCount val="1"/>
                <c:pt idx="0">
                  <c:v>Cadence</c:v>
                </c:pt>
              </c:strCache>
            </c:strRef>
          </c:tx>
          <c:spPr>
            <a:ln w="12700">
              <a:solidFill>
                <a:srgbClr val="0000FF"/>
              </a:solidFill>
              <a:prstDash val="solid"/>
            </a:ln>
          </c:spPr>
          <c:marker>
            <c:symbol val="none"/>
          </c:marker>
          <c:cat>
            <c:numRef>
              <c:f>'08_08_13_mount_washington'!$K$2:$K$4769</c:f>
              <c:numCache>
                <c:formatCode>General</c:formatCode>
                <c:ptCount val="4768"/>
                <c:pt idx="0">
                  <c:v>6.8310000000000011E-3</c:v>
                </c:pt>
                <c:pt idx="1">
                  <c:v>8.0730000000000055E-3</c:v>
                </c:pt>
                <c:pt idx="2">
                  <c:v>9.3150000000000073E-3</c:v>
                </c:pt>
                <c:pt idx="3">
                  <c:v>1.0557E-2</c:v>
                </c:pt>
                <c:pt idx="4">
                  <c:v>1.3041000000000009E-2</c:v>
                </c:pt>
                <c:pt idx="5">
                  <c:v>1.4282999999999999E-2</c:v>
                </c:pt>
                <c:pt idx="6">
                  <c:v>1.6767000000000011E-2</c:v>
                </c:pt>
                <c:pt idx="7">
                  <c:v>1.8630000000000008E-2</c:v>
                </c:pt>
                <c:pt idx="8">
                  <c:v>2.1114000000000001E-2</c:v>
                </c:pt>
                <c:pt idx="9">
                  <c:v>2.3597999999999997E-2</c:v>
                </c:pt>
                <c:pt idx="10">
                  <c:v>2.7324000000000001E-2</c:v>
                </c:pt>
                <c:pt idx="11">
                  <c:v>3.1671000000000026E-2</c:v>
                </c:pt>
                <c:pt idx="12">
                  <c:v>3.5396999999999998E-2</c:v>
                </c:pt>
                <c:pt idx="13">
                  <c:v>3.9122999999999998E-2</c:v>
                </c:pt>
                <c:pt idx="14">
                  <c:v>4.3470000000000002E-2</c:v>
                </c:pt>
                <c:pt idx="15">
                  <c:v>4.719600000000003E-2</c:v>
                </c:pt>
                <c:pt idx="16">
                  <c:v>5.0922000000000023E-2</c:v>
                </c:pt>
                <c:pt idx="17">
                  <c:v>5.5269000000000013E-2</c:v>
                </c:pt>
                <c:pt idx="18">
                  <c:v>5.775300000000004E-2</c:v>
                </c:pt>
                <c:pt idx="19">
                  <c:v>6.1479000000000006E-2</c:v>
                </c:pt>
                <c:pt idx="20">
                  <c:v>6.5204999999999999E-2</c:v>
                </c:pt>
                <c:pt idx="21">
                  <c:v>6.9552000000000044E-2</c:v>
                </c:pt>
                <c:pt idx="22">
                  <c:v>7.2036000000000058E-2</c:v>
                </c:pt>
                <c:pt idx="23">
                  <c:v>7.5762000000000052E-2</c:v>
                </c:pt>
                <c:pt idx="24">
                  <c:v>8.0109000000000027E-2</c:v>
                </c:pt>
                <c:pt idx="25">
                  <c:v>8.3835000000000062E-2</c:v>
                </c:pt>
                <c:pt idx="26">
                  <c:v>8.6319000000000007E-2</c:v>
                </c:pt>
                <c:pt idx="27">
                  <c:v>9.0045000000000042E-2</c:v>
                </c:pt>
                <c:pt idx="28">
                  <c:v>9.315000000000008E-2</c:v>
                </c:pt>
                <c:pt idx="29">
                  <c:v>9.6876000000000032E-2</c:v>
                </c:pt>
                <c:pt idx="30">
                  <c:v>9.9360000000000032E-2</c:v>
                </c:pt>
                <c:pt idx="31">
                  <c:v>0.10370700000000002</c:v>
                </c:pt>
                <c:pt idx="32">
                  <c:v>0.10743299999999999</c:v>
                </c:pt>
                <c:pt idx="33">
                  <c:v>0.11115899999999995</c:v>
                </c:pt>
                <c:pt idx="34">
                  <c:v>0.11364299999999998</c:v>
                </c:pt>
                <c:pt idx="35">
                  <c:v>0.11674800000000002</c:v>
                </c:pt>
                <c:pt idx="36">
                  <c:v>0.12047400000000004</c:v>
                </c:pt>
                <c:pt idx="37">
                  <c:v>0.12295800000000001</c:v>
                </c:pt>
                <c:pt idx="38">
                  <c:v>0.12668399999999991</c:v>
                </c:pt>
                <c:pt idx="39">
                  <c:v>0.12978899999999999</c:v>
                </c:pt>
                <c:pt idx="40">
                  <c:v>0.13351499999999999</c:v>
                </c:pt>
                <c:pt idx="41">
                  <c:v>0.13599900000000009</c:v>
                </c:pt>
                <c:pt idx="42">
                  <c:v>0.14034600000000008</c:v>
                </c:pt>
                <c:pt idx="43">
                  <c:v>0.14283000000000001</c:v>
                </c:pt>
                <c:pt idx="44">
                  <c:v>0.14655599999999999</c:v>
                </c:pt>
                <c:pt idx="45">
                  <c:v>0.14904000000000009</c:v>
                </c:pt>
                <c:pt idx="46">
                  <c:v>0.15214500000000009</c:v>
                </c:pt>
                <c:pt idx="47">
                  <c:v>0.15587100000000001</c:v>
                </c:pt>
                <c:pt idx="48">
                  <c:v>0.15959700000000018</c:v>
                </c:pt>
                <c:pt idx="49">
                  <c:v>0.16208100000000003</c:v>
                </c:pt>
                <c:pt idx="50">
                  <c:v>0.16518600000000003</c:v>
                </c:pt>
                <c:pt idx="51">
                  <c:v>0.16766999999999999</c:v>
                </c:pt>
                <c:pt idx="52">
                  <c:v>0.170154</c:v>
                </c:pt>
                <c:pt idx="53">
                  <c:v>0.17263800000000001</c:v>
                </c:pt>
                <c:pt idx="54">
                  <c:v>0.17512199999999997</c:v>
                </c:pt>
                <c:pt idx="55">
                  <c:v>0.17698500000000006</c:v>
                </c:pt>
                <c:pt idx="56">
                  <c:v>0.17946900000000013</c:v>
                </c:pt>
                <c:pt idx="57">
                  <c:v>0.18071100000000007</c:v>
                </c:pt>
                <c:pt idx="58">
                  <c:v>0.18319500000000008</c:v>
                </c:pt>
                <c:pt idx="59">
                  <c:v>0.18567899999999998</c:v>
                </c:pt>
                <c:pt idx="60">
                  <c:v>0.18692100000000009</c:v>
                </c:pt>
                <c:pt idx="61">
                  <c:v>0.18878400000000009</c:v>
                </c:pt>
                <c:pt idx="62">
                  <c:v>0.19126800000000005</c:v>
                </c:pt>
                <c:pt idx="63">
                  <c:v>0.19251000000000001</c:v>
                </c:pt>
                <c:pt idx="64">
                  <c:v>0.19375200000000004</c:v>
                </c:pt>
                <c:pt idx="65">
                  <c:v>0.19623600000000005</c:v>
                </c:pt>
                <c:pt idx="66">
                  <c:v>0.19747800000000004</c:v>
                </c:pt>
                <c:pt idx="67">
                  <c:v>0.19872000000000004</c:v>
                </c:pt>
                <c:pt idx="68">
                  <c:v>0.201825</c:v>
                </c:pt>
                <c:pt idx="69">
                  <c:v>0.20306700000000008</c:v>
                </c:pt>
                <c:pt idx="70">
                  <c:v>0.2043090000000001</c:v>
                </c:pt>
                <c:pt idx="71">
                  <c:v>0.20555100000000001</c:v>
                </c:pt>
                <c:pt idx="72">
                  <c:v>0.20803500000000008</c:v>
                </c:pt>
                <c:pt idx="73">
                  <c:v>0.2092770000000001</c:v>
                </c:pt>
                <c:pt idx="74">
                  <c:v>0.21051900000000012</c:v>
                </c:pt>
                <c:pt idx="75">
                  <c:v>0.21176100000000009</c:v>
                </c:pt>
                <c:pt idx="76">
                  <c:v>0.21362399999999998</c:v>
                </c:pt>
                <c:pt idx="77">
                  <c:v>0.21486600000000006</c:v>
                </c:pt>
                <c:pt idx="78">
                  <c:v>0.21735000000000004</c:v>
                </c:pt>
                <c:pt idx="79">
                  <c:v>0.21859200000000006</c:v>
                </c:pt>
                <c:pt idx="80">
                  <c:v>0.21983400000000006</c:v>
                </c:pt>
                <c:pt idx="81">
                  <c:v>0.22231800000000004</c:v>
                </c:pt>
                <c:pt idx="82">
                  <c:v>0.22356000000000001</c:v>
                </c:pt>
                <c:pt idx="83">
                  <c:v>0.22542300000000001</c:v>
                </c:pt>
                <c:pt idx="84">
                  <c:v>0.22790700000000011</c:v>
                </c:pt>
                <c:pt idx="85">
                  <c:v>0.22914900000000005</c:v>
                </c:pt>
                <c:pt idx="86">
                  <c:v>0.23039099999999998</c:v>
                </c:pt>
                <c:pt idx="87">
                  <c:v>0.232875</c:v>
                </c:pt>
                <c:pt idx="88">
                  <c:v>0.23411699999999999</c:v>
                </c:pt>
                <c:pt idx="89">
                  <c:v>0.23535900000000001</c:v>
                </c:pt>
                <c:pt idx="90">
                  <c:v>0.23846400000000009</c:v>
                </c:pt>
                <c:pt idx="91">
                  <c:v>0.23970600000000009</c:v>
                </c:pt>
                <c:pt idx="92">
                  <c:v>0.24094800000000016</c:v>
                </c:pt>
                <c:pt idx="93">
                  <c:v>0.24219000000000004</c:v>
                </c:pt>
                <c:pt idx="94">
                  <c:v>0.244674</c:v>
                </c:pt>
                <c:pt idx="95">
                  <c:v>0.24591600000000019</c:v>
                </c:pt>
                <c:pt idx="96">
                  <c:v>0.24715800000000004</c:v>
                </c:pt>
                <c:pt idx="97">
                  <c:v>0.2490210000000001</c:v>
                </c:pt>
                <c:pt idx="98">
                  <c:v>0.25150500000000003</c:v>
                </c:pt>
                <c:pt idx="99">
                  <c:v>0.25274699999999994</c:v>
                </c:pt>
                <c:pt idx="100">
                  <c:v>0.25398900000000008</c:v>
                </c:pt>
                <c:pt idx="101">
                  <c:v>0.25647300000000001</c:v>
                </c:pt>
                <c:pt idx="102">
                  <c:v>0.25771500000000003</c:v>
                </c:pt>
                <c:pt idx="103">
                  <c:v>0.2589570000000001</c:v>
                </c:pt>
                <c:pt idx="104">
                  <c:v>0.26019899999999996</c:v>
                </c:pt>
                <c:pt idx="105">
                  <c:v>0.26330400000000015</c:v>
                </c:pt>
                <c:pt idx="106">
                  <c:v>0.264546</c:v>
                </c:pt>
                <c:pt idx="107">
                  <c:v>0.26578800000000002</c:v>
                </c:pt>
                <c:pt idx="108">
                  <c:v>0.2670300000000001</c:v>
                </c:pt>
                <c:pt idx="109">
                  <c:v>0.26827200000000001</c:v>
                </c:pt>
                <c:pt idx="110">
                  <c:v>0.26951400000000014</c:v>
                </c:pt>
                <c:pt idx="111">
                  <c:v>0.270756</c:v>
                </c:pt>
                <c:pt idx="112">
                  <c:v>0.27199800000000002</c:v>
                </c:pt>
                <c:pt idx="113">
                  <c:v>0.27386100000000002</c:v>
                </c:pt>
                <c:pt idx="114">
                  <c:v>0.2751030000000001</c:v>
                </c:pt>
                <c:pt idx="115">
                  <c:v>0.27758700000000008</c:v>
                </c:pt>
                <c:pt idx="116">
                  <c:v>0.27882900000000027</c:v>
                </c:pt>
                <c:pt idx="117">
                  <c:v>0.28007100000000001</c:v>
                </c:pt>
                <c:pt idx="118">
                  <c:v>0.2813130000000002</c:v>
                </c:pt>
                <c:pt idx="119">
                  <c:v>0.282555</c:v>
                </c:pt>
                <c:pt idx="120">
                  <c:v>0.28379699999999997</c:v>
                </c:pt>
                <c:pt idx="121">
                  <c:v>0.28566000000000008</c:v>
                </c:pt>
                <c:pt idx="122">
                  <c:v>0.28690200000000021</c:v>
                </c:pt>
                <c:pt idx="123">
                  <c:v>0.28814400000000001</c:v>
                </c:pt>
                <c:pt idx="124">
                  <c:v>0.29062800000000016</c:v>
                </c:pt>
                <c:pt idx="125">
                  <c:v>0.29187000000000024</c:v>
                </c:pt>
                <c:pt idx="126">
                  <c:v>0.29311200000000015</c:v>
                </c:pt>
                <c:pt idx="127">
                  <c:v>0.29435400000000017</c:v>
                </c:pt>
                <c:pt idx="128">
                  <c:v>0.29559600000000008</c:v>
                </c:pt>
                <c:pt idx="129">
                  <c:v>0.29745900000000008</c:v>
                </c:pt>
                <c:pt idx="130">
                  <c:v>0.29870100000000011</c:v>
                </c:pt>
                <c:pt idx="131">
                  <c:v>0.29994300000000002</c:v>
                </c:pt>
                <c:pt idx="132">
                  <c:v>0.3011850000000002</c:v>
                </c:pt>
                <c:pt idx="133">
                  <c:v>0.30366900000000008</c:v>
                </c:pt>
                <c:pt idx="134">
                  <c:v>0.30491100000000027</c:v>
                </c:pt>
                <c:pt idx="135">
                  <c:v>0.30615300000000001</c:v>
                </c:pt>
                <c:pt idx="136">
                  <c:v>0.30739500000000008</c:v>
                </c:pt>
                <c:pt idx="137">
                  <c:v>0.30863700000000011</c:v>
                </c:pt>
                <c:pt idx="138">
                  <c:v>0.31050000000000016</c:v>
                </c:pt>
                <c:pt idx="139">
                  <c:v>0.31174200000000002</c:v>
                </c:pt>
                <c:pt idx="140">
                  <c:v>0.31422600000000017</c:v>
                </c:pt>
                <c:pt idx="141">
                  <c:v>0.31546800000000036</c:v>
                </c:pt>
                <c:pt idx="142">
                  <c:v>0.31671000000000021</c:v>
                </c:pt>
                <c:pt idx="143">
                  <c:v>0.31795200000000018</c:v>
                </c:pt>
                <c:pt idx="144">
                  <c:v>0.3191940000000002</c:v>
                </c:pt>
                <c:pt idx="145">
                  <c:v>0.32043600000000017</c:v>
                </c:pt>
                <c:pt idx="146">
                  <c:v>0.322299</c:v>
                </c:pt>
                <c:pt idx="147">
                  <c:v>0.32354100000000002</c:v>
                </c:pt>
                <c:pt idx="148">
                  <c:v>0.32478300000000027</c:v>
                </c:pt>
                <c:pt idx="149">
                  <c:v>0.3272670000000002</c:v>
                </c:pt>
                <c:pt idx="150">
                  <c:v>0.32850900000000016</c:v>
                </c:pt>
                <c:pt idx="151">
                  <c:v>0.32975100000000002</c:v>
                </c:pt>
                <c:pt idx="152">
                  <c:v>0.3309930000000002</c:v>
                </c:pt>
                <c:pt idx="153">
                  <c:v>0.332235</c:v>
                </c:pt>
                <c:pt idx="154">
                  <c:v>0.33409800000000017</c:v>
                </c:pt>
                <c:pt idx="155">
                  <c:v>0.33534000000000036</c:v>
                </c:pt>
                <c:pt idx="156">
                  <c:v>0.3378240000000004</c:v>
                </c:pt>
                <c:pt idx="157">
                  <c:v>0.33906600000000037</c:v>
                </c:pt>
                <c:pt idx="158">
                  <c:v>0.34030800000000022</c:v>
                </c:pt>
                <c:pt idx="159">
                  <c:v>0.34155000000000008</c:v>
                </c:pt>
                <c:pt idx="160">
                  <c:v>0.3427920000000001</c:v>
                </c:pt>
                <c:pt idx="161">
                  <c:v>0.34403400000000006</c:v>
                </c:pt>
                <c:pt idx="162">
                  <c:v>0.34589700000000007</c:v>
                </c:pt>
                <c:pt idx="163">
                  <c:v>0.34713900000000009</c:v>
                </c:pt>
                <c:pt idx="164">
                  <c:v>0.34838100000000027</c:v>
                </c:pt>
                <c:pt idx="165">
                  <c:v>0.34962300000000018</c:v>
                </c:pt>
                <c:pt idx="166">
                  <c:v>0.35210700000000006</c:v>
                </c:pt>
                <c:pt idx="167">
                  <c:v>0.35334900000000008</c:v>
                </c:pt>
                <c:pt idx="168">
                  <c:v>0.3545910000000001</c:v>
                </c:pt>
                <c:pt idx="169">
                  <c:v>0.35583300000000007</c:v>
                </c:pt>
                <c:pt idx="170">
                  <c:v>0.3570750000000002</c:v>
                </c:pt>
                <c:pt idx="171">
                  <c:v>0.35893800000000015</c:v>
                </c:pt>
                <c:pt idx="172">
                  <c:v>0.36018000000000017</c:v>
                </c:pt>
                <c:pt idx="173">
                  <c:v>0.36142200000000024</c:v>
                </c:pt>
                <c:pt idx="174">
                  <c:v>0.36266400000000021</c:v>
                </c:pt>
                <c:pt idx="175">
                  <c:v>0.36514800000000008</c:v>
                </c:pt>
                <c:pt idx="176">
                  <c:v>0.36639000000000027</c:v>
                </c:pt>
                <c:pt idx="177">
                  <c:v>0.36763200000000001</c:v>
                </c:pt>
                <c:pt idx="178">
                  <c:v>0.36887400000000031</c:v>
                </c:pt>
                <c:pt idx="179">
                  <c:v>0.37073700000000004</c:v>
                </c:pt>
                <c:pt idx="180">
                  <c:v>0.37197900000000017</c:v>
                </c:pt>
                <c:pt idx="181">
                  <c:v>0.37322100000000008</c:v>
                </c:pt>
                <c:pt idx="182">
                  <c:v>0.37446300000000027</c:v>
                </c:pt>
                <c:pt idx="183">
                  <c:v>0.37570500000000001</c:v>
                </c:pt>
                <c:pt idx="184">
                  <c:v>0.3769470000000002</c:v>
                </c:pt>
                <c:pt idx="185">
                  <c:v>0.37818900000000016</c:v>
                </c:pt>
                <c:pt idx="186">
                  <c:v>0.37943100000000007</c:v>
                </c:pt>
                <c:pt idx="187">
                  <c:v>0.38067300000000021</c:v>
                </c:pt>
                <c:pt idx="188">
                  <c:v>0.38377800000000017</c:v>
                </c:pt>
                <c:pt idx="189">
                  <c:v>0.38502000000000025</c:v>
                </c:pt>
                <c:pt idx="190">
                  <c:v>0.38626200000000022</c:v>
                </c:pt>
                <c:pt idx="191">
                  <c:v>0.38750400000000024</c:v>
                </c:pt>
                <c:pt idx="192">
                  <c:v>0.38874600000000015</c:v>
                </c:pt>
                <c:pt idx="193">
                  <c:v>0.38998800000000033</c:v>
                </c:pt>
                <c:pt idx="194">
                  <c:v>0.39123000000000002</c:v>
                </c:pt>
                <c:pt idx="195">
                  <c:v>0.39247200000000038</c:v>
                </c:pt>
                <c:pt idx="196">
                  <c:v>0.39433500000000027</c:v>
                </c:pt>
                <c:pt idx="197">
                  <c:v>0.39557700000000018</c:v>
                </c:pt>
                <c:pt idx="198">
                  <c:v>0.39681900000000037</c:v>
                </c:pt>
                <c:pt idx="199">
                  <c:v>0.39806100000000016</c:v>
                </c:pt>
                <c:pt idx="200">
                  <c:v>0.39930300000000024</c:v>
                </c:pt>
                <c:pt idx="201">
                  <c:v>0.40054500000000004</c:v>
                </c:pt>
                <c:pt idx="202">
                  <c:v>0.40178700000000001</c:v>
                </c:pt>
                <c:pt idx="203">
                  <c:v>0.40302900000000008</c:v>
                </c:pt>
                <c:pt idx="204">
                  <c:v>0.40551300000000001</c:v>
                </c:pt>
                <c:pt idx="205">
                  <c:v>0.40737600000000024</c:v>
                </c:pt>
                <c:pt idx="206">
                  <c:v>0.4086180000000002</c:v>
                </c:pt>
                <c:pt idx="207">
                  <c:v>0.40986000000000017</c:v>
                </c:pt>
                <c:pt idx="208">
                  <c:v>0.41110200000000002</c:v>
                </c:pt>
                <c:pt idx="209">
                  <c:v>0.41234400000000021</c:v>
                </c:pt>
                <c:pt idx="210">
                  <c:v>0.41482800000000036</c:v>
                </c:pt>
                <c:pt idx="211">
                  <c:v>0.41607000000000016</c:v>
                </c:pt>
                <c:pt idx="212">
                  <c:v>0.41731200000000024</c:v>
                </c:pt>
                <c:pt idx="213">
                  <c:v>0.42041700000000021</c:v>
                </c:pt>
                <c:pt idx="214">
                  <c:v>0.42165900000000001</c:v>
                </c:pt>
                <c:pt idx="215">
                  <c:v>0.42290100000000008</c:v>
                </c:pt>
                <c:pt idx="216">
                  <c:v>0.42414300000000005</c:v>
                </c:pt>
                <c:pt idx="217">
                  <c:v>0.4266270000000002</c:v>
                </c:pt>
                <c:pt idx="218">
                  <c:v>0.42786900000000022</c:v>
                </c:pt>
                <c:pt idx="219">
                  <c:v>0.42911100000000008</c:v>
                </c:pt>
                <c:pt idx="220">
                  <c:v>0.43097400000000025</c:v>
                </c:pt>
                <c:pt idx="221">
                  <c:v>0.43345800000000018</c:v>
                </c:pt>
                <c:pt idx="222">
                  <c:v>0.43470000000000014</c:v>
                </c:pt>
                <c:pt idx="223">
                  <c:v>0.43594200000000016</c:v>
                </c:pt>
                <c:pt idx="224">
                  <c:v>0.43718400000000024</c:v>
                </c:pt>
                <c:pt idx="225">
                  <c:v>0.43966800000000017</c:v>
                </c:pt>
                <c:pt idx="226">
                  <c:v>0.44091000000000008</c:v>
                </c:pt>
                <c:pt idx="227">
                  <c:v>0.44277300000000003</c:v>
                </c:pt>
                <c:pt idx="228">
                  <c:v>0.44401500000000016</c:v>
                </c:pt>
                <c:pt idx="229">
                  <c:v>0.44649900000000009</c:v>
                </c:pt>
                <c:pt idx="230">
                  <c:v>0.447741</c:v>
                </c:pt>
                <c:pt idx="231">
                  <c:v>0.44898300000000019</c:v>
                </c:pt>
                <c:pt idx="232">
                  <c:v>0.4502250000000001</c:v>
                </c:pt>
                <c:pt idx="233">
                  <c:v>0.45270900000000003</c:v>
                </c:pt>
                <c:pt idx="234">
                  <c:v>0.4539510000000001</c:v>
                </c:pt>
                <c:pt idx="235">
                  <c:v>0.45581400000000016</c:v>
                </c:pt>
                <c:pt idx="236">
                  <c:v>0.45705600000000002</c:v>
                </c:pt>
                <c:pt idx="237">
                  <c:v>0.45954</c:v>
                </c:pt>
                <c:pt idx="238">
                  <c:v>0.46078200000000002</c:v>
                </c:pt>
                <c:pt idx="239">
                  <c:v>0.46202400000000021</c:v>
                </c:pt>
                <c:pt idx="240">
                  <c:v>0.46326600000000001</c:v>
                </c:pt>
                <c:pt idx="241">
                  <c:v>0.46450800000000014</c:v>
                </c:pt>
                <c:pt idx="242">
                  <c:v>0.467613</c:v>
                </c:pt>
                <c:pt idx="243">
                  <c:v>0.46885500000000002</c:v>
                </c:pt>
                <c:pt idx="244">
                  <c:v>0.4700970000000001</c:v>
                </c:pt>
                <c:pt idx="245">
                  <c:v>0.47133900000000001</c:v>
                </c:pt>
                <c:pt idx="246">
                  <c:v>0.47382300000000027</c:v>
                </c:pt>
                <c:pt idx="247">
                  <c:v>0.47506500000000002</c:v>
                </c:pt>
                <c:pt idx="248">
                  <c:v>0.4763070000000002</c:v>
                </c:pt>
                <c:pt idx="249">
                  <c:v>0.477549</c:v>
                </c:pt>
                <c:pt idx="250">
                  <c:v>0.48065400000000008</c:v>
                </c:pt>
                <c:pt idx="251">
                  <c:v>0.48189600000000021</c:v>
                </c:pt>
                <c:pt idx="252">
                  <c:v>0.48313800000000001</c:v>
                </c:pt>
                <c:pt idx="253">
                  <c:v>0.48562200000000016</c:v>
                </c:pt>
                <c:pt idx="254">
                  <c:v>0.48686400000000024</c:v>
                </c:pt>
                <c:pt idx="255">
                  <c:v>0.48810600000000021</c:v>
                </c:pt>
                <c:pt idx="256">
                  <c:v>0.49059000000000008</c:v>
                </c:pt>
                <c:pt idx="257">
                  <c:v>0.4924530000000002</c:v>
                </c:pt>
                <c:pt idx="258">
                  <c:v>0.49369500000000011</c:v>
                </c:pt>
                <c:pt idx="259">
                  <c:v>0.4961790000000002</c:v>
                </c:pt>
                <c:pt idx="260">
                  <c:v>0.49742100000000017</c:v>
                </c:pt>
                <c:pt idx="261">
                  <c:v>0.49866300000000002</c:v>
                </c:pt>
                <c:pt idx="262">
                  <c:v>0.49990500000000021</c:v>
                </c:pt>
                <c:pt idx="263">
                  <c:v>0.50238899999999953</c:v>
                </c:pt>
                <c:pt idx="264">
                  <c:v>0.5042519999999997</c:v>
                </c:pt>
                <c:pt idx="265">
                  <c:v>0.505494</c:v>
                </c:pt>
                <c:pt idx="266">
                  <c:v>0.50673599999999996</c:v>
                </c:pt>
                <c:pt idx="267">
                  <c:v>0.5079779999999996</c:v>
                </c:pt>
                <c:pt idx="268">
                  <c:v>0.51046199999999953</c:v>
                </c:pt>
                <c:pt idx="269">
                  <c:v>0.5117039999999996</c:v>
                </c:pt>
                <c:pt idx="270">
                  <c:v>0.51294600000000001</c:v>
                </c:pt>
                <c:pt idx="271">
                  <c:v>0.51418799999999965</c:v>
                </c:pt>
                <c:pt idx="272">
                  <c:v>0.517293</c:v>
                </c:pt>
                <c:pt idx="273">
                  <c:v>0.51853499999999952</c:v>
                </c:pt>
                <c:pt idx="274">
                  <c:v>0.5197769999999996</c:v>
                </c:pt>
                <c:pt idx="275">
                  <c:v>0.52101900000000001</c:v>
                </c:pt>
                <c:pt idx="276">
                  <c:v>0.52226099999999953</c:v>
                </c:pt>
                <c:pt idx="277">
                  <c:v>0.52350299999999939</c:v>
                </c:pt>
                <c:pt idx="278">
                  <c:v>0.52474500000000035</c:v>
                </c:pt>
                <c:pt idx="279">
                  <c:v>0.52784999999999993</c:v>
                </c:pt>
                <c:pt idx="280">
                  <c:v>0.52909200000000001</c:v>
                </c:pt>
                <c:pt idx="281">
                  <c:v>0.53033399999999953</c:v>
                </c:pt>
                <c:pt idx="282">
                  <c:v>0.5315759999999996</c:v>
                </c:pt>
                <c:pt idx="283">
                  <c:v>0.53405999999999998</c:v>
                </c:pt>
                <c:pt idx="284">
                  <c:v>0.53530199999999961</c:v>
                </c:pt>
                <c:pt idx="285">
                  <c:v>0.53654400000000002</c:v>
                </c:pt>
                <c:pt idx="286">
                  <c:v>0.53778599999999999</c:v>
                </c:pt>
                <c:pt idx="287">
                  <c:v>0.54089100000000034</c:v>
                </c:pt>
                <c:pt idx="288">
                  <c:v>0.54213299999999953</c:v>
                </c:pt>
                <c:pt idx="289">
                  <c:v>0.54337499999999961</c:v>
                </c:pt>
                <c:pt idx="290">
                  <c:v>0.54585899999999998</c:v>
                </c:pt>
                <c:pt idx="291">
                  <c:v>0.54710099999999962</c:v>
                </c:pt>
                <c:pt idx="292">
                  <c:v>0.54958499999999966</c:v>
                </c:pt>
                <c:pt idx="293">
                  <c:v>0.55082699999999996</c:v>
                </c:pt>
                <c:pt idx="294">
                  <c:v>0.55393199999999998</c:v>
                </c:pt>
                <c:pt idx="295">
                  <c:v>0.55517400000000039</c:v>
                </c:pt>
                <c:pt idx="296">
                  <c:v>0.55641599999999969</c:v>
                </c:pt>
                <c:pt idx="297">
                  <c:v>0.5589000000000004</c:v>
                </c:pt>
                <c:pt idx="298">
                  <c:v>0.56014200000000003</c:v>
                </c:pt>
                <c:pt idx="299">
                  <c:v>0.56262600000000029</c:v>
                </c:pt>
                <c:pt idx="300">
                  <c:v>0.56448900000000002</c:v>
                </c:pt>
                <c:pt idx="301">
                  <c:v>0.56573099999999998</c:v>
                </c:pt>
                <c:pt idx="302">
                  <c:v>0.56821500000000003</c:v>
                </c:pt>
                <c:pt idx="303">
                  <c:v>0.56945699999999966</c:v>
                </c:pt>
                <c:pt idx="304">
                  <c:v>0.57069900000000073</c:v>
                </c:pt>
                <c:pt idx="305">
                  <c:v>0.57194100000000037</c:v>
                </c:pt>
                <c:pt idx="306">
                  <c:v>0.57442500000000041</c:v>
                </c:pt>
                <c:pt idx="307">
                  <c:v>0.57628800000000002</c:v>
                </c:pt>
                <c:pt idx="308">
                  <c:v>0.57752999999999999</c:v>
                </c:pt>
                <c:pt idx="309">
                  <c:v>0.58001399999999959</c:v>
                </c:pt>
                <c:pt idx="310">
                  <c:v>0.58125599999999977</c:v>
                </c:pt>
                <c:pt idx="311">
                  <c:v>0.58249799999999952</c:v>
                </c:pt>
                <c:pt idx="312">
                  <c:v>0.58498199999999978</c:v>
                </c:pt>
                <c:pt idx="313">
                  <c:v>0.58622399999999975</c:v>
                </c:pt>
                <c:pt idx="314">
                  <c:v>0.58746599999999938</c:v>
                </c:pt>
                <c:pt idx="315">
                  <c:v>0.58932899999999977</c:v>
                </c:pt>
                <c:pt idx="316">
                  <c:v>0.59181299999999948</c:v>
                </c:pt>
                <c:pt idx="317">
                  <c:v>0.59305500000000011</c:v>
                </c:pt>
                <c:pt idx="318">
                  <c:v>0.59553899999999937</c:v>
                </c:pt>
                <c:pt idx="319">
                  <c:v>0.59678100000000012</c:v>
                </c:pt>
                <c:pt idx="320">
                  <c:v>0.59802299999999975</c:v>
                </c:pt>
                <c:pt idx="321">
                  <c:v>0.60112800000000033</c:v>
                </c:pt>
                <c:pt idx="322">
                  <c:v>0.60236999999999996</c:v>
                </c:pt>
                <c:pt idx="323">
                  <c:v>0.60361199999999993</c:v>
                </c:pt>
                <c:pt idx="324">
                  <c:v>0.6060960000000003</c:v>
                </c:pt>
                <c:pt idx="325">
                  <c:v>0.6073379999999996</c:v>
                </c:pt>
                <c:pt idx="326">
                  <c:v>0.60982200000000031</c:v>
                </c:pt>
                <c:pt idx="327">
                  <c:v>0.61106399999999961</c:v>
                </c:pt>
                <c:pt idx="328">
                  <c:v>0.61292700000000033</c:v>
                </c:pt>
                <c:pt idx="329">
                  <c:v>0.61541100000000004</c:v>
                </c:pt>
                <c:pt idx="330">
                  <c:v>0.61665300000000034</c:v>
                </c:pt>
                <c:pt idx="331">
                  <c:v>0.61913700000000005</c:v>
                </c:pt>
                <c:pt idx="332">
                  <c:v>0.62037900000000035</c:v>
                </c:pt>
                <c:pt idx="333">
                  <c:v>0.62162100000000053</c:v>
                </c:pt>
                <c:pt idx="334">
                  <c:v>0.62472600000000034</c:v>
                </c:pt>
                <c:pt idx="335">
                  <c:v>0.62596799999999997</c:v>
                </c:pt>
                <c:pt idx="336">
                  <c:v>0.62721000000000005</c:v>
                </c:pt>
                <c:pt idx="337">
                  <c:v>0.62969400000000053</c:v>
                </c:pt>
                <c:pt idx="338">
                  <c:v>0.63093600000000005</c:v>
                </c:pt>
                <c:pt idx="339">
                  <c:v>0.63341999999999998</c:v>
                </c:pt>
                <c:pt idx="340">
                  <c:v>0.63466200000000039</c:v>
                </c:pt>
                <c:pt idx="341">
                  <c:v>0.63590400000000036</c:v>
                </c:pt>
                <c:pt idx="342">
                  <c:v>0.63900899999999994</c:v>
                </c:pt>
                <c:pt idx="343">
                  <c:v>0.6402509999999999</c:v>
                </c:pt>
                <c:pt idx="344">
                  <c:v>0.64149299999999998</c:v>
                </c:pt>
                <c:pt idx="345">
                  <c:v>0.64397699999999991</c:v>
                </c:pt>
                <c:pt idx="346">
                  <c:v>0.64521899999999999</c:v>
                </c:pt>
                <c:pt idx="347">
                  <c:v>0.64646099999999962</c:v>
                </c:pt>
                <c:pt idx="348">
                  <c:v>0.64956599999999998</c:v>
                </c:pt>
                <c:pt idx="349">
                  <c:v>0.65080800000000061</c:v>
                </c:pt>
                <c:pt idx="350">
                  <c:v>0.65205000000000035</c:v>
                </c:pt>
                <c:pt idx="351">
                  <c:v>0.65453400000000039</c:v>
                </c:pt>
                <c:pt idx="352">
                  <c:v>0.65577600000000036</c:v>
                </c:pt>
                <c:pt idx="353">
                  <c:v>0.65701799999999999</c:v>
                </c:pt>
                <c:pt idx="354">
                  <c:v>0.65950200000000003</c:v>
                </c:pt>
                <c:pt idx="355">
                  <c:v>0.66136499999999998</c:v>
                </c:pt>
                <c:pt idx="356">
                  <c:v>0.66384900000000047</c:v>
                </c:pt>
                <c:pt idx="357">
                  <c:v>0.66509100000000054</c:v>
                </c:pt>
                <c:pt idx="358">
                  <c:v>0.66757499999999992</c:v>
                </c:pt>
                <c:pt idx="359">
                  <c:v>0.67005900000000052</c:v>
                </c:pt>
                <c:pt idx="360">
                  <c:v>0.67130099999999993</c:v>
                </c:pt>
                <c:pt idx="361">
                  <c:v>0.67440600000000039</c:v>
                </c:pt>
                <c:pt idx="362">
                  <c:v>0.6756480000000008</c:v>
                </c:pt>
                <c:pt idx="363">
                  <c:v>0.6781320000000004</c:v>
                </c:pt>
                <c:pt idx="364">
                  <c:v>0.68061600000000011</c:v>
                </c:pt>
                <c:pt idx="365">
                  <c:v>0.68185800000000052</c:v>
                </c:pt>
                <c:pt idx="366">
                  <c:v>0.68434200000000012</c:v>
                </c:pt>
                <c:pt idx="367">
                  <c:v>0.68620499999999973</c:v>
                </c:pt>
                <c:pt idx="368">
                  <c:v>0.68868900000000044</c:v>
                </c:pt>
                <c:pt idx="369">
                  <c:v>0.69117300000000015</c:v>
                </c:pt>
                <c:pt idx="370">
                  <c:v>0.69241500000000011</c:v>
                </c:pt>
                <c:pt idx="371">
                  <c:v>0.69489900000000071</c:v>
                </c:pt>
                <c:pt idx="372">
                  <c:v>0.69614100000000045</c:v>
                </c:pt>
                <c:pt idx="373">
                  <c:v>0.69924600000000003</c:v>
                </c:pt>
                <c:pt idx="374">
                  <c:v>0.70048799999999956</c:v>
                </c:pt>
                <c:pt idx="375">
                  <c:v>0.70297199999999993</c:v>
                </c:pt>
                <c:pt idx="376">
                  <c:v>0.70421399999999956</c:v>
                </c:pt>
                <c:pt idx="377">
                  <c:v>0.70669799999999994</c:v>
                </c:pt>
                <c:pt idx="378">
                  <c:v>0.7079399999999999</c:v>
                </c:pt>
                <c:pt idx="379">
                  <c:v>0.71104500000000048</c:v>
                </c:pt>
                <c:pt idx="380">
                  <c:v>0.712287</c:v>
                </c:pt>
                <c:pt idx="381">
                  <c:v>0.7147710000000006</c:v>
                </c:pt>
                <c:pt idx="382">
                  <c:v>0.71601300000000001</c:v>
                </c:pt>
                <c:pt idx="383">
                  <c:v>0.71725499999999998</c:v>
                </c:pt>
                <c:pt idx="384">
                  <c:v>0.71973900000000035</c:v>
                </c:pt>
                <c:pt idx="385">
                  <c:v>0.7216020000000003</c:v>
                </c:pt>
                <c:pt idx="386">
                  <c:v>0.7240859999999999</c:v>
                </c:pt>
                <c:pt idx="387">
                  <c:v>0.72532799999999997</c:v>
                </c:pt>
                <c:pt idx="388">
                  <c:v>0.7278119999999999</c:v>
                </c:pt>
                <c:pt idx="389">
                  <c:v>0.72905399999999998</c:v>
                </c:pt>
                <c:pt idx="390">
                  <c:v>0.73029599999999995</c:v>
                </c:pt>
                <c:pt idx="391">
                  <c:v>0.73278000000000032</c:v>
                </c:pt>
                <c:pt idx="392">
                  <c:v>0.7346430000000006</c:v>
                </c:pt>
                <c:pt idx="393">
                  <c:v>0.73712699999999998</c:v>
                </c:pt>
                <c:pt idx="394">
                  <c:v>0.73836900000000005</c:v>
                </c:pt>
                <c:pt idx="395">
                  <c:v>0.74085299999999998</c:v>
                </c:pt>
                <c:pt idx="396">
                  <c:v>0.74209500000000073</c:v>
                </c:pt>
                <c:pt idx="397">
                  <c:v>0.74457899999999999</c:v>
                </c:pt>
                <c:pt idx="398">
                  <c:v>0.74644199999999994</c:v>
                </c:pt>
                <c:pt idx="399">
                  <c:v>0.74892600000000031</c:v>
                </c:pt>
                <c:pt idx="400">
                  <c:v>0.75016799999999961</c:v>
                </c:pt>
                <c:pt idx="401">
                  <c:v>0.75265200000000032</c:v>
                </c:pt>
                <c:pt idx="402">
                  <c:v>0.75389399999999995</c:v>
                </c:pt>
                <c:pt idx="403">
                  <c:v>0.75637799999999999</c:v>
                </c:pt>
                <c:pt idx="404">
                  <c:v>0.75824100000000061</c:v>
                </c:pt>
                <c:pt idx="405">
                  <c:v>0.76072500000000076</c:v>
                </c:pt>
                <c:pt idx="406">
                  <c:v>0.76196700000000039</c:v>
                </c:pt>
                <c:pt idx="407">
                  <c:v>0.76445100000000044</c:v>
                </c:pt>
                <c:pt idx="408">
                  <c:v>0.76569300000000073</c:v>
                </c:pt>
                <c:pt idx="409">
                  <c:v>0.76817700000000044</c:v>
                </c:pt>
                <c:pt idx="410">
                  <c:v>0.76941900000000041</c:v>
                </c:pt>
                <c:pt idx="411">
                  <c:v>0.77252399999999988</c:v>
                </c:pt>
                <c:pt idx="412">
                  <c:v>0.77376599999999984</c:v>
                </c:pt>
                <c:pt idx="413">
                  <c:v>0.77625000000000022</c:v>
                </c:pt>
                <c:pt idx="414">
                  <c:v>0.77749200000000018</c:v>
                </c:pt>
                <c:pt idx="415">
                  <c:v>0.77997600000000022</c:v>
                </c:pt>
                <c:pt idx="416">
                  <c:v>0.78121799999999952</c:v>
                </c:pt>
                <c:pt idx="417">
                  <c:v>0.78432299999999955</c:v>
                </c:pt>
                <c:pt idx="418">
                  <c:v>0.7855649999999994</c:v>
                </c:pt>
                <c:pt idx="419">
                  <c:v>0.78804899999999989</c:v>
                </c:pt>
                <c:pt idx="420">
                  <c:v>0.78929099999999996</c:v>
                </c:pt>
                <c:pt idx="421">
                  <c:v>0.7917749999999999</c:v>
                </c:pt>
                <c:pt idx="422">
                  <c:v>0.79301699999999953</c:v>
                </c:pt>
                <c:pt idx="423">
                  <c:v>0.796122</c:v>
                </c:pt>
                <c:pt idx="424">
                  <c:v>0.79860600000000004</c:v>
                </c:pt>
                <c:pt idx="425">
                  <c:v>0.79984800000000034</c:v>
                </c:pt>
                <c:pt idx="426">
                  <c:v>0.80233199999999971</c:v>
                </c:pt>
                <c:pt idx="427">
                  <c:v>0.80481599999999998</c:v>
                </c:pt>
                <c:pt idx="428">
                  <c:v>0.80667899999999992</c:v>
                </c:pt>
                <c:pt idx="429">
                  <c:v>0.80916299999999941</c:v>
                </c:pt>
                <c:pt idx="430">
                  <c:v>0.8104049999999996</c:v>
                </c:pt>
                <c:pt idx="431">
                  <c:v>0.81288899999999997</c:v>
                </c:pt>
                <c:pt idx="432">
                  <c:v>0.81537300000000001</c:v>
                </c:pt>
                <c:pt idx="433">
                  <c:v>0.81661499999999998</c:v>
                </c:pt>
                <c:pt idx="434">
                  <c:v>0.81972000000000034</c:v>
                </c:pt>
                <c:pt idx="435">
                  <c:v>0.82096200000000008</c:v>
                </c:pt>
                <c:pt idx="436">
                  <c:v>0.82344600000000001</c:v>
                </c:pt>
                <c:pt idx="437">
                  <c:v>0.82468800000000042</c:v>
                </c:pt>
                <c:pt idx="438">
                  <c:v>0.82717200000000002</c:v>
                </c:pt>
                <c:pt idx="439">
                  <c:v>0.82965600000000039</c:v>
                </c:pt>
                <c:pt idx="440">
                  <c:v>0.83151900000000001</c:v>
                </c:pt>
                <c:pt idx="441">
                  <c:v>0.83400299999999961</c:v>
                </c:pt>
                <c:pt idx="442">
                  <c:v>0.83524500000000035</c:v>
                </c:pt>
                <c:pt idx="443">
                  <c:v>0.83772899999999995</c:v>
                </c:pt>
                <c:pt idx="444">
                  <c:v>0.84021299999999965</c:v>
                </c:pt>
                <c:pt idx="445">
                  <c:v>0.84145499999999962</c:v>
                </c:pt>
                <c:pt idx="446">
                  <c:v>0.84456000000000009</c:v>
                </c:pt>
                <c:pt idx="447">
                  <c:v>0.84580200000000005</c:v>
                </c:pt>
                <c:pt idx="448">
                  <c:v>0.8482860000000001</c:v>
                </c:pt>
                <c:pt idx="449">
                  <c:v>0.84952800000000039</c:v>
                </c:pt>
                <c:pt idx="450">
                  <c:v>0.8520120000000001</c:v>
                </c:pt>
                <c:pt idx="451">
                  <c:v>0.85511700000000002</c:v>
                </c:pt>
                <c:pt idx="452">
                  <c:v>0.85635899999999998</c:v>
                </c:pt>
                <c:pt idx="453">
                  <c:v>0.85884300000000036</c:v>
                </c:pt>
                <c:pt idx="454">
                  <c:v>0.86008499999999999</c:v>
                </c:pt>
                <c:pt idx="455">
                  <c:v>0.86256900000000003</c:v>
                </c:pt>
                <c:pt idx="456">
                  <c:v>0.86381100000000033</c:v>
                </c:pt>
                <c:pt idx="457">
                  <c:v>0.86629500000000048</c:v>
                </c:pt>
                <c:pt idx="458">
                  <c:v>0.86815799999999999</c:v>
                </c:pt>
                <c:pt idx="459">
                  <c:v>0.87064200000000025</c:v>
                </c:pt>
                <c:pt idx="460">
                  <c:v>0.87188399999999999</c:v>
                </c:pt>
                <c:pt idx="461">
                  <c:v>0.87436799999999959</c:v>
                </c:pt>
                <c:pt idx="462">
                  <c:v>0.87561000000000033</c:v>
                </c:pt>
                <c:pt idx="463">
                  <c:v>0.87809399999999993</c:v>
                </c:pt>
                <c:pt idx="464">
                  <c:v>0.87995699999999999</c:v>
                </c:pt>
                <c:pt idx="465">
                  <c:v>0.88244100000000014</c:v>
                </c:pt>
                <c:pt idx="466">
                  <c:v>0.88368300000000011</c:v>
                </c:pt>
                <c:pt idx="467">
                  <c:v>0.88616699999999959</c:v>
                </c:pt>
                <c:pt idx="468">
                  <c:v>0.88740900000000011</c:v>
                </c:pt>
                <c:pt idx="469">
                  <c:v>0.88989300000000027</c:v>
                </c:pt>
                <c:pt idx="470">
                  <c:v>0.8917560000000001</c:v>
                </c:pt>
                <c:pt idx="471">
                  <c:v>0.8942399999999997</c:v>
                </c:pt>
                <c:pt idx="472">
                  <c:v>0.89672400000000019</c:v>
                </c:pt>
                <c:pt idx="473">
                  <c:v>0.89796599999999971</c:v>
                </c:pt>
                <c:pt idx="474">
                  <c:v>0.90044999999999997</c:v>
                </c:pt>
                <c:pt idx="475">
                  <c:v>0.90169199999999994</c:v>
                </c:pt>
                <c:pt idx="476">
                  <c:v>0.90479700000000041</c:v>
                </c:pt>
                <c:pt idx="477">
                  <c:v>0.907281</c:v>
                </c:pt>
                <c:pt idx="478">
                  <c:v>0.90852300000000008</c:v>
                </c:pt>
                <c:pt idx="479">
                  <c:v>0.91100700000000001</c:v>
                </c:pt>
                <c:pt idx="480">
                  <c:v>0.91224900000000042</c:v>
                </c:pt>
                <c:pt idx="481">
                  <c:v>0.91473300000000002</c:v>
                </c:pt>
                <c:pt idx="482">
                  <c:v>0.9178379999999996</c:v>
                </c:pt>
                <c:pt idx="483">
                  <c:v>0.91908000000000001</c:v>
                </c:pt>
                <c:pt idx="484">
                  <c:v>0.92156399999999938</c:v>
                </c:pt>
                <c:pt idx="485">
                  <c:v>0.92404799999999998</c:v>
                </c:pt>
                <c:pt idx="486">
                  <c:v>0.92528999999999961</c:v>
                </c:pt>
                <c:pt idx="487">
                  <c:v>0.92839500000000041</c:v>
                </c:pt>
                <c:pt idx="488">
                  <c:v>0.92963700000000005</c:v>
                </c:pt>
                <c:pt idx="489">
                  <c:v>0.93212099999999998</c:v>
                </c:pt>
                <c:pt idx="490">
                  <c:v>0.93336299999999939</c:v>
                </c:pt>
                <c:pt idx="491">
                  <c:v>0.93584699999999998</c:v>
                </c:pt>
                <c:pt idx="492">
                  <c:v>0.93833099999999958</c:v>
                </c:pt>
                <c:pt idx="493">
                  <c:v>0.94019399999999997</c:v>
                </c:pt>
                <c:pt idx="494">
                  <c:v>0.94267800000000035</c:v>
                </c:pt>
                <c:pt idx="495">
                  <c:v>0.94391999999999998</c:v>
                </c:pt>
                <c:pt idx="496">
                  <c:v>0.94640400000000002</c:v>
                </c:pt>
                <c:pt idx="497">
                  <c:v>0.94764600000000032</c:v>
                </c:pt>
                <c:pt idx="498">
                  <c:v>0.95013000000000003</c:v>
                </c:pt>
                <c:pt idx="499">
                  <c:v>0.95199299999999998</c:v>
                </c:pt>
                <c:pt idx="500">
                  <c:v>0.95447699999999958</c:v>
                </c:pt>
                <c:pt idx="501">
                  <c:v>0.95696099999999962</c:v>
                </c:pt>
                <c:pt idx="502">
                  <c:v>0.95820299999999958</c:v>
                </c:pt>
                <c:pt idx="503">
                  <c:v>0.96068699999999996</c:v>
                </c:pt>
                <c:pt idx="504">
                  <c:v>0.96317100000000033</c:v>
                </c:pt>
                <c:pt idx="505">
                  <c:v>0.96627600000000002</c:v>
                </c:pt>
                <c:pt idx="506">
                  <c:v>0.9687600000000004</c:v>
                </c:pt>
                <c:pt idx="507">
                  <c:v>0.97000199999999992</c:v>
                </c:pt>
                <c:pt idx="508">
                  <c:v>0.97248599999999996</c:v>
                </c:pt>
                <c:pt idx="509">
                  <c:v>0.97497000000000023</c:v>
                </c:pt>
                <c:pt idx="510">
                  <c:v>0.97807499999999981</c:v>
                </c:pt>
                <c:pt idx="511">
                  <c:v>0.9805589999999994</c:v>
                </c:pt>
                <c:pt idx="512">
                  <c:v>0.98180099999999959</c:v>
                </c:pt>
                <c:pt idx="513">
                  <c:v>0.98428499999999941</c:v>
                </c:pt>
                <c:pt idx="514">
                  <c:v>0.98676900000000001</c:v>
                </c:pt>
                <c:pt idx="515">
                  <c:v>0.98863200000000007</c:v>
                </c:pt>
                <c:pt idx="516">
                  <c:v>0.99111599999999966</c:v>
                </c:pt>
                <c:pt idx="517">
                  <c:v>0.99360000000000004</c:v>
                </c:pt>
                <c:pt idx="518">
                  <c:v>0.994842</c:v>
                </c:pt>
                <c:pt idx="519">
                  <c:v>0.99732599999999971</c:v>
                </c:pt>
                <c:pt idx="520">
                  <c:v>1.0004309999999998</c:v>
                </c:pt>
                <c:pt idx="521">
                  <c:v>1.0016729999999998</c:v>
                </c:pt>
                <c:pt idx="522">
                  <c:v>1.0041570000000006</c:v>
                </c:pt>
                <c:pt idx="523">
                  <c:v>1.0066409999999999</c:v>
                </c:pt>
                <c:pt idx="524">
                  <c:v>1.0078829999999999</c:v>
                </c:pt>
                <c:pt idx="525">
                  <c:v>1.010367</c:v>
                </c:pt>
                <c:pt idx="526">
                  <c:v>1.0116089999999998</c:v>
                </c:pt>
                <c:pt idx="527">
                  <c:v>1.0147139999999999</c:v>
                </c:pt>
                <c:pt idx="528">
                  <c:v>1.0171979999999998</c:v>
                </c:pt>
                <c:pt idx="529">
                  <c:v>1.01844</c:v>
                </c:pt>
                <c:pt idx="530">
                  <c:v>1.0209239999999993</c:v>
                </c:pt>
                <c:pt idx="531">
                  <c:v>1.0234079999999999</c:v>
                </c:pt>
                <c:pt idx="532">
                  <c:v>1.0252709999999998</c:v>
                </c:pt>
                <c:pt idx="533">
                  <c:v>1.027755</c:v>
                </c:pt>
                <c:pt idx="534">
                  <c:v>1.0302389999999999</c:v>
                </c:pt>
                <c:pt idx="535">
                  <c:v>1.0314809999999999</c:v>
                </c:pt>
                <c:pt idx="536">
                  <c:v>1.0339649999999994</c:v>
                </c:pt>
                <c:pt idx="537">
                  <c:v>1.035207</c:v>
                </c:pt>
                <c:pt idx="538">
                  <c:v>1.0383119999999999</c:v>
                </c:pt>
                <c:pt idx="539">
                  <c:v>1.0407959999999998</c:v>
                </c:pt>
                <c:pt idx="540">
                  <c:v>1.042038</c:v>
                </c:pt>
                <c:pt idx="541">
                  <c:v>1.044522</c:v>
                </c:pt>
                <c:pt idx="542">
                  <c:v>1.0457639999999992</c:v>
                </c:pt>
                <c:pt idx="543">
                  <c:v>1.0488689999999998</c:v>
                </c:pt>
                <c:pt idx="544">
                  <c:v>1.050111</c:v>
                </c:pt>
                <c:pt idx="545">
                  <c:v>1.0525949999999993</c:v>
                </c:pt>
                <c:pt idx="546">
                  <c:v>1.0538369999999995</c:v>
                </c:pt>
                <c:pt idx="547">
                  <c:v>1.0563209999999998</c:v>
                </c:pt>
                <c:pt idx="548">
                  <c:v>1.0575629999999998</c:v>
                </c:pt>
                <c:pt idx="549">
                  <c:v>1.0600470000000006</c:v>
                </c:pt>
                <c:pt idx="550">
                  <c:v>1.0619099999999992</c:v>
                </c:pt>
                <c:pt idx="551">
                  <c:v>1.0643939999999998</c:v>
                </c:pt>
                <c:pt idx="552">
                  <c:v>1.0656359999999998</c:v>
                </c:pt>
                <c:pt idx="553">
                  <c:v>1.06812</c:v>
                </c:pt>
                <c:pt idx="554">
                  <c:v>1.0693619999999993</c:v>
                </c:pt>
                <c:pt idx="555">
                  <c:v>1.0718459999999999</c:v>
                </c:pt>
                <c:pt idx="556">
                  <c:v>1.0737089999999998</c:v>
                </c:pt>
                <c:pt idx="557">
                  <c:v>1.074951</c:v>
                </c:pt>
                <c:pt idx="558">
                  <c:v>1.0774349999999995</c:v>
                </c:pt>
                <c:pt idx="559">
                  <c:v>1.0799189999999999</c:v>
                </c:pt>
                <c:pt idx="560">
                  <c:v>1.0811609999999998</c:v>
                </c:pt>
                <c:pt idx="561">
                  <c:v>1.083645</c:v>
                </c:pt>
                <c:pt idx="562">
                  <c:v>1.0855079999999999</c:v>
                </c:pt>
                <c:pt idx="563">
                  <c:v>1.0867499999999999</c:v>
                </c:pt>
                <c:pt idx="564">
                  <c:v>1.0892339999999998</c:v>
                </c:pt>
                <c:pt idx="565">
                  <c:v>1.090476</c:v>
                </c:pt>
                <c:pt idx="566">
                  <c:v>1.0929599999999999</c:v>
                </c:pt>
                <c:pt idx="567">
                  <c:v>1.0942019999999999</c:v>
                </c:pt>
                <c:pt idx="568">
                  <c:v>1.096686</c:v>
                </c:pt>
                <c:pt idx="569">
                  <c:v>1.098549</c:v>
                </c:pt>
                <c:pt idx="570">
                  <c:v>1.1010329999999999</c:v>
                </c:pt>
                <c:pt idx="571">
                  <c:v>1.1022749999999999</c:v>
                </c:pt>
                <c:pt idx="572">
                  <c:v>1.1035169999999999</c:v>
                </c:pt>
                <c:pt idx="573">
                  <c:v>1.106001</c:v>
                </c:pt>
                <c:pt idx="574">
                  <c:v>1.107243</c:v>
                </c:pt>
                <c:pt idx="575">
                  <c:v>1.1103480000000001</c:v>
                </c:pt>
                <c:pt idx="576">
                  <c:v>1.1115899999999999</c:v>
                </c:pt>
                <c:pt idx="577">
                  <c:v>1.112832</c:v>
                </c:pt>
                <c:pt idx="578">
                  <c:v>1.115316</c:v>
                </c:pt>
                <c:pt idx="579">
                  <c:v>1.1165580000000006</c:v>
                </c:pt>
                <c:pt idx="580">
                  <c:v>1.1190420000000001</c:v>
                </c:pt>
                <c:pt idx="581">
                  <c:v>1.1202840000000001</c:v>
                </c:pt>
                <c:pt idx="582">
                  <c:v>1.123389</c:v>
                </c:pt>
                <c:pt idx="583">
                  <c:v>1.1246309999999999</c:v>
                </c:pt>
                <c:pt idx="584">
                  <c:v>1.1258729999999999</c:v>
                </c:pt>
                <c:pt idx="585">
                  <c:v>1.1283570000000007</c:v>
                </c:pt>
                <c:pt idx="586">
                  <c:v>1.1295989999999998</c:v>
                </c:pt>
                <c:pt idx="587">
                  <c:v>1.1320830000000006</c:v>
                </c:pt>
                <c:pt idx="588">
                  <c:v>1.1351880000000001</c:v>
                </c:pt>
                <c:pt idx="589">
                  <c:v>1.1364300000000001</c:v>
                </c:pt>
                <c:pt idx="590">
                  <c:v>1.138914</c:v>
                </c:pt>
                <c:pt idx="591">
                  <c:v>1.1401560000000006</c:v>
                </c:pt>
                <c:pt idx="592">
                  <c:v>1.1426400000000001</c:v>
                </c:pt>
                <c:pt idx="593">
                  <c:v>1.1438820000000001</c:v>
                </c:pt>
                <c:pt idx="594">
                  <c:v>1.1469870000000006</c:v>
                </c:pt>
                <c:pt idx="595">
                  <c:v>1.1494709999999999</c:v>
                </c:pt>
                <c:pt idx="596">
                  <c:v>1.1507130000000001</c:v>
                </c:pt>
                <c:pt idx="597">
                  <c:v>1.153197</c:v>
                </c:pt>
                <c:pt idx="598">
                  <c:v>1.154439</c:v>
                </c:pt>
                <c:pt idx="599">
                  <c:v>1.155681</c:v>
                </c:pt>
                <c:pt idx="600">
                  <c:v>1.1587860000000001</c:v>
                </c:pt>
                <c:pt idx="601">
                  <c:v>1.1600280000000001</c:v>
                </c:pt>
                <c:pt idx="602">
                  <c:v>1.1625120000000007</c:v>
                </c:pt>
                <c:pt idx="603">
                  <c:v>1.163754</c:v>
                </c:pt>
                <c:pt idx="604">
                  <c:v>1.1662380000000001</c:v>
                </c:pt>
                <c:pt idx="605">
                  <c:v>1.1674799999999999</c:v>
                </c:pt>
                <c:pt idx="606">
                  <c:v>1.1705850000000007</c:v>
                </c:pt>
                <c:pt idx="607">
                  <c:v>1.171827</c:v>
                </c:pt>
                <c:pt idx="608">
                  <c:v>1.1743110000000001</c:v>
                </c:pt>
                <c:pt idx="609">
                  <c:v>1.1755530000000001</c:v>
                </c:pt>
                <c:pt idx="610">
                  <c:v>1.1780370000000007</c:v>
                </c:pt>
                <c:pt idx="611">
                  <c:v>1.179279</c:v>
                </c:pt>
                <c:pt idx="612">
                  <c:v>1.1823840000000001</c:v>
                </c:pt>
                <c:pt idx="613">
                  <c:v>1.1836259999999998</c:v>
                </c:pt>
                <c:pt idx="614">
                  <c:v>1.1861100000000007</c:v>
                </c:pt>
                <c:pt idx="615">
                  <c:v>1.1873520000000006</c:v>
                </c:pt>
                <c:pt idx="616">
                  <c:v>1.1898359999999999</c:v>
                </c:pt>
                <c:pt idx="617">
                  <c:v>1.1910780000000001</c:v>
                </c:pt>
                <c:pt idx="618">
                  <c:v>1.193562</c:v>
                </c:pt>
                <c:pt idx="619">
                  <c:v>1.195425</c:v>
                </c:pt>
                <c:pt idx="620">
                  <c:v>1.1979089999999999</c:v>
                </c:pt>
                <c:pt idx="621">
                  <c:v>1.1991510000000001</c:v>
                </c:pt>
                <c:pt idx="622">
                  <c:v>1.2003929999999998</c:v>
                </c:pt>
                <c:pt idx="623">
                  <c:v>1.202877</c:v>
                </c:pt>
                <c:pt idx="624">
                  <c:v>1.2041189999999999</c:v>
                </c:pt>
                <c:pt idx="625">
                  <c:v>1.2072239999999992</c:v>
                </c:pt>
                <c:pt idx="626">
                  <c:v>1.2097079999999998</c:v>
                </c:pt>
                <c:pt idx="627">
                  <c:v>1.21095</c:v>
                </c:pt>
                <c:pt idx="628">
                  <c:v>1.2134339999999992</c:v>
                </c:pt>
                <c:pt idx="629">
                  <c:v>1.2146759999999999</c:v>
                </c:pt>
                <c:pt idx="630">
                  <c:v>1.2171599999999998</c:v>
                </c:pt>
                <c:pt idx="631">
                  <c:v>1.2202649999999993</c:v>
                </c:pt>
                <c:pt idx="632">
                  <c:v>1.2215069999999995</c:v>
                </c:pt>
                <c:pt idx="633">
                  <c:v>1.2239909999999992</c:v>
                </c:pt>
                <c:pt idx="634">
                  <c:v>1.226475</c:v>
                </c:pt>
                <c:pt idx="635">
                  <c:v>1.2277169999999993</c:v>
                </c:pt>
                <c:pt idx="636">
                  <c:v>1.2308219999999994</c:v>
                </c:pt>
                <c:pt idx="637">
                  <c:v>1.2333059999999998</c:v>
                </c:pt>
                <c:pt idx="638">
                  <c:v>1.234548</c:v>
                </c:pt>
                <c:pt idx="639">
                  <c:v>1.2370319999999992</c:v>
                </c:pt>
                <c:pt idx="640">
                  <c:v>1.2395159999999998</c:v>
                </c:pt>
                <c:pt idx="641">
                  <c:v>1.240758</c:v>
                </c:pt>
                <c:pt idx="642">
                  <c:v>1.2438629999999995</c:v>
                </c:pt>
                <c:pt idx="643">
                  <c:v>1.2451049999999992</c:v>
                </c:pt>
                <c:pt idx="644">
                  <c:v>1.2475889999999998</c:v>
                </c:pt>
                <c:pt idx="645">
                  <c:v>1.2488309999999998</c:v>
                </c:pt>
                <c:pt idx="646">
                  <c:v>1.2513150000000002</c:v>
                </c:pt>
                <c:pt idx="647">
                  <c:v>1.2525569999999999</c:v>
                </c:pt>
                <c:pt idx="648">
                  <c:v>1.2556619999999992</c:v>
                </c:pt>
                <c:pt idx="649">
                  <c:v>1.2569039999999998</c:v>
                </c:pt>
                <c:pt idx="650">
                  <c:v>1.259388</c:v>
                </c:pt>
                <c:pt idx="651">
                  <c:v>1.2606299999999993</c:v>
                </c:pt>
                <c:pt idx="652">
                  <c:v>1.2631139999999998</c:v>
                </c:pt>
                <c:pt idx="653">
                  <c:v>1.2655979999999998</c:v>
                </c:pt>
                <c:pt idx="654">
                  <c:v>1.2687029999999999</c:v>
                </c:pt>
                <c:pt idx="655">
                  <c:v>1.2711870000000001</c:v>
                </c:pt>
                <c:pt idx="656">
                  <c:v>1.2736709999999998</c:v>
                </c:pt>
                <c:pt idx="657">
                  <c:v>1.274913</c:v>
                </c:pt>
                <c:pt idx="658">
                  <c:v>1.2773969999999992</c:v>
                </c:pt>
                <c:pt idx="659">
                  <c:v>1.2805019999999998</c:v>
                </c:pt>
                <c:pt idx="660">
                  <c:v>1.282986</c:v>
                </c:pt>
                <c:pt idx="661">
                  <c:v>1.2854699999999992</c:v>
                </c:pt>
                <c:pt idx="662">
                  <c:v>1.2879539999999998</c:v>
                </c:pt>
                <c:pt idx="663">
                  <c:v>1.2891959999999998</c:v>
                </c:pt>
                <c:pt idx="664">
                  <c:v>1.2923009999999999</c:v>
                </c:pt>
                <c:pt idx="665">
                  <c:v>1.2947850000000001</c:v>
                </c:pt>
                <c:pt idx="666">
                  <c:v>1.296027</c:v>
                </c:pt>
                <c:pt idx="667">
                  <c:v>1.2985110000000002</c:v>
                </c:pt>
                <c:pt idx="668">
                  <c:v>1.2997529999999999</c:v>
                </c:pt>
                <c:pt idx="669">
                  <c:v>1.3022369999999999</c:v>
                </c:pt>
                <c:pt idx="670">
                  <c:v>1.305342</c:v>
                </c:pt>
                <c:pt idx="671">
                  <c:v>1.306584</c:v>
                </c:pt>
                <c:pt idx="672">
                  <c:v>1.3090679999999999</c:v>
                </c:pt>
                <c:pt idx="673">
                  <c:v>1.3115520000000001</c:v>
                </c:pt>
                <c:pt idx="674">
                  <c:v>1.3127939999999998</c:v>
                </c:pt>
                <c:pt idx="675">
                  <c:v>1.3158989999999995</c:v>
                </c:pt>
                <c:pt idx="676">
                  <c:v>1.3171409999999999</c:v>
                </c:pt>
                <c:pt idx="677">
                  <c:v>1.3196249999999994</c:v>
                </c:pt>
                <c:pt idx="678">
                  <c:v>1.3208669999999998</c:v>
                </c:pt>
                <c:pt idx="679">
                  <c:v>1.3233509999999999</c:v>
                </c:pt>
                <c:pt idx="680">
                  <c:v>1.3258349999999992</c:v>
                </c:pt>
                <c:pt idx="681">
                  <c:v>1.3276979999999998</c:v>
                </c:pt>
                <c:pt idx="682">
                  <c:v>1.3301820000000006</c:v>
                </c:pt>
                <c:pt idx="683">
                  <c:v>1.3314239999999995</c:v>
                </c:pt>
                <c:pt idx="684">
                  <c:v>1.3339079999999999</c:v>
                </c:pt>
                <c:pt idx="685">
                  <c:v>1.336392</c:v>
                </c:pt>
                <c:pt idx="686">
                  <c:v>1.3376339999999998</c:v>
                </c:pt>
                <c:pt idx="687">
                  <c:v>1.3407389999999999</c:v>
                </c:pt>
                <c:pt idx="688">
                  <c:v>1.3419809999999999</c:v>
                </c:pt>
                <c:pt idx="689">
                  <c:v>1.344465</c:v>
                </c:pt>
                <c:pt idx="690">
                  <c:v>1.346949</c:v>
                </c:pt>
                <c:pt idx="691">
                  <c:v>1.3481909999999999</c:v>
                </c:pt>
                <c:pt idx="692">
                  <c:v>1.3506749999999998</c:v>
                </c:pt>
                <c:pt idx="693">
                  <c:v>1.352538</c:v>
                </c:pt>
                <c:pt idx="694">
                  <c:v>1.3550219999999993</c:v>
                </c:pt>
                <c:pt idx="695">
                  <c:v>1.3562639999999999</c:v>
                </c:pt>
                <c:pt idx="696">
                  <c:v>1.3587480000000001</c:v>
                </c:pt>
                <c:pt idx="697">
                  <c:v>1.3599899999999998</c:v>
                </c:pt>
                <c:pt idx="698">
                  <c:v>1.362474</c:v>
                </c:pt>
                <c:pt idx="699">
                  <c:v>1.3643370000000001</c:v>
                </c:pt>
                <c:pt idx="700">
                  <c:v>1.3668209999999998</c:v>
                </c:pt>
                <c:pt idx="701">
                  <c:v>1.368063</c:v>
                </c:pt>
                <c:pt idx="702">
                  <c:v>1.3705470000000006</c:v>
                </c:pt>
                <c:pt idx="703">
                  <c:v>1.3717889999999999</c:v>
                </c:pt>
                <c:pt idx="704">
                  <c:v>1.3742730000000001</c:v>
                </c:pt>
                <c:pt idx="705">
                  <c:v>1.3755149999999998</c:v>
                </c:pt>
                <c:pt idx="706">
                  <c:v>1.3786200000000002</c:v>
                </c:pt>
                <c:pt idx="707">
                  <c:v>1.3798619999999993</c:v>
                </c:pt>
                <c:pt idx="708">
                  <c:v>1.3823460000000001</c:v>
                </c:pt>
                <c:pt idx="709">
                  <c:v>1.383588</c:v>
                </c:pt>
                <c:pt idx="710">
                  <c:v>1.38483</c:v>
                </c:pt>
                <c:pt idx="711">
                  <c:v>1.3873139999999999</c:v>
                </c:pt>
                <c:pt idx="712">
                  <c:v>1.3891770000000001</c:v>
                </c:pt>
                <c:pt idx="713">
                  <c:v>1.3916609999999998</c:v>
                </c:pt>
                <c:pt idx="714">
                  <c:v>1.392903</c:v>
                </c:pt>
                <c:pt idx="715">
                  <c:v>1.3953869999999999</c:v>
                </c:pt>
                <c:pt idx="716">
                  <c:v>1.3966289999999999</c:v>
                </c:pt>
                <c:pt idx="717">
                  <c:v>1.3991130000000001</c:v>
                </c:pt>
                <c:pt idx="718">
                  <c:v>1.402218</c:v>
                </c:pt>
                <c:pt idx="719">
                  <c:v>1.4034599999999993</c:v>
                </c:pt>
                <c:pt idx="720">
                  <c:v>1.4059439999999992</c:v>
                </c:pt>
                <c:pt idx="721">
                  <c:v>1.4071859999999998</c:v>
                </c:pt>
                <c:pt idx="722">
                  <c:v>1.4096699999999991</c:v>
                </c:pt>
                <c:pt idx="723">
                  <c:v>1.4127749999999992</c:v>
                </c:pt>
                <c:pt idx="724">
                  <c:v>1.4140170000000001</c:v>
                </c:pt>
                <c:pt idx="725">
                  <c:v>1.4165009999999998</c:v>
                </c:pt>
                <c:pt idx="726">
                  <c:v>1.4177429999999998</c:v>
                </c:pt>
                <c:pt idx="727">
                  <c:v>1.4202269999999992</c:v>
                </c:pt>
                <c:pt idx="728">
                  <c:v>1.4214689999999992</c:v>
                </c:pt>
                <c:pt idx="729">
                  <c:v>1.4239529999999998</c:v>
                </c:pt>
                <c:pt idx="730">
                  <c:v>1.4258159999999998</c:v>
                </c:pt>
                <c:pt idx="731">
                  <c:v>1.4282999999999992</c:v>
                </c:pt>
                <c:pt idx="732">
                  <c:v>1.4307839999999998</c:v>
                </c:pt>
                <c:pt idx="733">
                  <c:v>1.4320259999999998</c:v>
                </c:pt>
                <c:pt idx="734">
                  <c:v>1.4332679999999998</c:v>
                </c:pt>
                <c:pt idx="735">
                  <c:v>1.4357519999999993</c:v>
                </c:pt>
                <c:pt idx="736">
                  <c:v>1.4376149999999992</c:v>
                </c:pt>
                <c:pt idx="737">
                  <c:v>1.4400989999999998</c:v>
                </c:pt>
                <c:pt idx="738">
                  <c:v>1.4413409999999998</c:v>
                </c:pt>
                <c:pt idx="739">
                  <c:v>1.4438249999999988</c:v>
                </c:pt>
                <c:pt idx="740">
                  <c:v>1.4450669999999992</c:v>
                </c:pt>
                <c:pt idx="741">
                  <c:v>1.4463089999999998</c:v>
                </c:pt>
                <c:pt idx="742">
                  <c:v>1.4475509999999998</c:v>
                </c:pt>
                <c:pt idx="743">
                  <c:v>1.4506559999999999</c:v>
                </c:pt>
                <c:pt idx="744">
                  <c:v>1.4518979999999992</c:v>
                </c:pt>
                <c:pt idx="745">
                  <c:v>1.4531399999999992</c:v>
                </c:pt>
                <c:pt idx="746">
                  <c:v>1.4543820000000001</c:v>
                </c:pt>
                <c:pt idx="747">
                  <c:v>1.4568659999999998</c:v>
                </c:pt>
                <c:pt idx="748">
                  <c:v>1.458108</c:v>
                </c:pt>
                <c:pt idx="749">
                  <c:v>1.4593499999999995</c:v>
                </c:pt>
                <c:pt idx="750">
                  <c:v>1.4612129999999999</c:v>
                </c:pt>
                <c:pt idx="751">
                  <c:v>1.4636969999999994</c:v>
                </c:pt>
                <c:pt idx="752">
                  <c:v>1.4649389999999998</c:v>
                </c:pt>
                <c:pt idx="753">
                  <c:v>1.4674229999999993</c:v>
                </c:pt>
                <c:pt idx="754">
                  <c:v>1.4686649999999994</c:v>
                </c:pt>
                <c:pt idx="755">
                  <c:v>1.4711489999999998</c:v>
                </c:pt>
                <c:pt idx="756">
                  <c:v>1.4723909999999998</c:v>
                </c:pt>
                <c:pt idx="757">
                  <c:v>1.474254</c:v>
                </c:pt>
                <c:pt idx="758">
                  <c:v>1.4767379999999999</c:v>
                </c:pt>
                <c:pt idx="759">
                  <c:v>1.4779799999999992</c:v>
                </c:pt>
                <c:pt idx="760">
                  <c:v>1.4804639999999998</c:v>
                </c:pt>
                <c:pt idx="761">
                  <c:v>1.4817059999999993</c:v>
                </c:pt>
                <c:pt idx="762">
                  <c:v>1.4829479999999999</c:v>
                </c:pt>
                <c:pt idx="763">
                  <c:v>1.4860530000000001</c:v>
                </c:pt>
                <c:pt idx="764">
                  <c:v>1.4872949999999994</c:v>
                </c:pt>
                <c:pt idx="765">
                  <c:v>1.4885369999999998</c:v>
                </c:pt>
                <c:pt idx="766">
                  <c:v>1.4910209999999993</c:v>
                </c:pt>
                <c:pt idx="767">
                  <c:v>1.4922629999999999</c:v>
                </c:pt>
                <c:pt idx="768">
                  <c:v>1.4935049999999992</c:v>
                </c:pt>
                <c:pt idx="769">
                  <c:v>1.4959889999999998</c:v>
                </c:pt>
                <c:pt idx="770">
                  <c:v>1.497852</c:v>
                </c:pt>
                <c:pt idx="771">
                  <c:v>1.4990939999999993</c:v>
                </c:pt>
                <c:pt idx="772">
                  <c:v>1.5003359999999999</c:v>
                </c:pt>
                <c:pt idx="773">
                  <c:v>1.5028199999999998</c:v>
                </c:pt>
                <c:pt idx="774">
                  <c:v>1.504062</c:v>
                </c:pt>
                <c:pt idx="775">
                  <c:v>1.5053039999999998</c:v>
                </c:pt>
                <c:pt idx="776">
                  <c:v>1.5065460000000002</c:v>
                </c:pt>
                <c:pt idx="777">
                  <c:v>1.5096509999999999</c:v>
                </c:pt>
                <c:pt idx="778">
                  <c:v>1.5108929999999998</c:v>
                </c:pt>
                <c:pt idx="779">
                  <c:v>1.512135</c:v>
                </c:pt>
                <c:pt idx="780">
                  <c:v>1.513377</c:v>
                </c:pt>
                <c:pt idx="781">
                  <c:v>1.5158609999999992</c:v>
                </c:pt>
                <c:pt idx="782">
                  <c:v>1.5171029999999999</c:v>
                </c:pt>
                <c:pt idx="783">
                  <c:v>1.519587</c:v>
                </c:pt>
                <c:pt idx="784">
                  <c:v>1.5208289999999998</c:v>
                </c:pt>
                <c:pt idx="785">
                  <c:v>1.5239339999999992</c:v>
                </c:pt>
                <c:pt idx="786">
                  <c:v>1.5251759999999999</c:v>
                </c:pt>
                <c:pt idx="787">
                  <c:v>1.5264180000000001</c:v>
                </c:pt>
                <c:pt idx="788">
                  <c:v>1.5289020000000002</c:v>
                </c:pt>
                <c:pt idx="789">
                  <c:v>1.5301439999999999</c:v>
                </c:pt>
                <c:pt idx="790">
                  <c:v>1.5313859999999999</c:v>
                </c:pt>
                <c:pt idx="791">
                  <c:v>1.5344909999999998</c:v>
                </c:pt>
                <c:pt idx="792">
                  <c:v>1.5357329999999998</c:v>
                </c:pt>
                <c:pt idx="793">
                  <c:v>1.5382169999999999</c:v>
                </c:pt>
                <c:pt idx="794">
                  <c:v>1.5407009999999999</c:v>
                </c:pt>
                <c:pt idx="795">
                  <c:v>1.5419429999999998</c:v>
                </c:pt>
                <c:pt idx="796">
                  <c:v>1.544427</c:v>
                </c:pt>
                <c:pt idx="797">
                  <c:v>1.5475319999999992</c:v>
                </c:pt>
                <c:pt idx="798">
                  <c:v>1.5487739999999999</c:v>
                </c:pt>
                <c:pt idx="799">
                  <c:v>1.551258</c:v>
                </c:pt>
                <c:pt idx="800">
                  <c:v>1.553742</c:v>
                </c:pt>
                <c:pt idx="801">
                  <c:v>1.5549839999999999</c:v>
                </c:pt>
                <c:pt idx="802">
                  <c:v>1.5580890000000001</c:v>
                </c:pt>
                <c:pt idx="803">
                  <c:v>1.560573</c:v>
                </c:pt>
                <c:pt idx="804">
                  <c:v>1.5630569999999999</c:v>
                </c:pt>
                <c:pt idx="805">
                  <c:v>1.5655409999999998</c:v>
                </c:pt>
                <c:pt idx="806">
                  <c:v>1.566783</c:v>
                </c:pt>
                <c:pt idx="807">
                  <c:v>1.569267</c:v>
                </c:pt>
                <c:pt idx="808">
                  <c:v>1.5723720000000001</c:v>
                </c:pt>
                <c:pt idx="809">
                  <c:v>1.574856</c:v>
                </c:pt>
                <c:pt idx="810">
                  <c:v>1.576098</c:v>
                </c:pt>
                <c:pt idx="811">
                  <c:v>1.5785819999999999</c:v>
                </c:pt>
                <c:pt idx="812">
                  <c:v>1.5810659999999999</c:v>
                </c:pt>
                <c:pt idx="813">
                  <c:v>1.5829289999999998</c:v>
                </c:pt>
                <c:pt idx="814">
                  <c:v>1.585413</c:v>
                </c:pt>
                <c:pt idx="815">
                  <c:v>1.5866550000000001</c:v>
                </c:pt>
                <c:pt idx="816">
                  <c:v>1.5891389999999999</c:v>
                </c:pt>
                <c:pt idx="817">
                  <c:v>1.590381</c:v>
                </c:pt>
                <c:pt idx="818">
                  <c:v>1.592865</c:v>
                </c:pt>
                <c:pt idx="819">
                  <c:v>1.5959699999999992</c:v>
                </c:pt>
                <c:pt idx="820">
                  <c:v>1.5972120000000001</c:v>
                </c:pt>
                <c:pt idx="821">
                  <c:v>1.5996959999999998</c:v>
                </c:pt>
                <c:pt idx="822">
                  <c:v>1.600938</c:v>
                </c:pt>
                <c:pt idx="823">
                  <c:v>1.6034219999999992</c:v>
                </c:pt>
                <c:pt idx="824">
                  <c:v>1.6046639999999999</c:v>
                </c:pt>
                <c:pt idx="825">
                  <c:v>1.6077689999999998</c:v>
                </c:pt>
                <c:pt idx="826">
                  <c:v>1.6090110000000002</c:v>
                </c:pt>
                <c:pt idx="827">
                  <c:v>1.6102530000000006</c:v>
                </c:pt>
                <c:pt idx="828">
                  <c:v>1.6127369999999999</c:v>
                </c:pt>
                <c:pt idx="829">
                  <c:v>1.6139789999999998</c:v>
                </c:pt>
                <c:pt idx="830">
                  <c:v>1.6164630000000002</c:v>
                </c:pt>
                <c:pt idx="831">
                  <c:v>1.6177049999999993</c:v>
                </c:pt>
                <c:pt idx="832">
                  <c:v>1.6195679999999999</c:v>
                </c:pt>
                <c:pt idx="833">
                  <c:v>1.6220520000000007</c:v>
                </c:pt>
                <c:pt idx="834">
                  <c:v>1.6232939999999998</c:v>
                </c:pt>
                <c:pt idx="835">
                  <c:v>1.6257779999999999</c:v>
                </c:pt>
                <c:pt idx="836">
                  <c:v>1.6270199999999999</c:v>
                </c:pt>
                <c:pt idx="837">
                  <c:v>1.6282619999999999</c:v>
                </c:pt>
                <c:pt idx="838">
                  <c:v>1.6313669999999998</c:v>
                </c:pt>
                <c:pt idx="839">
                  <c:v>1.632609</c:v>
                </c:pt>
                <c:pt idx="840">
                  <c:v>1.6338509999999999</c:v>
                </c:pt>
                <c:pt idx="841">
                  <c:v>1.6363349999999999</c:v>
                </c:pt>
                <c:pt idx="842">
                  <c:v>1.6375770000000001</c:v>
                </c:pt>
                <c:pt idx="843">
                  <c:v>1.640061</c:v>
                </c:pt>
                <c:pt idx="844">
                  <c:v>1.641303</c:v>
                </c:pt>
                <c:pt idx="845">
                  <c:v>1.6431659999999999</c:v>
                </c:pt>
                <c:pt idx="846">
                  <c:v>1.6444080000000001</c:v>
                </c:pt>
                <c:pt idx="847">
                  <c:v>1.646892</c:v>
                </c:pt>
                <c:pt idx="848">
                  <c:v>1.648134</c:v>
                </c:pt>
                <c:pt idx="849">
                  <c:v>1.6493760000000002</c:v>
                </c:pt>
                <c:pt idx="850">
                  <c:v>1.6506180000000001</c:v>
                </c:pt>
                <c:pt idx="851">
                  <c:v>1.6531019999999998</c:v>
                </c:pt>
                <c:pt idx="852">
                  <c:v>1.654344</c:v>
                </c:pt>
                <c:pt idx="853">
                  <c:v>1.6562070000000007</c:v>
                </c:pt>
                <c:pt idx="854">
                  <c:v>1.6586909999999999</c:v>
                </c:pt>
                <c:pt idx="855">
                  <c:v>1.6599329999999999</c:v>
                </c:pt>
                <c:pt idx="856">
                  <c:v>1.6611749999999998</c:v>
                </c:pt>
                <c:pt idx="857">
                  <c:v>1.6624170000000007</c:v>
                </c:pt>
                <c:pt idx="858">
                  <c:v>1.663659</c:v>
                </c:pt>
                <c:pt idx="859">
                  <c:v>1.6661430000000006</c:v>
                </c:pt>
                <c:pt idx="860">
                  <c:v>1.6680060000000001</c:v>
                </c:pt>
                <c:pt idx="861">
                  <c:v>1.6692480000000001</c:v>
                </c:pt>
                <c:pt idx="862">
                  <c:v>1.67049</c:v>
                </c:pt>
                <c:pt idx="863">
                  <c:v>1.671732</c:v>
                </c:pt>
                <c:pt idx="864">
                  <c:v>1.672974</c:v>
                </c:pt>
                <c:pt idx="865">
                  <c:v>1.6742160000000001</c:v>
                </c:pt>
                <c:pt idx="866">
                  <c:v>1.6767000000000001</c:v>
                </c:pt>
                <c:pt idx="867">
                  <c:v>1.677942</c:v>
                </c:pt>
                <c:pt idx="868">
                  <c:v>1.679805</c:v>
                </c:pt>
                <c:pt idx="869">
                  <c:v>1.6810470000000006</c:v>
                </c:pt>
                <c:pt idx="870">
                  <c:v>1.6822890000000001</c:v>
                </c:pt>
                <c:pt idx="871">
                  <c:v>1.6847730000000001</c:v>
                </c:pt>
                <c:pt idx="872">
                  <c:v>1.6860150000000005</c:v>
                </c:pt>
                <c:pt idx="873">
                  <c:v>1.6872570000000007</c:v>
                </c:pt>
                <c:pt idx="874">
                  <c:v>1.688499</c:v>
                </c:pt>
                <c:pt idx="875">
                  <c:v>1.6897409999999999</c:v>
                </c:pt>
                <c:pt idx="876">
                  <c:v>1.6916039999999999</c:v>
                </c:pt>
                <c:pt idx="877">
                  <c:v>1.6928460000000001</c:v>
                </c:pt>
                <c:pt idx="878">
                  <c:v>1.6940880000000007</c:v>
                </c:pt>
                <c:pt idx="879">
                  <c:v>1.69533</c:v>
                </c:pt>
                <c:pt idx="880">
                  <c:v>1.6965720000000009</c:v>
                </c:pt>
                <c:pt idx="881">
                  <c:v>1.6978139999999999</c:v>
                </c:pt>
                <c:pt idx="882">
                  <c:v>1.7002979999999999</c:v>
                </c:pt>
                <c:pt idx="883">
                  <c:v>1.7015399999999996</c:v>
                </c:pt>
                <c:pt idx="884">
                  <c:v>1.7027820000000002</c:v>
                </c:pt>
                <c:pt idx="885">
                  <c:v>1.7046450000000002</c:v>
                </c:pt>
                <c:pt idx="886">
                  <c:v>1.7058869999999995</c:v>
                </c:pt>
                <c:pt idx="887">
                  <c:v>1.7071289999999995</c:v>
                </c:pt>
                <c:pt idx="888">
                  <c:v>1.7083709999999999</c:v>
                </c:pt>
                <c:pt idx="889">
                  <c:v>1.7096129999999998</c:v>
                </c:pt>
                <c:pt idx="890">
                  <c:v>1.7108550000000002</c:v>
                </c:pt>
                <c:pt idx="891">
                  <c:v>1.7120970000000002</c:v>
                </c:pt>
                <c:pt idx="892">
                  <c:v>1.7133389999999995</c:v>
                </c:pt>
                <c:pt idx="893">
                  <c:v>1.7164439999999999</c:v>
                </c:pt>
                <c:pt idx="894">
                  <c:v>1.7176859999999998</c:v>
                </c:pt>
                <c:pt idx="895">
                  <c:v>1.7189279999999998</c:v>
                </c:pt>
                <c:pt idx="896">
                  <c:v>1.7201700000000002</c:v>
                </c:pt>
                <c:pt idx="897">
                  <c:v>1.7226539999999999</c:v>
                </c:pt>
                <c:pt idx="898">
                  <c:v>1.7238959999999994</c:v>
                </c:pt>
                <c:pt idx="899">
                  <c:v>1.7251379999999998</c:v>
                </c:pt>
                <c:pt idx="900">
                  <c:v>1.72638</c:v>
                </c:pt>
                <c:pt idx="901">
                  <c:v>1.7294850000000004</c:v>
                </c:pt>
                <c:pt idx="902">
                  <c:v>1.7307269999999995</c:v>
                </c:pt>
                <c:pt idx="903">
                  <c:v>1.7319689999999994</c:v>
                </c:pt>
                <c:pt idx="904">
                  <c:v>1.7332109999999998</c:v>
                </c:pt>
                <c:pt idx="905">
                  <c:v>1.7356949999999995</c:v>
                </c:pt>
                <c:pt idx="906">
                  <c:v>1.7369370000000004</c:v>
                </c:pt>
                <c:pt idx="907">
                  <c:v>1.7381789999999999</c:v>
                </c:pt>
                <c:pt idx="908">
                  <c:v>1.7412839999999998</c:v>
                </c:pt>
                <c:pt idx="909">
                  <c:v>1.7425259999999998</c:v>
                </c:pt>
                <c:pt idx="910">
                  <c:v>1.7437679999999998</c:v>
                </c:pt>
                <c:pt idx="911">
                  <c:v>1.7450100000000002</c:v>
                </c:pt>
                <c:pt idx="912">
                  <c:v>1.7474939999999994</c:v>
                </c:pt>
                <c:pt idx="913">
                  <c:v>1.7487359999999998</c:v>
                </c:pt>
                <c:pt idx="914">
                  <c:v>1.7499779999999998</c:v>
                </c:pt>
                <c:pt idx="915">
                  <c:v>1.7512199999999998</c:v>
                </c:pt>
                <c:pt idx="916">
                  <c:v>1.7543249999999997</c:v>
                </c:pt>
                <c:pt idx="917">
                  <c:v>1.7555669999999994</c:v>
                </c:pt>
                <c:pt idx="918">
                  <c:v>1.7568089999999998</c:v>
                </c:pt>
                <c:pt idx="919">
                  <c:v>1.7580510000000003</c:v>
                </c:pt>
                <c:pt idx="920">
                  <c:v>1.7605350000000002</c:v>
                </c:pt>
                <c:pt idx="921">
                  <c:v>1.7617769999999997</c:v>
                </c:pt>
                <c:pt idx="922">
                  <c:v>1.7630189999999999</c:v>
                </c:pt>
                <c:pt idx="923">
                  <c:v>1.7661239999999998</c:v>
                </c:pt>
                <c:pt idx="924">
                  <c:v>1.7673659999999998</c:v>
                </c:pt>
                <c:pt idx="925">
                  <c:v>1.7686080000000002</c:v>
                </c:pt>
                <c:pt idx="926">
                  <c:v>1.7698499999999997</c:v>
                </c:pt>
                <c:pt idx="927">
                  <c:v>1.7710919999999994</c:v>
                </c:pt>
                <c:pt idx="928">
                  <c:v>1.7735759999999998</c:v>
                </c:pt>
                <c:pt idx="929">
                  <c:v>1.7748180000000002</c:v>
                </c:pt>
                <c:pt idx="930">
                  <c:v>1.7766810000000004</c:v>
                </c:pt>
                <c:pt idx="931">
                  <c:v>1.7779229999999995</c:v>
                </c:pt>
                <c:pt idx="932">
                  <c:v>1.7791649999999997</c:v>
                </c:pt>
                <c:pt idx="933">
                  <c:v>1.7816489999999998</c:v>
                </c:pt>
                <c:pt idx="934">
                  <c:v>1.7828909999999998</c:v>
                </c:pt>
                <c:pt idx="935">
                  <c:v>1.7841330000000004</c:v>
                </c:pt>
                <c:pt idx="936">
                  <c:v>1.7853749999999995</c:v>
                </c:pt>
                <c:pt idx="937">
                  <c:v>1.7884800000000001</c:v>
                </c:pt>
                <c:pt idx="938">
                  <c:v>1.7897219999999996</c:v>
                </c:pt>
                <c:pt idx="939">
                  <c:v>1.7909639999999998</c:v>
                </c:pt>
                <c:pt idx="940">
                  <c:v>1.7934480000000002</c:v>
                </c:pt>
                <c:pt idx="941">
                  <c:v>1.7946899999999999</c:v>
                </c:pt>
                <c:pt idx="942">
                  <c:v>1.7971739999999998</c:v>
                </c:pt>
                <c:pt idx="943">
                  <c:v>1.7984160000000002</c:v>
                </c:pt>
                <c:pt idx="944">
                  <c:v>1.7996580000000002</c:v>
                </c:pt>
                <c:pt idx="945">
                  <c:v>1.8027629999999999</c:v>
                </c:pt>
                <c:pt idx="946">
                  <c:v>1.8040049999999999</c:v>
                </c:pt>
                <c:pt idx="947">
                  <c:v>1.805247</c:v>
                </c:pt>
                <c:pt idx="948">
                  <c:v>1.8077309999999998</c:v>
                </c:pt>
                <c:pt idx="949">
                  <c:v>1.8089729999999999</c:v>
                </c:pt>
                <c:pt idx="950">
                  <c:v>1.8102149999999999</c:v>
                </c:pt>
                <c:pt idx="951">
                  <c:v>1.8114569999999999</c:v>
                </c:pt>
                <c:pt idx="952">
                  <c:v>1.814562</c:v>
                </c:pt>
                <c:pt idx="953">
                  <c:v>1.8158039999999998</c:v>
                </c:pt>
                <c:pt idx="954">
                  <c:v>1.8170460000000002</c:v>
                </c:pt>
                <c:pt idx="955">
                  <c:v>1.8182880000000001</c:v>
                </c:pt>
                <c:pt idx="956">
                  <c:v>1.8207720000000001</c:v>
                </c:pt>
                <c:pt idx="957">
                  <c:v>1.822014</c:v>
                </c:pt>
                <c:pt idx="958">
                  <c:v>1.823256</c:v>
                </c:pt>
                <c:pt idx="959">
                  <c:v>1.8263609999999999</c:v>
                </c:pt>
                <c:pt idx="960">
                  <c:v>1.8276029999999999</c:v>
                </c:pt>
                <c:pt idx="961">
                  <c:v>1.8300870000000007</c:v>
                </c:pt>
                <c:pt idx="962">
                  <c:v>1.8313289999999998</c:v>
                </c:pt>
                <c:pt idx="963">
                  <c:v>1.8325709999999999</c:v>
                </c:pt>
                <c:pt idx="964">
                  <c:v>1.8350550000000001</c:v>
                </c:pt>
                <c:pt idx="965">
                  <c:v>1.8369180000000001</c:v>
                </c:pt>
                <c:pt idx="966">
                  <c:v>1.83816</c:v>
                </c:pt>
                <c:pt idx="967">
                  <c:v>1.8406439999999999</c:v>
                </c:pt>
                <c:pt idx="968">
                  <c:v>1.8418859999999999</c:v>
                </c:pt>
                <c:pt idx="969">
                  <c:v>1.8431279999999999</c:v>
                </c:pt>
                <c:pt idx="970">
                  <c:v>1.845612</c:v>
                </c:pt>
                <c:pt idx="971">
                  <c:v>1.8468540000000002</c:v>
                </c:pt>
                <c:pt idx="972">
                  <c:v>1.8499589999999999</c:v>
                </c:pt>
                <c:pt idx="973">
                  <c:v>1.8512009999999999</c:v>
                </c:pt>
                <c:pt idx="974">
                  <c:v>1.8524430000000001</c:v>
                </c:pt>
                <c:pt idx="975">
                  <c:v>1.854927</c:v>
                </c:pt>
                <c:pt idx="976">
                  <c:v>1.856169</c:v>
                </c:pt>
                <c:pt idx="977">
                  <c:v>1.8586530000000001</c:v>
                </c:pt>
                <c:pt idx="978">
                  <c:v>1.8598949999999994</c:v>
                </c:pt>
                <c:pt idx="979">
                  <c:v>1.861758</c:v>
                </c:pt>
                <c:pt idx="980">
                  <c:v>1.8642420000000006</c:v>
                </c:pt>
                <c:pt idx="981">
                  <c:v>1.8654839999999999</c:v>
                </c:pt>
                <c:pt idx="982">
                  <c:v>1.8679679999999999</c:v>
                </c:pt>
                <c:pt idx="983">
                  <c:v>1.8692099999999998</c:v>
                </c:pt>
                <c:pt idx="984">
                  <c:v>1.8704520000000007</c:v>
                </c:pt>
                <c:pt idx="985">
                  <c:v>1.8735569999999999</c:v>
                </c:pt>
                <c:pt idx="986">
                  <c:v>1.8747989999999999</c:v>
                </c:pt>
                <c:pt idx="987">
                  <c:v>1.877283</c:v>
                </c:pt>
                <c:pt idx="988">
                  <c:v>1.878525</c:v>
                </c:pt>
                <c:pt idx="989">
                  <c:v>1.879767</c:v>
                </c:pt>
                <c:pt idx="990">
                  <c:v>1.8822510000000001</c:v>
                </c:pt>
                <c:pt idx="991">
                  <c:v>1.8834929999999999</c:v>
                </c:pt>
                <c:pt idx="992">
                  <c:v>1.886598</c:v>
                </c:pt>
                <c:pt idx="993">
                  <c:v>1.88784</c:v>
                </c:pt>
                <c:pt idx="994">
                  <c:v>1.8890819999999999</c:v>
                </c:pt>
                <c:pt idx="995">
                  <c:v>1.8915659999999999</c:v>
                </c:pt>
                <c:pt idx="996">
                  <c:v>1.892808</c:v>
                </c:pt>
                <c:pt idx="997">
                  <c:v>1.895292</c:v>
                </c:pt>
                <c:pt idx="998">
                  <c:v>1.8965339999999999</c:v>
                </c:pt>
                <c:pt idx="999">
                  <c:v>1.8996389999999999</c:v>
                </c:pt>
                <c:pt idx="1000">
                  <c:v>1.900881</c:v>
                </c:pt>
                <c:pt idx="1001">
                  <c:v>1.902123</c:v>
                </c:pt>
                <c:pt idx="1002">
                  <c:v>1.9046070000000006</c:v>
                </c:pt>
                <c:pt idx="1003">
                  <c:v>1.9058489999999997</c:v>
                </c:pt>
                <c:pt idx="1004">
                  <c:v>1.9083330000000001</c:v>
                </c:pt>
                <c:pt idx="1005">
                  <c:v>1.910196</c:v>
                </c:pt>
                <c:pt idx="1006">
                  <c:v>1.9114379999999997</c:v>
                </c:pt>
                <c:pt idx="1007">
                  <c:v>1.913921999999999</c:v>
                </c:pt>
                <c:pt idx="1008">
                  <c:v>1.9151639999999996</c:v>
                </c:pt>
                <c:pt idx="1009">
                  <c:v>1.917648</c:v>
                </c:pt>
                <c:pt idx="1010">
                  <c:v>1.91889</c:v>
                </c:pt>
                <c:pt idx="1011">
                  <c:v>1.9219949999999992</c:v>
                </c:pt>
                <c:pt idx="1012">
                  <c:v>1.9232369999999996</c:v>
                </c:pt>
                <c:pt idx="1013">
                  <c:v>1.9244790000000001</c:v>
                </c:pt>
                <c:pt idx="1014">
                  <c:v>1.926963</c:v>
                </c:pt>
                <c:pt idx="1015">
                  <c:v>1.9282049999999997</c:v>
                </c:pt>
                <c:pt idx="1016">
                  <c:v>1.9306890000000001</c:v>
                </c:pt>
                <c:pt idx="1017">
                  <c:v>1.9319309999999996</c:v>
                </c:pt>
                <c:pt idx="1018">
                  <c:v>1.935036</c:v>
                </c:pt>
                <c:pt idx="1019">
                  <c:v>1.9362780000000004</c:v>
                </c:pt>
                <c:pt idx="1020">
                  <c:v>1.9387619999999997</c:v>
                </c:pt>
                <c:pt idx="1021">
                  <c:v>1.9400040000000001</c:v>
                </c:pt>
                <c:pt idx="1022">
                  <c:v>1.941246</c:v>
                </c:pt>
                <c:pt idx="1023">
                  <c:v>1.9437299999999995</c:v>
                </c:pt>
                <c:pt idx="1024">
                  <c:v>1.9468349999999996</c:v>
                </c:pt>
                <c:pt idx="1025">
                  <c:v>1.9480770000000005</c:v>
                </c:pt>
                <c:pt idx="1026">
                  <c:v>1.950561</c:v>
                </c:pt>
                <c:pt idx="1027">
                  <c:v>1.9530449999999997</c:v>
                </c:pt>
                <c:pt idx="1028">
                  <c:v>1.9555289999999996</c:v>
                </c:pt>
                <c:pt idx="1029">
                  <c:v>1.958634</c:v>
                </c:pt>
                <c:pt idx="1030">
                  <c:v>1.9611180000000001</c:v>
                </c:pt>
                <c:pt idx="1031">
                  <c:v>1.9623600000000001</c:v>
                </c:pt>
                <c:pt idx="1032">
                  <c:v>1.964844</c:v>
                </c:pt>
                <c:pt idx="1033">
                  <c:v>1.967328</c:v>
                </c:pt>
                <c:pt idx="1034">
                  <c:v>1.9685699999999997</c:v>
                </c:pt>
                <c:pt idx="1035">
                  <c:v>1.9716749999999996</c:v>
                </c:pt>
                <c:pt idx="1036">
                  <c:v>1.9741590000000004</c:v>
                </c:pt>
                <c:pt idx="1037">
                  <c:v>1.9766430000000001</c:v>
                </c:pt>
                <c:pt idx="1038">
                  <c:v>1.9778849999999999</c:v>
                </c:pt>
                <c:pt idx="1039">
                  <c:v>1.980369</c:v>
                </c:pt>
                <c:pt idx="1040">
                  <c:v>1.981611</c:v>
                </c:pt>
                <c:pt idx="1041">
                  <c:v>1.9847160000000001</c:v>
                </c:pt>
                <c:pt idx="1042">
                  <c:v>1.9871999999999999</c:v>
                </c:pt>
                <c:pt idx="1043">
                  <c:v>1.9884420000000005</c:v>
                </c:pt>
                <c:pt idx="1044">
                  <c:v>1.990926</c:v>
                </c:pt>
                <c:pt idx="1045">
                  <c:v>1.9934099999999997</c:v>
                </c:pt>
                <c:pt idx="1046">
                  <c:v>1.9952730000000001</c:v>
                </c:pt>
                <c:pt idx="1047">
                  <c:v>1.9977570000000004</c:v>
                </c:pt>
                <c:pt idx="1048">
                  <c:v>1.9989989999999997</c:v>
                </c:pt>
                <c:pt idx="1049">
                  <c:v>2.0014829999999986</c:v>
                </c:pt>
                <c:pt idx="1050">
                  <c:v>2.0039669999999998</c:v>
                </c:pt>
                <c:pt idx="1051">
                  <c:v>2.0052089999999989</c:v>
                </c:pt>
                <c:pt idx="1052">
                  <c:v>2.0083139999999999</c:v>
                </c:pt>
                <c:pt idx="1053">
                  <c:v>2.0107979999999999</c:v>
                </c:pt>
                <c:pt idx="1054">
                  <c:v>2.0120399999999989</c:v>
                </c:pt>
                <c:pt idx="1055">
                  <c:v>2.0145240000000002</c:v>
                </c:pt>
                <c:pt idx="1056">
                  <c:v>2.0170079999999997</c:v>
                </c:pt>
                <c:pt idx="1057">
                  <c:v>2.0201130000000012</c:v>
                </c:pt>
                <c:pt idx="1058">
                  <c:v>2.0225970000000002</c:v>
                </c:pt>
                <c:pt idx="1059">
                  <c:v>2.0238389999999997</c:v>
                </c:pt>
                <c:pt idx="1060">
                  <c:v>2.0263230000000001</c:v>
                </c:pt>
                <c:pt idx="1061">
                  <c:v>2.028807</c:v>
                </c:pt>
                <c:pt idx="1062">
                  <c:v>2.0319119999999997</c:v>
                </c:pt>
                <c:pt idx="1063">
                  <c:v>2.0343959999999988</c:v>
                </c:pt>
                <c:pt idx="1064">
                  <c:v>2.0368799999999982</c:v>
                </c:pt>
                <c:pt idx="1065">
                  <c:v>2.038122</c:v>
                </c:pt>
                <c:pt idx="1066">
                  <c:v>2.0406059999999986</c:v>
                </c:pt>
                <c:pt idx="1067">
                  <c:v>2.0437110000000014</c:v>
                </c:pt>
                <c:pt idx="1068">
                  <c:v>2.046195</c:v>
                </c:pt>
                <c:pt idx="1069">
                  <c:v>2.0474370000000013</c:v>
                </c:pt>
                <c:pt idx="1070">
                  <c:v>2.0499209999999999</c:v>
                </c:pt>
                <c:pt idx="1071">
                  <c:v>2.0511629999999985</c:v>
                </c:pt>
                <c:pt idx="1072">
                  <c:v>2.0536469999999984</c:v>
                </c:pt>
                <c:pt idx="1073">
                  <c:v>2.0555099999999986</c:v>
                </c:pt>
                <c:pt idx="1074">
                  <c:v>2.0579939999999999</c:v>
                </c:pt>
                <c:pt idx="1075">
                  <c:v>2.0592359999999985</c:v>
                </c:pt>
                <c:pt idx="1076">
                  <c:v>2.0617199999999998</c:v>
                </c:pt>
                <c:pt idx="1077">
                  <c:v>2.0629619999999997</c:v>
                </c:pt>
                <c:pt idx="1078">
                  <c:v>2.0654459999999983</c:v>
                </c:pt>
                <c:pt idx="1079">
                  <c:v>2.0673090000000012</c:v>
                </c:pt>
                <c:pt idx="1080">
                  <c:v>2.0697930000000002</c:v>
                </c:pt>
                <c:pt idx="1081">
                  <c:v>2.0710349999999997</c:v>
                </c:pt>
                <c:pt idx="1082">
                  <c:v>2.0735190000000001</c:v>
                </c:pt>
                <c:pt idx="1083">
                  <c:v>2.0747610000000001</c:v>
                </c:pt>
                <c:pt idx="1084">
                  <c:v>2.0772449999999987</c:v>
                </c:pt>
                <c:pt idx="1085">
                  <c:v>2.078487</c:v>
                </c:pt>
                <c:pt idx="1086">
                  <c:v>2.0815920000000001</c:v>
                </c:pt>
                <c:pt idx="1087">
                  <c:v>2.0828340000000001</c:v>
                </c:pt>
                <c:pt idx="1088">
                  <c:v>2.084076</c:v>
                </c:pt>
                <c:pt idx="1089">
                  <c:v>2.08656</c:v>
                </c:pt>
                <c:pt idx="1090">
                  <c:v>2.0878019999999999</c:v>
                </c:pt>
                <c:pt idx="1091">
                  <c:v>2.0890439999999986</c:v>
                </c:pt>
                <c:pt idx="1092">
                  <c:v>2.0921489999999983</c:v>
                </c:pt>
                <c:pt idx="1093">
                  <c:v>2.0933910000000013</c:v>
                </c:pt>
                <c:pt idx="1094">
                  <c:v>2.0958749999999986</c:v>
                </c:pt>
                <c:pt idx="1095">
                  <c:v>2.0971169999999999</c:v>
                </c:pt>
                <c:pt idx="1096">
                  <c:v>2.0983589999999985</c:v>
                </c:pt>
                <c:pt idx="1097">
                  <c:v>2.1008429999999985</c:v>
                </c:pt>
                <c:pt idx="1098">
                  <c:v>2.1020849999999998</c:v>
                </c:pt>
                <c:pt idx="1099">
                  <c:v>2.1051899999999999</c:v>
                </c:pt>
                <c:pt idx="1100">
                  <c:v>2.1064319999999999</c:v>
                </c:pt>
                <c:pt idx="1101">
                  <c:v>2.1076740000000012</c:v>
                </c:pt>
                <c:pt idx="1102">
                  <c:v>2.1101579999999998</c:v>
                </c:pt>
                <c:pt idx="1103">
                  <c:v>2.1113999999999997</c:v>
                </c:pt>
                <c:pt idx="1104">
                  <c:v>2.1126419999999979</c:v>
                </c:pt>
                <c:pt idx="1105">
                  <c:v>2.1157469999999985</c:v>
                </c:pt>
                <c:pt idx="1106">
                  <c:v>2.1169889999999985</c:v>
                </c:pt>
                <c:pt idx="1107">
                  <c:v>2.1182310000000002</c:v>
                </c:pt>
                <c:pt idx="1108">
                  <c:v>2.1207150000000001</c:v>
                </c:pt>
                <c:pt idx="1109">
                  <c:v>2.1219570000000001</c:v>
                </c:pt>
                <c:pt idx="1110">
                  <c:v>2.124441</c:v>
                </c:pt>
                <c:pt idx="1111">
                  <c:v>2.125683</c:v>
                </c:pt>
                <c:pt idx="1112">
                  <c:v>2.126925</c:v>
                </c:pt>
                <c:pt idx="1113">
                  <c:v>2.1300300000000001</c:v>
                </c:pt>
                <c:pt idx="1114">
                  <c:v>2.1312719999999987</c:v>
                </c:pt>
                <c:pt idx="1115">
                  <c:v>2.133756</c:v>
                </c:pt>
                <c:pt idx="1116">
                  <c:v>2.134998</c:v>
                </c:pt>
                <c:pt idx="1117">
                  <c:v>2.1374819999999999</c:v>
                </c:pt>
                <c:pt idx="1118">
                  <c:v>2.1387239999999998</c:v>
                </c:pt>
                <c:pt idx="1119">
                  <c:v>2.1405870000000013</c:v>
                </c:pt>
                <c:pt idx="1120">
                  <c:v>2.1430709999999999</c:v>
                </c:pt>
                <c:pt idx="1121">
                  <c:v>2.1443129999999999</c:v>
                </c:pt>
                <c:pt idx="1122">
                  <c:v>2.1467969999999998</c:v>
                </c:pt>
                <c:pt idx="1123">
                  <c:v>2.1480390000000011</c:v>
                </c:pt>
                <c:pt idx="1124">
                  <c:v>2.1505230000000002</c:v>
                </c:pt>
                <c:pt idx="1125">
                  <c:v>2.1523859999999986</c:v>
                </c:pt>
                <c:pt idx="1126">
                  <c:v>2.1548700000000003</c:v>
                </c:pt>
                <c:pt idx="1127">
                  <c:v>2.1561119999999998</c:v>
                </c:pt>
                <c:pt idx="1128">
                  <c:v>2.1585960000000002</c:v>
                </c:pt>
                <c:pt idx="1129">
                  <c:v>2.1598379999999997</c:v>
                </c:pt>
                <c:pt idx="1130">
                  <c:v>2.1623220000000001</c:v>
                </c:pt>
                <c:pt idx="1131">
                  <c:v>2.1641850000000002</c:v>
                </c:pt>
                <c:pt idx="1132">
                  <c:v>2.1666689999999984</c:v>
                </c:pt>
                <c:pt idx="1133">
                  <c:v>2.1679110000000015</c:v>
                </c:pt>
                <c:pt idx="1134">
                  <c:v>2.1691530000000001</c:v>
                </c:pt>
                <c:pt idx="1135">
                  <c:v>2.171637</c:v>
                </c:pt>
                <c:pt idx="1136">
                  <c:v>2.1728789999999982</c:v>
                </c:pt>
                <c:pt idx="1137">
                  <c:v>2.1753629999999986</c:v>
                </c:pt>
                <c:pt idx="1138">
                  <c:v>2.1772259999999997</c:v>
                </c:pt>
                <c:pt idx="1139">
                  <c:v>2.17971</c:v>
                </c:pt>
                <c:pt idx="1140">
                  <c:v>2.180952</c:v>
                </c:pt>
                <c:pt idx="1141">
                  <c:v>2.1834359999999999</c:v>
                </c:pt>
                <c:pt idx="1142">
                  <c:v>2.1846779999999999</c:v>
                </c:pt>
                <c:pt idx="1143">
                  <c:v>2.1871620000000012</c:v>
                </c:pt>
                <c:pt idx="1144">
                  <c:v>2.189025</c:v>
                </c:pt>
                <c:pt idx="1145">
                  <c:v>2.190267</c:v>
                </c:pt>
                <c:pt idx="1146">
                  <c:v>2.1927509999999986</c:v>
                </c:pt>
                <c:pt idx="1147">
                  <c:v>2.1939929999999999</c:v>
                </c:pt>
                <c:pt idx="1148">
                  <c:v>2.1952350000000003</c:v>
                </c:pt>
                <c:pt idx="1149">
                  <c:v>2.1977190000000002</c:v>
                </c:pt>
                <c:pt idx="1150">
                  <c:v>2.1989609999999997</c:v>
                </c:pt>
                <c:pt idx="1151">
                  <c:v>2.2020659999999985</c:v>
                </c:pt>
                <c:pt idx="1152">
                  <c:v>2.2033080000000012</c:v>
                </c:pt>
                <c:pt idx="1153">
                  <c:v>2.2045499999999998</c:v>
                </c:pt>
                <c:pt idx="1154">
                  <c:v>2.2070340000000011</c:v>
                </c:pt>
                <c:pt idx="1155">
                  <c:v>2.2082760000000001</c:v>
                </c:pt>
                <c:pt idx="1156">
                  <c:v>2.2095180000000001</c:v>
                </c:pt>
                <c:pt idx="1157">
                  <c:v>2.2120019999999987</c:v>
                </c:pt>
                <c:pt idx="1158">
                  <c:v>2.2138649999999997</c:v>
                </c:pt>
                <c:pt idx="1159">
                  <c:v>2.2163489999999983</c:v>
                </c:pt>
                <c:pt idx="1160">
                  <c:v>2.2175910000000014</c:v>
                </c:pt>
                <c:pt idx="1161">
                  <c:v>2.220075</c:v>
                </c:pt>
                <c:pt idx="1162">
                  <c:v>2.2213170000000013</c:v>
                </c:pt>
                <c:pt idx="1163">
                  <c:v>2.222559</c:v>
                </c:pt>
                <c:pt idx="1164">
                  <c:v>2.2256640000000001</c:v>
                </c:pt>
                <c:pt idx="1165">
                  <c:v>2.2269060000000001</c:v>
                </c:pt>
                <c:pt idx="1166">
                  <c:v>2.228148</c:v>
                </c:pt>
                <c:pt idx="1167">
                  <c:v>2.2306319999999999</c:v>
                </c:pt>
                <c:pt idx="1168">
                  <c:v>2.2318739999999986</c:v>
                </c:pt>
                <c:pt idx="1169">
                  <c:v>2.2331159999999999</c:v>
                </c:pt>
                <c:pt idx="1170">
                  <c:v>2.2356000000000003</c:v>
                </c:pt>
                <c:pt idx="1171">
                  <c:v>2.237463</c:v>
                </c:pt>
                <c:pt idx="1172">
                  <c:v>2.2399469999999986</c:v>
                </c:pt>
                <c:pt idx="1173">
                  <c:v>2.2411889999999999</c:v>
                </c:pt>
                <c:pt idx="1174">
                  <c:v>2.2424310000000012</c:v>
                </c:pt>
                <c:pt idx="1175">
                  <c:v>2.2449150000000002</c:v>
                </c:pt>
                <c:pt idx="1176">
                  <c:v>2.2461570000000002</c:v>
                </c:pt>
                <c:pt idx="1177">
                  <c:v>2.2492619999999999</c:v>
                </c:pt>
                <c:pt idx="1178">
                  <c:v>2.2505039999999998</c:v>
                </c:pt>
                <c:pt idx="1179">
                  <c:v>2.2529879999999998</c:v>
                </c:pt>
                <c:pt idx="1180">
                  <c:v>2.2542299999999997</c:v>
                </c:pt>
                <c:pt idx="1181">
                  <c:v>2.2554719999999997</c:v>
                </c:pt>
                <c:pt idx="1182">
                  <c:v>2.2579560000000001</c:v>
                </c:pt>
                <c:pt idx="1183">
                  <c:v>2.259198</c:v>
                </c:pt>
                <c:pt idx="1184">
                  <c:v>2.26044</c:v>
                </c:pt>
                <c:pt idx="1185">
                  <c:v>2.2635450000000001</c:v>
                </c:pt>
                <c:pt idx="1186">
                  <c:v>2.264787000000001</c:v>
                </c:pt>
                <c:pt idx="1187">
                  <c:v>2.2672710000000014</c:v>
                </c:pt>
                <c:pt idx="1188">
                  <c:v>2.2685130000000013</c:v>
                </c:pt>
                <c:pt idx="1189">
                  <c:v>2.269755</c:v>
                </c:pt>
                <c:pt idx="1190">
                  <c:v>2.2722389999999986</c:v>
                </c:pt>
                <c:pt idx="1191">
                  <c:v>2.2741020000000001</c:v>
                </c:pt>
                <c:pt idx="1192">
                  <c:v>2.276586</c:v>
                </c:pt>
                <c:pt idx="1193">
                  <c:v>2.277828</c:v>
                </c:pt>
                <c:pt idx="1194">
                  <c:v>2.2803120000000012</c:v>
                </c:pt>
                <c:pt idx="1195">
                  <c:v>2.2815539999999999</c:v>
                </c:pt>
                <c:pt idx="1196">
                  <c:v>2.2840380000000002</c:v>
                </c:pt>
                <c:pt idx="1197">
                  <c:v>2.2859010000000013</c:v>
                </c:pt>
                <c:pt idx="1198">
                  <c:v>2.2871429999999999</c:v>
                </c:pt>
                <c:pt idx="1199">
                  <c:v>2.2896269999999999</c:v>
                </c:pt>
                <c:pt idx="1200">
                  <c:v>2.2908689999999985</c:v>
                </c:pt>
                <c:pt idx="1201">
                  <c:v>2.2933530000000002</c:v>
                </c:pt>
                <c:pt idx="1202">
                  <c:v>2.2945950000000002</c:v>
                </c:pt>
                <c:pt idx="1203">
                  <c:v>2.2977000000000012</c:v>
                </c:pt>
                <c:pt idx="1204">
                  <c:v>2.2989419999999998</c:v>
                </c:pt>
                <c:pt idx="1205">
                  <c:v>2.3001840000000002</c:v>
                </c:pt>
                <c:pt idx="1206">
                  <c:v>2.3026679999999984</c:v>
                </c:pt>
                <c:pt idx="1207">
                  <c:v>2.3039100000000001</c:v>
                </c:pt>
                <c:pt idx="1208">
                  <c:v>2.3051519999999988</c:v>
                </c:pt>
                <c:pt idx="1209">
                  <c:v>2.307636</c:v>
                </c:pt>
                <c:pt idx="1210">
                  <c:v>2.3088779999999987</c:v>
                </c:pt>
                <c:pt idx="1211">
                  <c:v>2.3119829999999983</c:v>
                </c:pt>
                <c:pt idx="1212">
                  <c:v>2.3132249999999988</c:v>
                </c:pt>
                <c:pt idx="1213">
                  <c:v>2.3144669999999983</c:v>
                </c:pt>
                <c:pt idx="1214">
                  <c:v>2.3169509999999982</c:v>
                </c:pt>
                <c:pt idx="1215">
                  <c:v>2.3181929999999986</c:v>
                </c:pt>
                <c:pt idx="1216">
                  <c:v>2.3206769999999985</c:v>
                </c:pt>
                <c:pt idx="1217">
                  <c:v>2.3225399999999987</c:v>
                </c:pt>
                <c:pt idx="1218">
                  <c:v>2.325024</c:v>
                </c:pt>
                <c:pt idx="1219">
                  <c:v>2.3262659999999973</c:v>
                </c:pt>
                <c:pt idx="1220">
                  <c:v>2.3275079999999999</c:v>
                </c:pt>
                <c:pt idx="1221">
                  <c:v>2.3299919999999998</c:v>
                </c:pt>
                <c:pt idx="1222">
                  <c:v>2.3324759999999971</c:v>
                </c:pt>
                <c:pt idx="1223">
                  <c:v>2.3343389999999986</c:v>
                </c:pt>
                <c:pt idx="1224">
                  <c:v>2.3368229999999972</c:v>
                </c:pt>
                <c:pt idx="1225">
                  <c:v>2.3380649999999989</c:v>
                </c:pt>
                <c:pt idx="1226">
                  <c:v>2.3405489999999989</c:v>
                </c:pt>
                <c:pt idx="1227">
                  <c:v>2.3417909999999997</c:v>
                </c:pt>
                <c:pt idx="1228">
                  <c:v>2.3442749999999997</c:v>
                </c:pt>
                <c:pt idx="1229">
                  <c:v>2.3461379999999998</c:v>
                </c:pt>
                <c:pt idx="1230">
                  <c:v>2.3486219999999998</c:v>
                </c:pt>
                <c:pt idx="1231">
                  <c:v>2.3498639999999984</c:v>
                </c:pt>
                <c:pt idx="1232">
                  <c:v>2.3523479999999979</c:v>
                </c:pt>
                <c:pt idx="1233">
                  <c:v>2.3535900000000001</c:v>
                </c:pt>
                <c:pt idx="1234">
                  <c:v>2.3548319999999987</c:v>
                </c:pt>
                <c:pt idx="1235">
                  <c:v>2.357316</c:v>
                </c:pt>
                <c:pt idx="1236">
                  <c:v>2.3591789999999984</c:v>
                </c:pt>
                <c:pt idx="1237">
                  <c:v>2.3604210000000001</c:v>
                </c:pt>
                <c:pt idx="1238">
                  <c:v>2.3629049999999987</c:v>
                </c:pt>
                <c:pt idx="1239">
                  <c:v>2.364147</c:v>
                </c:pt>
                <c:pt idx="1240">
                  <c:v>2.365389</c:v>
                </c:pt>
                <c:pt idx="1241">
                  <c:v>2.3678729999999986</c:v>
                </c:pt>
                <c:pt idx="1242">
                  <c:v>2.3691149999999999</c:v>
                </c:pt>
                <c:pt idx="1243">
                  <c:v>2.3722199999999982</c:v>
                </c:pt>
                <c:pt idx="1244">
                  <c:v>2.3734619999999986</c:v>
                </c:pt>
                <c:pt idx="1245">
                  <c:v>2.3747039999999986</c:v>
                </c:pt>
                <c:pt idx="1246">
                  <c:v>2.3771879999999999</c:v>
                </c:pt>
                <c:pt idx="1247">
                  <c:v>2.3784299999999985</c:v>
                </c:pt>
                <c:pt idx="1248">
                  <c:v>2.3796719999999985</c:v>
                </c:pt>
                <c:pt idx="1249">
                  <c:v>2.3827769999999986</c:v>
                </c:pt>
                <c:pt idx="1250">
                  <c:v>2.3840189999999986</c:v>
                </c:pt>
                <c:pt idx="1251">
                  <c:v>2.3865029999999985</c:v>
                </c:pt>
                <c:pt idx="1252">
                  <c:v>2.3877449999999998</c:v>
                </c:pt>
                <c:pt idx="1253">
                  <c:v>2.3889869999999997</c:v>
                </c:pt>
                <c:pt idx="1254">
                  <c:v>2.3914709999999983</c:v>
                </c:pt>
                <c:pt idx="1255">
                  <c:v>2.3927129999999983</c:v>
                </c:pt>
                <c:pt idx="1256">
                  <c:v>2.3945759999999985</c:v>
                </c:pt>
                <c:pt idx="1257">
                  <c:v>2.3958179999999984</c:v>
                </c:pt>
                <c:pt idx="1258">
                  <c:v>2.3983019999999997</c:v>
                </c:pt>
                <c:pt idx="1259">
                  <c:v>2.3995439999999983</c:v>
                </c:pt>
                <c:pt idx="1260">
                  <c:v>2.4007860000000001</c:v>
                </c:pt>
                <c:pt idx="1261">
                  <c:v>2.40327</c:v>
                </c:pt>
                <c:pt idx="1262">
                  <c:v>2.404512</c:v>
                </c:pt>
                <c:pt idx="1263">
                  <c:v>2.4057539999999986</c:v>
                </c:pt>
                <c:pt idx="1264">
                  <c:v>2.4076169999999997</c:v>
                </c:pt>
                <c:pt idx="1265">
                  <c:v>2.410101</c:v>
                </c:pt>
                <c:pt idx="1266">
                  <c:v>2.4113429999999982</c:v>
                </c:pt>
                <c:pt idx="1267">
                  <c:v>2.4125849999999986</c:v>
                </c:pt>
                <c:pt idx="1268">
                  <c:v>2.4138269999999986</c:v>
                </c:pt>
                <c:pt idx="1269">
                  <c:v>2.4163109999999985</c:v>
                </c:pt>
                <c:pt idx="1270">
                  <c:v>2.4175529999999985</c:v>
                </c:pt>
                <c:pt idx="1271">
                  <c:v>2.4194159999999982</c:v>
                </c:pt>
                <c:pt idx="1272">
                  <c:v>2.4206579999999986</c:v>
                </c:pt>
                <c:pt idx="1273">
                  <c:v>2.4231419999999999</c:v>
                </c:pt>
                <c:pt idx="1274">
                  <c:v>2.4243839999999999</c:v>
                </c:pt>
                <c:pt idx="1275">
                  <c:v>2.4256260000000003</c:v>
                </c:pt>
                <c:pt idx="1276">
                  <c:v>2.4268679999999985</c:v>
                </c:pt>
                <c:pt idx="1277">
                  <c:v>2.4293519999999997</c:v>
                </c:pt>
                <c:pt idx="1278">
                  <c:v>2.4312149999999986</c:v>
                </c:pt>
                <c:pt idx="1279">
                  <c:v>2.4324569999999972</c:v>
                </c:pt>
                <c:pt idx="1280">
                  <c:v>2.4336989999999985</c:v>
                </c:pt>
                <c:pt idx="1281">
                  <c:v>2.4361829999999989</c:v>
                </c:pt>
                <c:pt idx="1282">
                  <c:v>2.4374249999999997</c:v>
                </c:pt>
                <c:pt idx="1283">
                  <c:v>2.4386669999999988</c:v>
                </c:pt>
                <c:pt idx="1284">
                  <c:v>2.4399089999999979</c:v>
                </c:pt>
                <c:pt idx="1285">
                  <c:v>2.4430140000000002</c:v>
                </c:pt>
                <c:pt idx="1286">
                  <c:v>2.4442559999999984</c:v>
                </c:pt>
                <c:pt idx="1287">
                  <c:v>2.4454979999999997</c:v>
                </c:pt>
                <c:pt idx="1288">
                  <c:v>2.4467399999999997</c:v>
                </c:pt>
                <c:pt idx="1289">
                  <c:v>2.4492240000000001</c:v>
                </c:pt>
                <c:pt idx="1290">
                  <c:v>2.4504659999999983</c:v>
                </c:pt>
                <c:pt idx="1291">
                  <c:v>2.4517079999999987</c:v>
                </c:pt>
                <c:pt idx="1292">
                  <c:v>2.4529499999999977</c:v>
                </c:pt>
                <c:pt idx="1293">
                  <c:v>2.4560549999999979</c:v>
                </c:pt>
                <c:pt idx="1294">
                  <c:v>2.4572970000000001</c:v>
                </c:pt>
                <c:pt idx="1295">
                  <c:v>2.458539</c:v>
                </c:pt>
                <c:pt idx="1296">
                  <c:v>2.459781</c:v>
                </c:pt>
                <c:pt idx="1297">
                  <c:v>2.4622649999999986</c:v>
                </c:pt>
                <c:pt idx="1298">
                  <c:v>2.4635069999999999</c:v>
                </c:pt>
                <c:pt idx="1299">
                  <c:v>2.4647489999999985</c:v>
                </c:pt>
                <c:pt idx="1300">
                  <c:v>2.4659909999999998</c:v>
                </c:pt>
                <c:pt idx="1301">
                  <c:v>2.469096</c:v>
                </c:pt>
                <c:pt idx="1302">
                  <c:v>2.4703379999999999</c:v>
                </c:pt>
                <c:pt idx="1303">
                  <c:v>2.4715799999999986</c:v>
                </c:pt>
                <c:pt idx="1304">
                  <c:v>2.472821999999999</c:v>
                </c:pt>
                <c:pt idx="1305">
                  <c:v>2.4753059999999989</c:v>
                </c:pt>
                <c:pt idx="1306">
                  <c:v>2.4765479999999984</c:v>
                </c:pt>
                <c:pt idx="1307">
                  <c:v>2.4777900000000002</c:v>
                </c:pt>
                <c:pt idx="1308">
                  <c:v>2.4796529999999972</c:v>
                </c:pt>
                <c:pt idx="1309">
                  <c:v>2.4808949999999999</c:v>
                </c:pt>
                <c:pt idx="1310">
                  <c:v>2.4821369999999998</c:v>
                </c:pt>
                <c:pt idx="1311">
                  <c:v>2.4846210000000002</c:v>
                </c:pt>
                <c:pt idx="1312">
                  <c:v>2.4858629999999988</c:v>
                </c:pt>
                <c:pt idx="1313">
                  <c:v>2.4871050000000001</c:v>
                </c:pt>
                <c:pt idx="1314">
                  <c:v>2.4883469999999988</c:v>
                </c:pt>
                <c:pt idx="1315">
                  <c:v>2.4895890000000001</c:v>
                </c:pt>
                <c:pt idx="1316">
                  <c:v>2.490831</c:v>
                </c:pt>
                <c:pt idx="1317">
                  <c:v>2.4939360000000002</c:v>
                </c:pt>
                <c:pt idx="1318">
                  <c:v>2.4951779999999997</c:v>
                </c:pt>
                <c:pt idx="1319">
                  <c:v>2.4964199999999979</c:v>
                </c:pt>
                <c:pt idx="1320">
                  <c:v>2.4976619999999987</c:v>
                </c:pt>
                <c:pt idx="1321">
                  <c:v>2.498904</c:v>
                </c:pt>
                <c:pt idx="1322">
                  <c:v>2.500146</c:v>
                </c:pt>
                <c:pt idx="1323">
                  <c:v>2.5026300000000004</c:v>
                </c:pt>
                <c:pt idx="1324">
                  <c:v>2.5044930000000001</c:v>
                </c:pt>
                <c:pt idx="1325">
                  <c:v>2.505735</c:v>
                </c:pt>
                <c:pt idx="1326">
                  <c:v>2.506977</c:v>
                </c:pt>
                <c:pt idx="1327">
                  <c:v>2.508219</c:v>
                </c:pt>
                <c:pt idx="1328">
                  <c:v>2.5094610000000004</c:v>
                </c:pt>
                <c:pt idx="1329">
                  <c:v>2.5119449999999985</c:v>
                </c:pt>
                <c:pt idx="1330">
                  <c:v>2.5131869999999998</c:v>
                </c:pt>
                <c:pt idx="1331">
                  <c:v>2.5144289999999989</c:v>
                </c:pt>
                <c:pt idx="1332">
                  <c:v>2.5162919999999982</c:v>
                </c:pt>
                <c:pt idx="1333">
                  <c:v>2.5187759999999986</c:v>
                </c:pt>
                <c:pt idx="1334">
                  <c:v>2.5200179999999999</c:v>
                </c:pt>
                <c:pt idx="1335">
                  <c:v>2.5212599999999985</c:v>
                </c:pt>
                <c:pt idx="1336">
                  <c:v>2.5225019999999998</c:v>
                </c:pt>
                <c:pt idx="1337">
                  <c:v>2.5249859999999997</c:v>
                </c:pt>
                <c:pt idx="1338">
                  <c:v>2.5262279999999997</c:v>
                </c:pt>
                <c:pt idx="1339">
                  <c:v>2.5280909999999999</c:v>
                </c:pt>
                <c:pt idx="1340">
                  <c:v>2.5293330000000012</c:v>
                </c:pt>
                <c:pt idx="1341">
                  <c:v>2.5305749999999998</c:v>
                </c:pt>
                <c:pt idx="1342">
                  <c:v>2.5330589999999984</c:v>
                </c:pt>
                <c:pt idx="1343">
                  <c:v>2.5343010000000001</c:v>
                </c:pt>
                <c:pt idx="1344">
                  <c:v>2.5355429999999983</c:v>
                </c:pt>
                <c:pt idx="1345">
                  <c:v>2.5367849999999987</c:v>
                </c:pt>
                <c:pt idx="1346">
                  <c:v>2.5392689999999987</c:v>
                </c:pt>
                <c:pt idx="1347">
                  <c:v>2.5411320000000002</c:v>
                </c:pt>
                <c:pt idx="1348">
                  <c:v>2.5423740000000001</c:v>
                </c:pt>
                <c:pt idx="1349">
                  <c:v>2.5436160000000001</c:v>
                </c:pt>
                <c:pt idx="1350">
                  <c:v>2.5460999999999987</c:v>
                </c:pt>
                <c:pt idx="1351">
                  <c:v>2.547342</c:v>
                </c:pt>
                <c:pt idx="1352">
                  <c:v>2.5485840000000013</c:v>
                </c:pt>
                <c:pt idx="1353">
                  <c:v>2.5498259999999986</c:v>
                </c:pt>
                <c:pt idx="1354">
                  <c:v>2.5529310000000001</c:v>
                </c:pt>
                <c:pt idx="1355">
                  <c:v>2.5541730000000005</c:v>
                </c:pt>
                <c:pt idx="1356">
                  <c:v>2.5554149999999987</c:v>
                </c:pt>
                <c:pt idx="1357">
                  <c:v>2.5566569999999977</c:v>
                </c:pt>
                <c:pt idx="1358">
                  <c:v>2.5578989999999986</c:v>
                </c:pt>
                <c:pt idx="1359">
                  <c:v>2.5603830000000012</c:v>
                </c:pt>
                <c:pt idx="1360">
                  <c:v>2.5616249999999998</c:v>
                </c:pt>
                <c:pt idx="1361">
                  <c:v>2.5628669999999985</c:v>
                </c:pt>
                <c:pt idx="1362">
                  <c:v>2.5659719999999999</c:v>
                </c:pt>
                <c:pt idx="1363">
                  <c:v>2.5672140000000012</c:v>
                </c:pt>
                <c:pt idx="1364">
                  <c:v>2.5684559999999985</c:v>
                </c:pt>
                <c:pt idx="1365">
                  <c:v>2.5696979999999998</c:v>
                </c:pt>
                <c:pt idx="1366">
                  <c:v>2.5721819999999997</c:v>
                </c:pt>
                <c:pt idx="1367">
                  <c:v>2.5734240000000002</c:v>
                </c:pt>
                <c:pt idx="1368">
                  <c:v>2.5746659999999983</c:v>
                </c:pt>
                <c:pt idx="1369">
                  <c:v>2.5777709999999998</c:v>
                </c:pt>
                <c:pt idx="1370">
                  <c:v>2.5790129999999984</c:v>
                </c:pt>
                <c:pt idx="1371">
                  <c:v>2.5802549999999997</c:v>
                </c:pt>
                <c:pt idx="1372">
                  <c:v>2.5827389999999997</c:v>
                </c:pt>
                <c:pt idx="1373">
                  <c:v>2.5839809999999996</c:v>
                </c:pt>
                <c:pt idx="1374">
                  <c:v>2.585223</c:v>
                </c:pt>
                <c:pt idx="1375">
                  <c:v>2.5864649999999987</c:v>
                </c:pt>
                <c:pt idx="1376">
                  <c:v>2.5895700000000001</c:v>
                </c:pt>
                <c:pt idx="1377">
                  <c:v>2.5908119999999997</c:v>
                </c:pt>
                <c:pt idx="1378">
                  <c:v>2.5920539999999983</c:v>
                </c:pt>
                <c:pt idx="1379">
                  <c:v>2.593296</c:v>
                </c:pt>
                <c:pt idx="1380">
                  <c:v>2.59578</c:v>
                </c:pt>
                <c:pt idx="1381">
                  <c:v>2.5970220000000004</c:v>
                </c:pt>
                <c:pt idx="1382">
                  <c:v>2.5982639999999986</c:v>
                </c:pt>
                <c:pt idx="1383">
                  <c:v>2.5995059999999985</c:v>
                </c:pt>
                <c:pt idx="1384">
                  <c:v>2.602611</c:v>
                </c:pt>
                <c:pt idx="1385">
                  <c:v>2.6038529999999982</c:v>
                </c:pt>
                <c:pt idx="1386">
                  <c:v>2.6050950000000004</c:v>
                </c:pt>
                <c:pt idx="1387">
                  <c:v>2.6063369999999999</c:v>
                </c:pt>
                <c:pt idx="1388">
                  <c:v>2.6075789999999999</c:v>
                </c:pt>
                <c:pt idx="1389">
                  <c:v>2.6100629999999989</c:v>
                </c:pt>
                <c:pt idx="1390">
                  <c:v>2.6113049999999998</c:v>
                </c:pt>
                <c:pt idx="1391">
                  <c:v>2.6131679999999999</c:v>
                </c:pt>
                <c:pt idx="1392">
                  <c:v>2.6144099999999986</c:v>
                </c:pt>
                <c:pt idx="1393">
                  <c:v>2.6156519999999985</c:v>
                </c:pt>
                <c:pt idx="1394">
                  <c:v>2.6181360000000002</c:v>
                </c:pt>
                <c:pt idx="1395">
                  <c:v>2.6193779999999998</c:v>
                </c:pt>
                <c:pt idx="1396">
                  <c:v>2.6206199999999997</c:v>
                </c:pt>
                <c:pt idx="1397">
                  <c:v>2.6218619999999997</c:v>
                </c:pt>
                <c:pt idx="1398">
                  <c:v>2.6231040000000014</c:v>
                </c:pt>
                <c:pt idx="1399">
                  <c:v>2.6262089999999989</c:v>
                </c:pt>
                <c:pt idx="1400">
                  <c:v>2.6274509999999998</c:v>
                </c:pt>
                <c:pt idx="1401">
                  <c:v>2.6286929999999997</c:v>
                </c:pt>
                <c:pt idx="1402">
                  <c:v>2.6299350000000001</c:v>
                </c:pt>
                <c:pt idx="1403">
                  <c:v>2.6311770000000001</c:v>
                </c:pt>
                <c:pt idx="1404">
                  <c:v>2.6336609999999987</c:v>
                </c:pt>
                <c:pt idx="1405">
                  <c:v>2.634903</c:v>
                </c:pt>
                <c:pt idx="1406">
                  <c:v>2.6361449999999986</c:v>
                </c:pt>
                <c:pt idx="1407">
                  <c:v>2.6380079999999997</c:v>
                </c:pt>
                <c:pt idx="1408">
                  <c:v>2.6392499999999983</c:v>
                </c:pt>
                <c:pt idx="1409">
                  <c:v>2.6417339999999996</c:v>
                </c:pt>
                <c:pt idx="1410">
                  <c:v>2.642976</c:v>
                </c:pt>
                <c:pt idx="1411">
                  <c:v>2.644218</c:v>
                </c:pt>
                <c:pt idx="1412">
                  <c:v>2.6454599999999986</c:v>
                </c:pt>
                <c:pt idx="1413">
                  <c:v>2.6467019999999999</c:v>
                </c:pt>
                <c:pt idx="1414">
                  <c:v>2.6479440000000012</c:v>
                </c:pt>
                <c:pt idx="1415">
                  <c:v>2.6510489999999982</c:v>
                </c:pt>
                <c:pt idx="1416">
                  <c:v>2.652291</c:v>
                </c:pt>
                <c:pt idx="1417">
                  <c:v>2.6535329999999999</c:v>
                </c:pt>
                <c:pt idx="1418">
                  <c:v>2.6547750000000003</c:v>
                </c:pt>
                <c:pt idx="1419">
                  <c:v>2.6572589999999985</c:v>
                </c:pt>
                <c:pt idx="1420">
                  <c:v>2.6585009999999998</c:v>
                </c:pt>
                <c:pt idx="1421">
                  <c:v>2.6597429999999989</c:v>
                </c:pt>
                <c:pt idx="1422">
                  <c:v>2.6616059999999986</c:v>
                </c:pt>
                <c:pt idx="1423">
                  <c:v>2.6640899999999998</c:v>
                </c:pt>
                <c:pt idx="1424">
                  <c:v>2.6653320000000011</c:v>
                </c:pt>
                <c:pt idx="1425">
                  <c:v>2.6665739999999998</c:v>
                </c:pt>
                <c:pt idx="1426">
                  <c:v>2.6678160000000002</c:v>
                </c:pt>
                <c:pt idx="1427">
                  <c:v>2.6690579999999997</c:v>
                </c:pt>
                <c:pt idx="1428">
                  <c:v>2.6702999999999997</c:v>
                </c:pt>
                <c:pt idx="1429">
                  <c:v>2.672784</c:v>
                </c:pt>
                <c:pt idx="1430">
                  <c:v>2.6746469999999989</c:v>
                </c:pt>
                <c:pt idx="1431">
                  <c:v>2.6758889999999989</c:v>
                </c:pt>
                <c:pt idx="1432">
                  <c:v>2.6771310000000015</c:v>
                </c:pt>
                <c:pt idx="1433">
                  <c:v>2.6783729999999997</c:v>
                </c:pt>
                <c:pt idx="1434">
                  <c:v>2.6796149999999987</c:v>
                </c:pt>
                <c:pt idx="1435">
                  <c:v>2.682099</c:v>
                </c:pt>
                <c:pt idx="1436">
                  <c:v>2.6833410000000013</c:v>
                </c:pt>
                <c:pt idx="1437">
                  <c:v>2.6845830000000017</c:v>
                </c:pt>
                <c:pt idx="1438">
                  <c:v>2.6864459999999979</c:v>
                </c:pt>
                <c:pt idx="1439">
                  <c:v>2.6889300000000014</c:v>
                </c:pt>
                <c:pt idx="1440">
                  <c:v>2.690172</c:v>
                </c:pt>
                <c:pt idx="1441">
                  <c:v>2.6926559999999982</c:v>
                </c:pt>
                <c:pt idx="1442">
                  <c:v>2.6938979999999999</c:v>
                </c:pt>
                <c:pt idx="1443">
                  <c:v>2.6951399999999999</c:v>
                </c:pt>
                <c:pt idx="1444">
                  <c:v>2.6963819999999998</c:v>
                </c:pt>
                <c:pt idx="1445">
                  <c:v>2.6994870000000004</c:v>
                </c:pt>
                <c:pt idx="1446">
                  <c:v>2.7007289999999999</c:v>
                </c:pt>
                <c:pt idx="1447">
                  <c:v>2.7019709999999999</c:v>
                </c:pt>
                <c:pt idx="1448">
                  <c:v>2.7032129999999999</c:v>
                </c:pt>
                <c:pt idx="1449">
                  <c:v>2.7044550000000003</c:v>
                </c:pt>
                <c:pt idx="1450">
                  <c:v>2.7056970000000002</c:v>
                </c:pt>
                <c:pt idx="1451">
                  <c:v>2.7081810000000011</c:v>
                </c:pt>
                <c:pt idx="1452">
                  <c:v>2.7100439999999986</c:v>
                </c:pt>
                <c:pt idx="1453">
                  <c:v>2.7112859999999985</c:v>
                </c:pt>
                <c:pt idx="1454">
                  <c:v>2.7125280000000003</c:v>
                </c:pt>
                <c:pt idx="1455">
                  <c:v>2.7137700000000002</c:v>
                </c:pt>
                <c:pt idx="1456">
                  <c:v>2.7150119999999998</c:v>
                </c:pt>
                <c:pt idx="1457">
                  <c:v>2.7162539999999984</c:v>
                </c:pt>
                <c:pt idx="1458">
                  <c:v>2.7174960000000001</c:v>
                </c:pt>
                <c:pt idx="1459">
                  <c:v>2.7199800000000001</c:v>
                </c:pt>
                <c:pt idx="1460">
                  <c:v>2.7212219999999996</c:v>
                </c:pt>
                <c:pt idx="1461">
                  <c:v>2.7230850000000002</c:v>
                </c:pt>
                <c:pt idx="1462">
                  <c:v>2.7243270000000011</c:v>
                </c:pt>
                <c:pt idx="1463">
                  <c:v>2.7255690000000001</c:v>
                </c:pt>
                <c:pt idx="1464">
                  <c:v>2.7268110000000001</c:v>
                </c:pt>
                <c:pt idx="1465">
                  <c:v>2.7292949999999996</c:v>
                </c:pt>
                <c:pt idx="1466">
                  <c:v>2.7305370000000013</c:v>
                </c:pt>
                <c:pt idx="1467">
                  <c:v>2.731779</c:v>
                </c:pt>
                <c:pt idx="1468">
                  <c:v>2.7330209999999999</c:v>
                </c:pt>
                <c:pt idx="1469">
                  <c:v>2.7348840000000001</c:v>
                </c:pt>
                <c:pt idx="1470">
                  <c:v>2.7361259999999987</c:v>
                </c:pt>
                <c:pt idx="1471">
                  <c:v>2.73861</c:v>
                </c:pt>
                <c:pt idx="1472">
                  <c:v>2.7398519999999986</c:v>
                </c:pt>
                <c:pt idx="1473">
                  <c:v>2.7410939999999999</c:v>
                </c:pt>
                <c:pt idx="1474">
                  <c:v>2.7423360000000012</c:v>
                </c:pt>
                <c:pt idx="1475">
                  <c:v>2.7435780000000012</c:v>
                </c:pt>
                <c:pt idx="1476">
                  <c:v>2.746683</c:v>
                </c:pt>
                <c:pt idx="1477">
                  <c:v>2.7479250000000013</c:v>
                </c:pt>
                <c:pt idx="1478">
                  <c:v>2.7491669999999999</c:v>
                </c:pt>
                <c:pt idx="1479">
                  <c:v>2.7504090000000003</c:v>
                </c:pt>
                <c:pt idx="1480">
                  <c:v>2.7516509999999985</c:v>
                </c:pt>
                <c:pt idx="1481">
                  <c:v>2.7541350000000002</c:v>
                </c:pt>
                <c:pt idx="1482">
                  <c:v>2.7553770000000002</c:v>
                </c:pt>
                <c:pt idx="1483">
                  <c:v>2.7566189999999988</c:v>
                </c:pt>
                <c:pt idx="1484">
                  <c:v>2.7584819999999999</c:v>
                </c:pt>
                <c:pt idx="1485">
                  <c:v>2.7609659999999998</c:v>
                </c:pt>
                <c:pt idx="1486">
                  <c:v>2.7622079999999998</c:v>
                </c:pt>
                <c:pt idx="1487">
                  <c:v>2.7634500000000002</c:v>
                </c:pt>
                <c:pt idx="1488">
                  <c:v>2.765934000000001</c:v>
                </c:pt>
                <c:pt idx="1489">
                  <c:v>2.7671760000000014</c:v>
                </c:pt>
                <c:pt idx="1490">
                  <c:v>2.768418</c:v>
                </c:pt>
                <c:pt idx="1491">
                  <c:v>2.76966</c:v>
                </c:pt>
                <c:pt idx="1492">
                  <c:v>2.7715230000000002</c:v>
                </c:pt>
                <c:pt idx="1493">
                  <c:v>2.7740069999999997</c:v>
                </c:pt>
                <c:pt idx="1494">
                  <c:v>2.7752489999999983</c:v>
                </c:pt>
                <c:pt idx="1495">
                  <c:v>2.776491</c:v>
                </c:pt>
                <c:pt idx="1496">
                  <c:v>2.7777330000000013</c:v>
                </c:pt>
                <c:pt idx="1497">
                  <c:v>2.7802170000000017</c:v>
                </c:pt>
                <c:pt idx="1498">
                  <c:v>2.7814589999999986</c:v>
                </c:pt>
                <c:pt idx="1499">
                  <c:v>2.7833220000000014</c:v>
                </c:pt>
                <c:pt idx="1500">
                  <c:v>2.7845640000000014</c:v>
                </c:pt>
                <c:pt idx="1501">
                  <c:v>2.785806</c:v>
                </c:pt>
                <c:pt idx="1502">
                  <c:v>2.7870480000000004</c:v>
                </c:pt>
                <c:pt idx="1503">
                  <c:v>2.7895320000000012</c:v>
                </c:pt>
                <c:pt idx="1504">
                  <c:v>2.7907739999999999</c:v>
                </c:pt>
                <c:pt idx="1505">
                  <c:v>2.7920160000000003</c:v>
                </c:pt>
                <c:pt idx="1506">
                  <c:v>2.7932579999999998</c:v>
                </c:pt>
                <c:pt idx="1507">
                  <c:v>2.7951210000000017</c:v>
                </c:pt>
                <c:pt idx="1508">
                  <c:v>2.7963629999999986</c:v>
                </c:pt>
                <c:pt idx="1509">
                  <c:v>2.7976049999999999</c:v>
                </c:pt>
                <c:pt idx="1510">
                  <c:v>2.7988469999999985</c:v>
                </c:pt>
                <c:pt idx="1511">
                  <c:v>2.8013310000000002</c:v>
                </c:pt>
                <c:pt idx="1512">
                  <c:v>2.8025729999999984</c:v>
                </c:pt>
                <c:pt idx="1513">
                  <c:v>2.8038149999999997</c:v>
                </c:pt>
                <c:pt idx="1514">
                  <c:v>2.8050569999999984</c:v>
                </c:pt>
                <c:pt idx="1515">
                  <c:v>2.8069199999999985</c:v>
                </c:pt>
                <c:pt idx="1516">
                  <c:v>2.8081620000000003</c:v>
                </c:pt>
                <c:pt idx="1517">
                  <c:v>2.8094039999999985</c:v>
                </c:pt>
                <c:pt idx="1518">
                  <c:v>2.8106459999999971</c:v>
                </c:pt>
                <c:pt idx="1519">
                  <c:v>2.8131300000000001</c:v>
                </c:pt>
                <c:pt idx="1520">
                  <c:v>2.8143719999999997</c:v>
                </c:pt>
                <c:pt idx="1521">
                  <c:v>2.8156139999999983</c:v>
                </c:pt>
                <c:pt idx="1522">
                  <c:v>2.8168559999999965</c:v>
                </c:pt>
                <c:pt idx="1523">
                  <c:v>2.8180979999999987</c:v>
                </c:pt>
                <c:pt idx="1524">
                  <c:v>2.8199609999999988</c:v>
                </c:pt>
                <c:pt idx="1525">
                  <c:v>2.8224449999999979</c:v>
                </c:pt>
                <c:pt idx="1526">
                  <c:v>2.8236869999999987</c:v>
                </c:pt>
                <c:pt idx="1527">
                  <c:v>2.824929</c:v>
                </c:pt>
                <c:pt idx="1528">
                  <c:v>2.826171</c:v>
                </c:pt>
                <c:pt idx="1529">
                  <c:v>2.8286549999999986</c:v>
                </c:pt>
                <c:pt idx="1530">
                  <c:v>2.8298970000000003</c:v>
                </c:pt>
                <c:pt idx="1531">
                  <c:v>2.8317599999999978</c:v>
                </c:pt>
                <c:pt idx="1532">
                  <c:v>2.8330019999999987</c:v>
                </c:pt>
                <c:pt idx="1533">
                  <c:v>2.8342439999999982</c:v>
                </c:pt>
                <c:pt idx="1534">
                  <c:v>2.8367279999999986</c:v>
                </c:pt>
                <c:pt idx="1535">
                  <c:v>2.8379700000000003</c:v>
                </c:pt>
                <c:pt idx="1536">
                  <c:v>2.8392119999999985</c:v>
                </c:pt>
                <c:pt idx="1537">
                  <c:v>2.8416959999999984</c:v>
                </c:pt>
                <c:pt idx="1538">
                  <c:v>2.8435589999999986</c:v>
                </c:pt>
                <c:pt idx="1539">
                  <c:v>2.8448010000000004</c:v>
                </c:pt>
                <c:pt idx="1540">
                  <c:v>2.8460429999999972</c:v>
                </c:pt>
                <c:pt idx="1541">
                  <c:v>2.8472849999999998</c:v>
                </c:pt>
                <c:pt idx="1542">
                  <c:v>2.8497689999999989</c:v>
                </c:pt>
                <c:pt idx="1543">
                  <c:v>2.8510109999999989</c:v>
                </c:pt>
                <c:pt idx="1544">
                  <c:v>2.8522529999999975</c:v>
                </c:pt>
                <c:pt idx="1545">
                  <c:v>2.8534949999999997</c:v>
                </c:pt>
                <c:pt idx="1546">
                  <c:v>2.8565999999999985</c:v>
                </c:pt>
                <c:pt idx="1547">
                  <c:v>2.8578419999999984</c:v>
                </c:pt>
                <c:pt idx="1548">
                  <c:v>2.8590839999999988</c:v>
                </c:pt>
                <c:pt idx="1549">
                  <c:v>2.8603259999999997</c:v>
                </c:pt>
                <c:pt idx="1550">
                  <c:v>2.8615679999999997</c:v>
                </c:pt>
                <c:pt idx="1551">
                  <c:v>2.8640519999999987</c:v>
                </c:pt>
                <c:pt idx="1552">
                  <c:v>2.865294</c:v>
                </c:pt>
                <c:pt idx="1553">
                  <c:v>2.866536</c:v>
                </c:pt>
                <c:pt idx="1554">
                  <c:v>2.8696409999999983</c:v>
                </c:pt>
                <c:pt idx="1555">
                  <c:v>2.8708829999999983</c:v>
                </c:pt>
                <c:pt idx="1556">
                  <c:v>2.873367</c:v>
                </c:pt>
                <c:pt idx="1557">
                  <c:v>2.8746089999999973</c:v>
                </c:pt>
                <c:pt idx="1558">
                  <c:v>2.8758509999999973</c:v>
                </c:pt>
                <c:pt idx="1559">
                  <c:v>2.8770929999999986</c:v>
                </c:pt>
                <c:pt idx="1560">
                  <c:v>2.880198</c:v>
                </c:pt>
                <c:pt idx="1561">
                  <c:v>2.8814399999999987</c:v>
                </c:pt>
                <c:pt idx="1562">
                  <c:v>2.8826819999999991</c:v>
                </c:pt>
                <c:pt idx="1563">
                  <c:v>2.8851659999999986</c:v>
                </c:pt>
                <c:pt idx="1564">
                  <c:v>2.8864079999999985</c:v>
                </c:pt>
                <c:pt idx="1565">
                  <c:v>2.8876500000000003</c:v>
                </c:pt>
                <c:pt idx="1566">
                  <c:v>2.8888919999999998</c:v>
                </c:pt>
                <c:pt idx="1567">
                  <c:v>2.8919969999999986</c:v>
                </c:pt>
                <c:pt idx="1568">
                  <c:v>2.8932389999999986</c:v>
                </c:pt>
                <c:pt idx="1569">
                  <c:v>2.8944809999999985</c:v>
                </c:pt>
                <c:pt idx="1570">
                  <c:v>2.8957230000000003</c:v>
                </c:pt>
                <c:pt idx="1571">
                  <c:v>2.8982069999999984</c:v>
                </c:pt>
                <c:pt idx="1572">
                  <c:v>2.8994489999999971</c:v>
                </c:pt>
                <c:pt idx="1573">
                  <c:v>2.9006910000000001</c:v>
                </c:pt>
                <c:pt idx="1574">
                  <c:v>2.9019330000000001</c:v>
                </c:pt>
                <c:pt idx="1575">
                  <c:v>2.9031750000000001</c:v>
                </c:pt>
                <c:pt idx="1576">
                  <c:v>2.9062799999999984</c:v>
                </c:pt>
                <c:pt idx="1577">
                  <c:v>2.9075220000000002</c:v>
                </c:pt>
                <c:pt idx="1578">
                  <c:v>2.9087640000000001</c:v>
                </c:pt>
                <c:pt idx="1579">
                  <c:v>2.9100059999999983</c:v>
                </c:pt>
                <c:pt idx="1580">
                  <c:v>2.9124899999999982</c:v>
                </c:pt>
                <c:pt idx="1581">
                  <c:v>2.913732</c:v>
                </c:pt>
                <c:pt idx="1582">
                  <c:v>2.914974</c:v>
                </c:pt>
                <c:pt idx="1583">
                  <c:v>2.9180789999999983</c:v>
                </c:pt>
                <c:pt idx="1584">
                  <c:v>2.9193209999999987</c:v>
                </c:pt>
                <c:pt idx="1585">
                  <c:v>2.920563</c:v>
                </c:pt>
                <c:pt idx="1586">
                  <c:v>2.923047</c:v>
                </c:pt>
                <c:pt idx="1587">
                  <c:v>2.9242889999999986</c:v>
                </c:pt>
                <c:pt idx="1588">
                  <c:v>2.9255310000000012</c:v>
                </c:pt>
                <c:pt idx="1589">
                  <c:v>2.9267729999999985</c:v>
                </c:pt>
                <c:pt idx="1590">
                  <c:v>2.9298779999999987</c:v>
                </c:pt>
                <c:pt idx="1591">
                  <c:v>2.9311199999999986</c:v>
                </c:pt>
                <c:pt idx="1592">
                  <c:v>2.932361999999999</c:v>
                </c:pt>
                <c:pt idx="1593">
                  <c:v>2.9336040000000003</c:v>
                </c:pt>
                <c:pt idx="1594">
                  <c:v>2.9348459999999972</c:v>
                </c:pt>
                <c:pt idx="1595">
                  <c:v>2.9373300000000002</c:v>
                </c:pt>
                <c:pt idx="1596">
                  <c:v>2.9385719999999997</c:v>
                </c:pt>
                <c:pt idx="1597">
                  <c:v>2.9404350000000004</c:v>
                </c:pt>
                <c:pt idx="1598">
                  <c:v>2.9416769999999985</c:v>
                </c:pt>
                <c:pt idx="1599">
                  <c:v>2.9429189999999985</c:v>
                </c:pt>
                <c:pt idx="1600">
                  <c:v>2.9454029999999989</c:v>
                </c:pt>
                <c:pt idx="1601">
                  <c:v>2.9466449999999984</c:v>
                </c:pt>
                <c:pt idx="1602">
                  <c:v>2.9478869999999997</c:v>
                </c:pt>
                <c:pt idx="1603">
                  <c:v>2.9491289999999997</c:v>
                </c:pt>
                <c:pt idx="1604">
                  <c:v>2.9503710000000001</c:v>
                </c:pt>
                <c:pt idx="1605">
                  <c:v>2.9534759999999989</c:v>
                </c:pt>
                <c:pt idx="1606">
                  <c:v>2.9547179999999997</c:v>
                </c:pt>
                <c:pt idx="1607">
                  <c:v>2.9559599999999984</c:v>
                </c:pt>
                <c:pt idx="1608">
                  <c:v>2.9572019999999997</c:v>
                </c:pt>
                <c:pt idx="1609">
                  <c:v>2.9584439999999983</c:v>
                </c:pt>
                <c:pt idx="1610">
                  <c:v>2.9596859999999983</c:v>
                </c:pt>
                <c:pt idx="1611">
                  <c:v>2.960928</c:v>
                </c:pt>
                <c:pt idx="1612">
                  <c:v>2.9621699999999982</c:v>
                </c:pt>
                <c:pt idx="1613">
                  <c:v>2.9652749999999997</c:v>
                </c:pt>
                <c:pt idx="1614">
                  <c:v>2.9665170000000001</c:v>
                </c:pt>
                <c:pt idx="1615">
                  <c:v>2.967759</c:v>
                </c:pt>
                <c:pt idx="1616">
                  <c:v>2.969001</c:v>
                </c:pt>
                <c:pt idx="1617">
                  <c:v>2.9702429999999986</c:v>
                </c:pt>
                <c:pt idx="1618">
                  <c:v>2.9714849999999986</c:v>
                </c:pt>
                <c:pt idx="1619">
                  <c:v>2.9739689999999985</c:v>
                </c:pt>
                <c:pt idx="1620">
                  <c:v>2.9752110000000003</c:v>
                </c:pt>
                <c:pt idx="1621">
                  <c:v>2.9770739999999987</c:v>
                </c:pt>
                <c:pt idx="1622">
                  <c:v>2.978316</c:v>
                </c:pt>
                <c:pt idx="1623">
                  <c:v>2.9795579999999986</c:v>
                </c:pt>
                <c:pt idx="1624">
                  <c:v>2.9820419999999985</c:v>
                </c:pt>
                <c:pt idx="1625">
                  <c:v>2.9832840000000012</c:v>
                </c:pt>
                <c:pt idx="1626">
                  <c:v>2.9845260000000002</c:v>
                </c:pt>
                <c:pt idx="1627">
                  <c:v>2.9857679999999998</c:v>
                </c:pt>
                <c:pt idx="1628">
                  <c:v>2.9870099999999997</c:v>
                </c:pt>
                <c:pt idx="1629">
                  <c:v>2.9888729999999986</c:v>
                </c:pt>
                <c:pt idx="1630">
                  <c:v>2.9913570000000003</c:v>
                </c:pt>
                <c:pt idx="1631">
                  <c:v>2.9925989999999985</c:v>
                </c:pt>
                <c:pt idx="1632">
                  <c:v>2.9938409999999984</c:v>
                </c:pt>
                <c:pt idx="1633">
                  <c:v>2.9950829999999988</c:v>
                </c:pt>
                <c:pt idx="1634">
                  <c:v>2.9963249999999997</c:v>
                </c:pt>
                <c:pt idx="1635">
                  <c:v>2.9975670000000001</c:v>
                </c:pt>
                <c:pt idx="1636">
                  <c:v>3.000051</c:v>
                </c:pt>
                <c:pt idx="1637">
                  <c:v>3.0019139999999997</c:v>
                </c:pt>
                <c:pt idx="1638">
                  <c:v>3.0031560000000002</c:v>
                </c:pt>
                <c:pt idx="1639">
                  <c:v>3.0043980000000001</c:v>
                </c:pt>
                <c:pt idx="1640">
                  <c:v>3.0068819999999987</c:v>
                </c:pt>
                <c:pt idx="1641">
                  <c:v>3.0081240000000014</c:v>
                </c:pt>
                <c:pt idx="1642">
                  <c:v>3.009366</c:v>
                </c:pt>
                <c:pt idx="1643">
                  <c:v>3.0106079999999986</c:v>
                </c:pt>
                <c:pt idx="1644">
                  <c:v>3.0137129999999988</c:v>
                </c:pt>
                <c:pt idx="1645">
                  <c:v>3.0149549999999987</c:v>
                </c:pt>
                <c:pt idx="1646">
                  <c:v>3.016197</c:v>
                </c:pt>
                <c:pt idx="1647">
                  <c:v>3.017439</c:v>
                </c:pt>
                <c:pt idx="1648">
                  <c:v>3.0186809999999986</c:v>
                </c:pt>
                <c:pt idx="1649">
                  <c:v>3.0211650000000003</c:v>
                </c:pt>
                <c:pt idx="1650">
                  <c:v>3.0224069999999985</c:v>
                </c:pt>
                <c:pt idx="1651">
                  <c:v>3.0236489999999985</c:v>
                </c:pt>
                <c:pt idx="1652">
                  <c:v>3.025512</c:v>
                </c:pt>
                <c:pt idx="1653">
                  <c:v>3.0267539999999986</c:v>
                </c:pt>
                <c:pt idx="1654">
                  <c:v>3.0292379999999999</c:v>
                </c:pt>
                <c:pt idx="1655">
                  <c:v>3.0304799999999985</c:v>
                </c:pt>
                <c:pt idx="1656">
                  <c:v>3.0317219999999998</c:v>
                </c:pt>
                <c:pt idx="1657">
                  <c:v>3.0329639999999989</c:v>
                </c:pt>
                <c:pt idx="1658">
                  <c:v>3.0354479999999984</c:v>
                </c:pt>
                <c:pt idx="1659">
                  <c:v>3.0366899999999979</c:v>
                </c:pt>
                <c:pt idx="1660">
                  <c:v>3.0385529999999985</c:v>
                </c:pt>
                <c:pt idx="1661">
                  <c:v>3.0397949999999998</c:v>
                </c:pt>
                <c:pt idx="1662">
                  <c:v>3.0422789999999988</c:v>
                </c:pt>
                <c:pt idx="1663">
                  <c:v>3.043521000000001</c:v>
                </c:pt>
                <c:pt idx="1664">
                  <c:v>3.0447629999999997</c:v>
                </c:pt>
                <c:pt idx="1665">
                  <c:v>3.0460049999999987</c:v>
                </c:pt>
                <c:pt idx="1666">
                  <c:v>3.047247</c:v>
                </c:pt>
                <c:pt idx="1667">
                  <c:v>3.0503519999999997</c:v>
                </c:pt>
                <c:pt idx="1668">
                  <c:v>3.0515939999999997</c:v>
                </c:pt>
                <c:pt idx="1669">
                  <c:v>3.0528359999999983</c:v>
                </c:pt>
                <c:pt idx="1670">
                  <c:v>3.0540779999999987</c:v>
                </c:pt>
                <c:pt idx="1671">
                  <c:v>3.05532</c:v>
                </c:pt>
                <c:pt idx="1672">
                  <c:v>3.0578040000000004</c:v>
                </c:pt>
                <c:pt idx="1673">
                  <c:v>3.0590459999999973</c:v>
                </c:pt>
                <c:pt idx="1674">
                  <c:v>3.0602879999999999</c:v>
                </c:pt>
                <c:pt idx="1675">
                  <c:v>3.0621510000000001</c:v>
                </c:pt>
                <c:pt idx="1676">
                  <c:v>3.0633930000000014</c:v>
                </c:pt>
                <c:pt idx="1677">
                  <c:v>3.0646349999999996</c:v>
                </c:pt>
                <c:pt idx="1678">
                  <c:v>3.0671189999999999</c:v>
                </c:pt>
                <c:pt idx="1679">
                  <c:v>3.0683609999999999</c:v>
                </c:pt>
                <c:pt idx="1680">
                  <c:v>3.0696029999999985</c:v>
                </c:pt>
                <c:pt idx="1681">
                  <c:v>3.0708449999999989</c:v>
                </c:pt>
                <c:pt idx="1682">
                  <c:v>3.0720869999999989</c:v>
                </c:pt>
                <c:pt idx="1683">
                  <c:v>3.07395</c:v>
                </c:pt>
                <c:pt idx="1684">
                  <c:v>3.0751919999999999</c:v>
                </c:pt>
                <c:pt idx="1685">
                  <c:v>3.0776760000000003</c:v>
                </c:pt>
                <c:pt idx="1686">
                  <c:v>3.0789180000000003</c:v>
                </c:pt>
                <c:pt idx="1687">
                  <c:v>3.0801599999999998</c:v>
                </c:pt>
                <c:pt idx="1688">
                  <c:v>3.0814019999999998</c:v>
                </c:pt>
                <c:pt idx="1689">
                  <c:v>3.0826439999999988</c:v>
                </c:pt>
                <c:pt idx="1690">
                  <c:v>3.0838860000000001</c:v>
                </c:pt>
                <c:pt idx="1691">
                  <c:v>3.0851280000000001</c:v>
                </c:pt>
                <c:pt idx="1692">
                  <c:v>3.0882329999999998</c:v>
                </c:pt>
                <c:pt idx="1693">
                  <c:v>3.0894749999999997</c:v>
                </c:pt>
                <c:pt idx="1694">
                  <c:v>3.0907170000000002</c:v>
                </c:pt>
                <c:pt idx="1695">
                  <c:v>3.0919589999999983</c:v>
                </c:pt>
                <c:pt idx="1696">
                  <c:v>3.0932010000000001</c:v>
                </c:pt>
                <c:pt idx="1697">
                  <c:v>3.0944429999999978</c:v>
                </c:pt>
                <c:pt idx="1698">
                  <c:v>3.0956849999999987</c:v>
                </c:pt>
                <c:pt idx="1699">
                  <c:v>3.0987900000000002</c:v>
                </c:pt>
                <c:pt idx="1700">
                  <c:v>3.1000320000000001</c:v>
                </c:pt>
                <c:pt idx="1701">
                  <c:v>3.1012739999999988</c:v>
                </c:pt>
                <c:pt idx="1702">
                  <c:v>3.1025160000000001</c:v>
                </c:pt>
                <c:pt idx="1703">
                  <c:v>3.103758</c:v>
                </c:pt>
                <c:pt idx="1704">
                  <c:v>3.105</c:v>
                </c:pt>
                <c:pt idx="1705">
                  <c:v>3.1062419999999986</c:v>
                </c:pt>
                <c:pt idx="1706">
                  <c:v>3.1087260000000012</c:v>
                </c:pt>
                <c:pt idx="1707">
                  <c:v>3.110589</c:v>
                </c:pt>
                <c:pt idx="1708">
                  <c:v>3.111831</c:v>
                </c:pt>
                <c:pt idx="1709">
                  <c:v>3.113073</c:v>
                </c:pt>
                <c:pt idx="1710">
                  <c:v>3.1143149999999999</c:v>
                </c:pt>
                <c:pt idx="1711">
                  <c:v>3.1167989999999985</c:v>
                </c:pt>
                <c:pt idx="1712">
                  <c:v>3.1180409999999985</c:v>
                </c:pt>
                <c:pt idx="1713">
                  <c:v>3.1192829999999985</c:v>
                </c:pt>
                <c:pt idx="1714">
                  <c:v>3.1205250000000002</c:v>
                </c:pt>
                <c:pt idx="1715">
                  <c:v>3.1223879999999999</c:v>
                </c:pt>
                <c:pt idx="1716">
                  <c:v>3.1236300000000012</c:v>
                </c:pt>
                <c:pt idx="1717">
                  <c:v>3.1261139999999998</c:v>
                </c:pt>
                <c:pt idx="1718">
                  <c:v>3.1273559999999998</c:v>
                </c:pt>
                <c:pt idx="1719">
                  <c:v>3.1285980000000002</c:v>
                </c:pt>
                <c:pt idx="1720">
                  <c:v>3.1298399999999997</c:v>
                </c:pt>
                <c:pt idx="1721">
                  <c:v>3.1310819999999997</c:v>
                </c:pt>
                <c:pt idx="1722">
                  <c:v>3.1323239999999997</c:v>
                </c:pt>
                <c:pt idx="1723">
                  <c:v>3.1335660000000001</c:v>
                </c:pt>
                <c:pt idx="1724">
                  <c:v>3.1366709999999989</c:v>
                </c:pt>
                <c:pt idx="1725">
                  <c:v>3.1379129999999997</c:v>
                </c:pt>
                <c:pt idx="1726">
                  <c:v>3.1391549999999997</c:v>
                </c:pt>
                <c:pt idx="1727">
                  <c:v>3.1403970000000014</c:v>
                </c:pt>
                <c:pt idx="1728">
                  <c:v>3.1416390000000001</c:v>
                </c:pt>
                <c:pt idx="1729">
                  <c:v>3.142881</c:v>
                </c:pt>
                <c:pt idx="1730">
                  <c:v>3.1453650000000004</c:v>
                </c:pt>
                <c:pt idx="1731">
                  <c:v>3.1472280000000001</c:v>
                </c:pt>
                <c:pt idx="1732">
                  <c:v>3.1484700000000001</c:v>
                </c:pt>
                <c:pt idx="1733">
                  <c:v>3.1497120000000001</c:v>
                </c:pt>
                <c:pt idx="1734">
                  <c:v>3.150954</c:v>
                </c:pt>
                <c:pt idx="1735">
                  <c:v>3.153438</c:v>
                </c:pt>
                <c:pt idx="1736">
                  <c:v>3.1546799999999986</c:v>
                </c:pt>
                <c:pt idx="1737">
                  <c:v>3.1559219999999999</c:v>
                </c:pt>
                <c:pt idx="1738">
                  <c:v>3.1571639999999999</c:v>
                </c:pt>
                <c:pt idx="1739">
                  <c:v>3.159027</c:v>
                </c:pt>
                <c:pt idx="1740">
                  <c:v>3.1602690000000004</c:v>
                </c:pt>
                <c:pt idx="1741">
                  <c:v>3.1615110000000013</c:v>
                </c:pt>
                <c:pt idx="1742">
                  <c:v>3.1639950000000012</c:v>
                </c:pt>
                <c:pt idx="1743">
                  <c:v>3.1652370000000012</c:v>
                </c:pt>
                <c:pt idx="1744">
                  <c:v>3.1664790000000003</c:v>
                </c:pt>
                <c:pt idx="1745">
                  <c:v>3.1677210000000016</c:v>
                </c:pt>
                <c:pt idx="1746">
                  <c:v>3.1689629999999998</c:v>
                </c:pt>
                <c:pt idx="1747">
                  <c:v>3.1708259999999986</c:v>
                </c:pt>
                <c:pt idx="1748">
                  <c:v>3.1720679999999986</c:v>
                </c:pt>
                <c:pt idx="1749">
                  <c:v>3.1733100000000012</c:v>
                </c:pt>
                <c:pt idx="1750">
                  <c:v>3.1757939999999998</c:v>
                </c:pt>
                <c:pt idx="1751">
                  <c:v>3.1770359999999997</c:v>
                </c:pt>
                <c:pt idx="1752">
                  <c:v>3.1782779999999997</c:v>
                </c:pt>
                <c:pt idx="1753">
                  <c:v>3.1795200000000001</c:v>
                </c:pt>
                <c:pt idx="1754">
                  <c:v>3.1807620000000001</c:v>
                </c:pt>
                <c:pt idx="1755">
                  <c:v>3.1838669999999998</c:v>
                </c:pt>
                <c:pt idx="1756">
                  <c:v>3.1851089999999997</c:v>
                </c:pt>
                <c:pt idx="1757">
                  <c:v>3.1863510000000002</c:v>
                </c:pt>
                <c:pt idx="1758">
                  <c:v>3.1875930000000015</c:v>
                </c:pt>
                <c:pt idx="1759">
                  <c:v>3.1888349999999996</c:v>
                </c:pt>
                <c:pt idx="1760">
                  <c:v>3.1900769999999987</c:v>
                </c:pt>
                <c:pt idx="1761">
                  <c:v>3.192561</c:v>
                </c:pt>
                <c:pt idx="1762">
                  <c:v>3.1938029999999986</c:v>
                </c:pt>
                <c:pt idx="1763">
                  <c:v>3.1956659999999983</c:v>
                </c:pt>
                <c:pt idx="1764">
                  <c:v>3.1969079999999988</c:v>
                </c:pt>
                <c:pt idx="1765">
                  <c:v>3.19815</c:v>
                </c:pt>
                <c:pt idx="1766">
                  <c:v>3.2006340000000013</c:v>
                </c:pt>
                <c:pt idx="1767">
                  <c:v>3.2018759999999986</c:v>
                </c:pt>
                <c:pt idx="1768">
                  <c:v>3.2031180000000012</c:v>
                </c:pt>
                <c:pt idx="1769">
                  <c:v>3.2043599999999999</c:v>
                </c:pt>
                <c:pt idx="1770">
                  <c:v>3.2056019999999998</c:v>
                </c:pt>
                <c:pt idx="1771">
                  <c:v>3.2087070000000013</c:v>
                </c:pt>
                <c:pt idx="1772">
                  <c:v>3.2099489999999986</c:v>
                </c:pt>
                <c:pt idx="1773">
                  <c:v>3.2111910000000012</c:v>
                </c:pt>
                <c:pt idx="1774">
                  <c:v>3.2124329999999985</c:v>
                </c:pt>
                <c:pt idx="1775">
                  <c:v>3.2149169999999998</c:v>
                </c:pt>
                <c:pt idx="1776">
                  <c:v>3.2161589999999989</c:v>
                </c:pt>
                <c:pt idx="1777">
                  <c:v>3.2174010000000002</c:v>
                </c:pt>
                <c:pt idx="1778">
                  <c:v>3.2186429999999984</c:v>
                </c:pt>
                <c:pt idx="1779">
                  <c:v>3.2205059999999999</c:v>
                </c:pt>
                <c:pt idx="1780">
                  <c:v>3.2229900000000002</c:v>
                </c:pt>
                <c:pt idx="1781">
                  <c:v>3.2242320000000002</c:v>
                </c:pt>
                <c:pt idx="1782">
                  <c:v>3.2254739999999997</c:v>
                </c:pt>
                <c:pt idx="1783">
                  <c:v>3.2267159999999997</c:v>
                </c:pt>
                <c:pt idx="1784">
                  <c:v>3.2279580000000001</c:v>
                </c:pt>
                <c:pt idx="1785">
                  <c:v>3.2304419999999987</c:v>
                </c:pt>
                <c:pt idx="1786">
                  <c:v>3.2323049999999998</c:v>
                </c:pt>
                <c:pt idx="1787">
                  <c:v>3.2335469999999997</c:v>
                </c:pt>
                <c:pt idx="1788">
                  <c:v>3.2347889999999997</c:v>
                </c:pt>
                <c:pt idx="1789">
                  <c:v>3.2360310000000001</c:v>
                </c:pt>
                <c:pt idx="1790">
                  <c:v>3.2372730000000001</c:v>
                </c:pt>
                <c:pt idx="1791">
                  <c:v>3.238515</c:v>
                </c:pt>
                <c:pt idx="1792">
                  <c:v>3.2409990000000013</c:v>
                </c:pt>
                <c:pt idx="1793">
                  <c:v>3.2422409999999986</c:v>
                </c:pt>
                <c:pt idx="1794">
                  <c:v>3.2441040000000014</c:v>
                </c:pt>
                <c:pt idx="1795">
                  <c:v>3.2453460000000001</c:v>
                </c:pt>
                <c:pt idx="1796">
                  <c:v>3.246588</c:v>
                </c:pt>
                <c:pt idx="1797">
                  <c:v>3.2478300000000018</c:v>
                </c:pt>
                <c:pt idx="1798">
                  <c:v>3.2503139999999999</c:v>
                </c:pt>
                <c:pt idx="1799">
                  <c:v>3.2515559999999986</c:v>
                </c:pt>
                <c:pt idx="1800">
                  <c:v>3.2527980000000003</c:v>
                </c:pt>
                <c:pt idx="1801">
                  <c:v>3.2540400000000003</c:v>
                </c:pt>
                <c:pt idx="1802">
                  <c:v>3.255903</c:v>
                </c:pt>
                <c:pt idx="1803">
                  <c:v>3.257145</c:v>
                </c:pt>
                <c:pt idx="1804">
                  <c:v>3.2596289999999986</c:v>
                </c:pt>
                <c:pt idx="1805">
                  <c:v>3.2608710000000012</c:v>
                </c:pt>
                <c:pt idx="1806">
                  <c:v>3.2621130000000012</c:v>
                </c:pt>
                <c:pt idx="1807">
                  <c:v>3.2633550000000002</c:v>
                </c:pt>
                <c:pt idx="1808">
                  <c:v>3.2645970000000011</c:v>
                </c:pt>
                <c:pt idx="1809">
                  <c:v>3.2658390000000002</c:v>
                </c:pt>
                <c:pt idx="1810">
                  <c:v>3.2670810000000015</c:v>
                </c:pt>
                <c:pt idx="1811">
                  <c:v>3.2689440000000012</c:v>
                </c:pt>
                <c:pt idx="1812">
                  <c:v>3.2714279999999998</c:v>
                </c:pt>
                <c:pt idx="1813">
                  <c:v>3.2726699999999984</c:v>
                </c:pt>
                <c:pt idx="1814">
                  <c:v>3.2739120000000002</c:v>
                </c:pt>
                <c:pt idx="1815">
                  <c:v>3.2751540000000001</c:v>
                </c:pt>
                <c:pt idx="1816">
                  <c:v>3.2763959999999988</c:v>
                </c:pt>
                <c:pt idx="1817">
                  <c:v>3.27888</c:v>
                </c:pt>
                <c:pt idx="1818">
                  <c:v>3.2807430000000002</c:v>
                </c:pt>
                <c:pt idx="1819">
                  <c:v>3.2819850000000002</c:v>
                </c:pt>
                <c:pt idx="1820">
                  <c:v>3.2832270000000014</c:v>
                </c:pt>
                <c:pt idx="1821">
                  <c:v>3.2844689999999988</c:v>
                </c:pt>
                <c:pt idx="1822">
                  <c:v>3.286953</c:v>
                </c:pt>
                <c:pt idx="1823">
                  <c:v>3.2881950000000013</c:v>
                </c:pt>
                <c:pt idx="1824">
                  <c:v>3.2894369999999999</c:v>
                </c:pt>
                <c:pt idx="1825">
                  <c:v>3.2906790000000004</c:v>
                </c:pt>
                <c:pt idx="1826">
                  <c:v>3.2925419999999987</c:v>
                </c:pt>
                <c:pt idx="1827">
                  <c:v>3.295026</c:v>
                </c:pt>
                <c:pt idx="1828">
                  <c:v>3.2962679999999986</c:v>
                </c:pt>
                <c:pt idx="1829">
                  <c:v>3.2975099999999999</c:v>
                </c:pt>
                <c:pt idx="1830">
                  <c:v>3.2987520000000004</c:v>
                </c:pt>
                <c:pt idx="1831">
                  <c:v>3.2999939999999999</c:v>
                </c:pt>
                <c:pt idx="1832">
                  <c:v>3.3024779999999985</c:v>
                </c:pt>
                <c:pt idx="1833">
                  <c:v>3.304341</c:v>
                </c:pt>
                <c:pt idx="1834">
                  <c:v>3.3055830000000004</c:v>
                </c:pt>
                <c:pt idx="1835">
                  <c:v>3.3068249999999986</c:v>
                </c:pt>
                <c:pt idx="1836">
                  <c:v>3.3080669999999985</c:v>
                </c:pt>
                <c:pt idx="1837">
                  <c:v>3.3093089999999985</c:v>
                </c:pt>
                <c:pt idx="1838">
                  <c:v>3.3117929999999989</c:v>
                </c:pt>
                <c:pt idx="1839">
                  <c:v>3.3130349999999997</c:v>
                </c:pt>
                <c:pt idx="1840">
                  <c:v>3.3142769999999984</c:v>
                </c:pt>
                <c:pt idx="1841">
                  <c:v>3.3155189999999983</c:v>
                </c:pt>
                <c:pt idx="1842">
                  <c:v>3.3186239999999989</c:v>
                </c:pt>
                <c:pt idx="1843">
                  <c:v>3.3198659999999975</c:v>
                </c:pt>
                <c:pt idx="1844">
                  <c:v>3.3211079999999997</c:v>
                </c:pt>
                <c:pt idx="1845">
                  <c:v>3.3223499999999979</c:v>
                </c:pt>
                <c:pt idx="1846">
                  <c:v>3.3235920000000001</c:v>
                </c:pt>
                <c:pt idx="1847">
                  <c:v>3.3248340000000001</c:v>
                </c:pt>
                <c:pt idx="1848">
                  <c:v>3.3273179999999996</c:v>
                </c:pt>
                <c:pt idx="1849">
                  <c:v>3.3291809999999997</c:v>
                </c:pt>
                <c:pt idx="1850">
                  <c:v>3.3304229999999984</c:v>
                </c:pt>
                <c:pt idx="1851">
                  <c:v>3.3316649999999979</c:v>
                </c:pt>
                <c:pt idx="1852">
                  <c:v>3.3329069999999983</c:v>
                </c:pt>
                <c:pt idx="1853">
                  <c:v>3.3341489999999983</c:v>
                </c:pt>
                <c:pt idx="1854">
                  <c:v>3.3366329999999977</c:v>
                </c:pt>
                <c:pt idx="1855">
                  <c:v>3.3378749999999986</c:v>
                </c:pt>
                <c:pt idx="1856">
                  <c:v>3.3391169999999986</c:v>
                </c:pt>
                <c:pt idx="1857">
                  <c:v>3.3409800000000001</c:v>
                </c:pt>
                <c:pt idx="1858">
                  <c:v>3.3422219999999987</c:v>
                </c:pt>
                <c:pt idx="1859">
                  <c:v>3.343464</c:v>
                </c:pt>
                <c:pt idx="1860">
                  <c:v>3.3459479999999986</c:v>
                </c:pt>
                <c:pt idx="1861">
                  <c:v>3.3471899999999999</c:v>
                </c:pt>
                <c:pt idx="1862">
                  <c:v>3.3484320000000003</c:v>
                </c:pt>
                <c:pt idx="1863">
                  <c:v>3.3496740000000003</c:v>
                </c:pt>
                <c:pt idx="1864">
                  <c:v>3.3509159999999985</c:v>
                </c:pt>
                <c:pt idx="1865">
                  <c:v>3.3527789999999977</c:v>
                </c:pt>
                <c:pt idx="1866">
                  <c:v>3.3552629999999972</c:v>
                </c:pt>
                <c:pt idx="1867">
                  <c:v>3.356504999999999</c:v>
                </c:pt>
                <c:pt idx="1868">
                  <c:v>3.3577469999999985</c:v>
                </c:pt>
                <c:pt idx="1869">
                  <c:v>3.3589889999999984</c:v>
                </c:pt>
                <c:pt idx="1870">
                  <c:v>3.3602309999999997</c:v>
                </c:pt>
                <c:pt idx="1871">
                  <c:v>3.3627149999999997</c:v>
                </c:pt>
                <c:pt idx="1872">
                  <c:v>3.3639570000000001</c:v>
                </c:pt>
                <c:pt idx="1873">
                  <c:v>3.3658199999999985</c:v>
                </c:pt>
                <c:pt idx="1874">
                  <c:v>3.3670619999999998</c:v>
                </c:pt>
                <c:pt idx="1875">
                  <c:v>3.3695459999999988</c:v>
                </c:pt>
                <c:pt idx="1876">
                  <c:v>3.3707879999999997</c:v>
                </c:pt>
                <c:pt idx="1877">
                  <c:v>3.3720299999999979</c:v>
                </c:pt>
                <c:pt idx="1878">
                  <c:v>3.3732719999999987</c:v>
                </c:pt>
                <c:pt idx="1879">
                  <c:v>3.374514</c:v>
                </c:pt>
                <c:pt idx="1880">
                  <c:v>3.3757559999999978</c:v>
                </c:pt>
                <c:pt idx="1881">
                  <c:v>3.3788609999999979</c:v>
                </c:pt>
                <c:pt idx="1882">
                  <c:v>3.3801029999999987</c:v>
                </c:pt>
                <c:pt idx="1883">
                  <c:v>3.3813449999999987</c:v>
                </c:pt>
                <c:pt idx="1884">
                  <c:v>3.382587</c:v>
                </c:pt>
                <c:pt idx="1885">
                  <c:v>3.383829</c:v>
                </c:pt>
                <c:pt idx="1886">
                  <c:v>3.3863130000000004</c:v>
                </c:pt>
                <c:pt idx="1887">
                  <c:v>3.3875549999999999</c:v>
                </c:pt>
                <c:pt idx="1888">
                  <c:v>3.3894179999999987</c:v>
                </c:pt>
                <c:pt idx="1889">
                  <c:v>3.3906599999999982</c:v>
                </c:pt>
                <c:pt idx="1890">
                  <c:v>3.3919019999999986</c:v>
                </c:pt>
                <c:pt idx="1891">
                  <c:v>3.3931440000000004</c:v>
                </c:pt>
                <c:pt idx="1892">
                  <c:v>3.3956279999999985</c:v>
                </c:pt>
                <c:pt idx="1893">
                  <c:v>3.3968699999999972</c:v>
                </c:pt>
                <c:pt idx="1894">
                  <c:v>3.3981119999999998</c:v>
                </c:pt>
                <c:pt idx="1895">
                  <c:v>3.3993539999999989</c:v>
                </c:pt>
                <c:pt idx="1896">
                  <c:v>3.4005960000000002</c:v>
                </c:pt>
                <c:pt idx="1897">
                  <c:v>3.4037009999999999</c:v>
                </c:pt>
                <c:pt idx="1898">
                  <c:v>3.4049429999999985</c:v>
                </c:pt>
                <c:pt idx="1899">
                  <c:v>3.4061849999999998</c:v>
                </c:pt>
                <c:pt idx="1900">
                  <c:v>3.4074270000000002</c:v>
                </c:pt>
                <c:pt idx="1901">
                  <c:v>3.4086689999999984</c:v>
                </c:pt>
                <c:pt idx="1902">
                  <c:v>3.4111529999999983</c:v>
                </c:pt>
                <c:pt idx="1903">
                  <c:v>3.4123949999999987</c:v>
                </c:pt>
                <c:pt idx="1904">
                  <c:v>3.4142579999999985</c:v>
                </c:pt>
                <c:pt idx="1905">
                  <c:v>3.4154999999999984</c:v>
                </c:pt>
                <c:pt idx="1906">
                  <c:v>3.4167419999999984</c:v>
                </c:pt>
                <c:pt idx="1907">
                  <c:v>3.4192259999999983</c:v>
                </c:pt>
                <c:pt idx="1908">
                  <c:v>3.4204679999999987</c:v>
                </c:pt>
                <c:pt idx="1909">
                  <c:v>3.42171</c:v>
                </c:pt>
                <c:pt idx="1910">
                  <c:v>3.4229519999999987</c:v>
                </c:pt>
                <c:pt idx="1911">
                  <c:v>3.4241940000000013</c:v>
                </c:pt>
                <c:pt idx="1912">
                  <c:v>3.4272990000000001</c:v>
                </c:pt>
                <c:pt idx="1913">
                  <c:v>3.4285410000000001</c:v>
                </c:pt>
                <c:pt idx="1914">
                  <c:v>3.4297829999999987</c:v>
                </c:pt>
                <c:pt idx="1915">
                  <c:v>3.4310249999999987</c:v>
                </c:pt>
                <c:pt idx="1916">
                  <c:v>3.4322669999999977</c:v>
                </c:pt>
                <c:pt idx="1917">
                  <c:v>3.4335089999999986</c:v>
                </c:pt>
                <c:pt idx="1918">
                  <c:v>3.4347509999999986</c:v>
                </c:pt>
                <c:pt idx="1919">
                  <c:v>3.4359930000000003</c:v>
                </c:pt>
                <c:pt idx="1920">
                  <c:v>3.4378559999999974</c:v>
                </c:pt>
                <c:pt idx="1921">
                  <c:v>3.4390979999999987</c:v>
                </c:pt>
                <c:pt idx="1922">
                  <c:v>3.44034</c:v>
                </c:pt>
                <c:pt idx="1923">
                  <c:v>3.4428239999999986</c:v>
                </c:pt>
                <c:pt idx="1924">
                  <c:v>3.4440660000000003</c:v>
                </c:pt>
                <c:pt idx="1925">
                  <c:v>3.4453079999999998</c:v>
                </c:pt>
                <c:pt idx="1926">
                  <c:v>3.4465499999999984</c:v>
                </c:pt>
                <c:pt idx="1927">
                  <c:v>3.4490340000000002</c:v>
                </c:pt>
                <c:pt idx="1928">
                  <c:v>3.4508970000000003</c:v>
                </c:pt>
                <c:pt idx="1929">
                  <c:v>3.4521390000000003</c:v>
                </c:pt>
                <c:pt idx="1930">
                  <c:v>3.4533809999999998</c:v>
                </c:pt>
                <c:pt idx="1931">
                  <c:v>3.4558649999999984</c:v>
                </c:pt>
                <c:pt idx="1932">
                  <c:v>3.4571070000000002</c:v>
                </c:pt>
                <c:pt idx="1933">
                  <c:v>3.4583489999999983</c:v>
                </c:pt>
                <c:pt idx="1934">
                  <c:v>3.4595909999999988</c:v>
                </c:pt>
                <c:pt idx="1935">
                  <c:v>3.4626959999999984</c:v>
                </c:pt>
                <c:pt idx="1936">
                  <c:v>3.4639380000000002</c:v>
                </c:pt>
                <c:pt idx="1937">
                  <c:v>3.4651800000000001</c:v>
                </c:pt>
                <c:pt idx="1938">
                  <c:v>3.4664219999999997</c:v>
                </c:pt>
                <c:pt idx="1939">
                  <c:v>3.4676639999999987</c:v>
                </c:pt>
                <c:pt idx="1940">
                  <c:v>3.468906</c:v>
                </c:pt>
                <c:pt idx="1941">
                  <c:v>3.47139</c:v>
                </c:pt>
                <c:pt idx="1942">
                  <c:v>3.4726319999999986</c:v>
                </c:pt>
                <c:pt idx="1943">
                  <c:v>3.4744949999999997</c:v>
                </c:pt>
                <c:pt idx="1944">
                  <c:v>3.4757370000000001</c:v>
                </c:pt>
                <c:pt idx="1945">
                  <c:v>3.4769789999999983</c:v>
                </c:pt>
                <c:pt idx="1946">
                  <c:v>3.478221</c:v>
                </c:pt>
                <c:pt idx="1947">
                  <c:v>3.4794629999999978</c:v>
                </c:pt>
                <c:pt idx="1948">
                  <c:v>3.4807050000000004</c:v>
                </c:pt>
                <c:pt idx="1949">
                  <c:v>3.4819469999999986</c:v>
                </c:pt>
                <c:pt idx="1950">
                  <c:v>3.4831889999999999</c:v>
                </c:pt>
                <c:pt idx="1951">
                  <c:v>3.4844309999999998</c:v>
                </c:pt>
                <c:pt idx="1952">
                  <c:v>3.486294</c:v>
                </c:pt>
                <c:pt idx="1953">
                  <c:v>3.4887780000000004</c:v>
                </c:pt>
                <c:pt idx="1954">
                  <c:v>3.4900199999999986</c:v>
                </c:pt>
                <c:pt idx="1955">
                  <c:v>3.4912619999999985</c:v>
                </c:pt>
                <c:pt idx="1956">
                  <c:v>3.4925039999999985</c:v>
                </c:pt>
                <c:pt idx="1957">
                  <c:v>3.4937459999999989</c:v>
                </c:pt>
                <c:pt idx="1958">
                  <c:v>3.4949879999999998</c:v>
                </c:pt>
                <c:pt idx="1959">
                  <c:v>3.4962299999999984</c:v>
                </c:pt>
                <c:pt idx="1960">
                  <c:v>3.4974719999999997</c:v>
                </c:pt>
                <c:pt idx="1961">
                  <c:v>3.4993349999999999</c:v>
                </c:pt>
                <c:pt idx="1962">
                  <c:v>3.5005769999999998</c:v>
                </c:pt>
                <c:pt idx="1963">
                  <c:v>3.5030610000000002</c:v>
                </c:pt>
                <c:pt idx="1964">
                  <c:v>3.5043029999999997</c:v>
                </c:pt>
                <c:pt idx="1965">
                  <c:v>3.5055449999999997</c:v>
                </c:pt>
                <c:pt idx="1966">
                  <c:v>3.5067870000000001</c:v>
                </c:pt>
                <c:pt idx="1967">
                  <c:v>3.5080290000000001</c:v>
                </c:pt>
                <c:pt idx="1968">
                  <c:v>3.509271</c:v>
                </c:pt>
                <c:pt idx="1969">
                  <c:v>3.5111339999999998</c:v>
                </c:pt>
                <c:pt idx="1970">
                  <c:v>3.5123759999999984</c:v>
                </c:pt>
                <c:pt idx="1971">
                  <c:v>3.5148599999999983</c:v>
                </c:pt>
                <c:pt idx="1972">
                  <c:v>3.5161019999999987</c:v>
                </c:pt>
                <c:pt idx="1973">
                  <c:v>3.518586</c:v>
                </c:pt>
                <c:pt idx="1974">
                  <c:v>3.5198279999999986</c:v>
                </c:pt>
                <c:pt idx="1975">
                  <c:v>3.5229330000000001</c:v>
                </c:pt>
                <c:pt idx="1976">
                  <c:v>3.5241750000000001</c:v>
                </c:pt>
                <c:pt idx="1977">
                  <c:v>3.5254169999999987</c:v>
                </c:pt>
                <c:pt idx="1978">
                  <c:v>3.5279010000000013</c:v>
                </c:pt>
                <c:pt idx="1979">
                  <c:v>3.5291429999999986</c:v>
                </c:pt>
                <c:pt idx="1980">
                  <c:v>3.5303849999999999</c:v>
                </c:pt>
                <c:pt idx="1981">
                  <c:v>3.5316270000000003</c:v>
                </c:pt>
                <c:pt idx="1982">
                  <c:v>3.534732</c:v>
                </c:pt>
                <c:pt idx="1983">
                  <c:v>3.535974</c:v>
                </c:pt>
                <c:pt idx="1984">
                  <c:v>3.5372159999999986</c:v>
                </c:pt>
                <c:pt idx="1985">
                  <c:v>3.538457999999999</c:v>
                </c:pt>
                <c:pt idx="1986">
                  <c:v>3.5397000000000003</c:v>
                </c:pt>
                <c:pt idx="1987">
                  <c:v>3.5421839999999998</c:v>
                </c:pt>
                <c:pt idx="1988">
                  <c:v>3.5434260000000002</c:v>
                </c:pt>
                <c:pt idx="1989">
                  <c:v>3.5446679999999997</c:v>
                </c:pt>
                <c:pt idx="1990">
                  <c:v>3.5477729999999998</c:v>
                </c:pt>
                <c:pt idx="1991">
                  <c:v>3.5490149999999998</c:v>
                </c:pt>
                <c:pt idx="1992">
                  <c:v>3.5502569999999984</c:v>
                </c:pt>
                <c:pt idx="1993">
                  <c:v>3.5514989999999989</c:v>
                </c:pt>
                <c:pt idx="1994">
                  <c:v>3.5539830000000001</c:v>
                </c:pt>
                <c:pt idx="1995">
                  <c:v>3.5552249999999987</c:v>
                </c:pt>
                <c:pt idx="1996">
                  <c:v>3.5564669999999983</c:v>
                </c:pt>
                <c:pt idx="1997">
                  <c:v>3.557709</c:v>
                </c:pt>
                <c:pt idx="1998">
                  <c:v>3.5608140000000001</c:v>
                </c:pt>
                <c:pt idx="1999">
                  <c:v>3.5620559999999979</c:v>
                </c:pt>
                <c:pt idx="2000">
                  <c:v>3.5632980000000001</c:v>
                </c:pt>
                <c:pt idx="2001">
                  <c:v>3.56454</c:v>
                </c:pt>
                <c:pt idx="2002">
                  <c:v>3.5670240000000013</c:v>
                </c:pt>
                <c:pt idx="2003">
                  <c:v>3.5682660000000004</c:v>
                </c:pt>
                <c:pt idx="2004">
                  <c:v>3.5695079999999999</c:v>
                </c:pt>
                <c:pt idx="2005">
                  <c:v>3.5713710000000001</c:v>
                </c:pt>
                <c:pt idx="2006">
                  <c:v>3.5738549999999987</c:v>
                </c:pt>
                <c:pt idx="2007">
                  <c:v>3.575097</c:v>
                </c:pt>
                <c:pt idx="2008">
                  <c:v>3.5763390000000004</c:v>
                </c:pt>
                <c:pt idx="2009">
                  <c:v>3.5788229999999985</c:v>
                </c:pt>
                <c:pt idx="2010">
                  <c:v>3.5800649999999998</c:v>
                </c:pt>
                <c:pt idx="2011">
                  <c:v>3.5813070000000002</c:v>
                </c:pt>
                <c:pt idx="2012">
                  <c:v>3.5844119999999999</c:v>
                </c:pt>
                <c:pt idx="2013">
                  <c:v>3.5856539999999986</c:v>
                </c:pt>
                <c:pt idx="2014">
                  <c:v>3.5868959999999985</c:v>
                </c:pt>
                <c:pt idx="2015">
                  <c:v>3.5881380000000012</c:v>
                </c:pt>
                <c:pt idx="2016">
                  <c:v>3.5906219999999998</c:v>
                </c:pt>
                <c:pt idx="2017">
                  <c:v>3.5918639999999984</c:v>
                </c:pt>
                <c:pt idx="2018">
                  <c:v>3.5931059999999997</c:v>
                </c:pt>
                <c:pt idx="2019">
                  <c:v>3.5962110000000003</c:v>
                </c:pt>
                <c:pt idx="2020">
                  <c:v>3.5974529999999989</c:v>
                </c:pt>
                <c:pt idx="2021">
                  <c:v>3.5986949999999998</c:v>
                </c:pt>
                <c:pt idx="2022">
                  <c:v>3.5999369999999997</c:v>
                </c:pt>
                <c:pt idx="2023">
                  <c:v>3.6024210000000001</c:v>
                </c:pt>
                <c:pt idx="2024">
                  <c:v>3.6036630000000001</c:v>
                </c:pt>
                <c:pt idx="2025">
                  <c:v>3.6049049999999996</c:v>
                </c:pt>
                <c:pt idx="2026">
                  <c:v>3.6061470000000004</c:v>
                </c:pt>
                <c:pt idx="2027">
                  <c:v>3.6092519999999997</c:v>
                </c:pt>
                <c:pt idx="2028">
                  <c:v>3.6104940000000001</c:v>
                </c:pt>
                <c:pt idx="2029">
                  <c:v>3.6117360000000001</c:v>
                </c:pt>
                <c:pt idx="2030">
                  <c:v>3.61422</c:v>
                </c:pt>
                <c:pt idx="2031">
                  <c:v>3.6154619999999986</c:v>
                </c:pt>
                <c:pt idx="2032">
                  <c:v>3.6167039999999986</c:v>
                </c:pt>
                <c:pt idx="2033">
                  <c:v>3.6198089999999978</c:v>
                </c:pt>
                <c:pt idx="2034">
                  <c:v>3.621051</c:v>
                </c:pt>
                <c:pt idx="2035">
                  <c:v>3.622293</c:v>
                </c:pt>
                <c:pt idx="2036">
                  <c:v>3.6247769999999999</c:v>
                </c:pt>
                <c:pt idx="2037">
                  <c:v>3.6260190000000003</c:v>
                </c:pt>
                <c:pt idx="2038">
                  <c:v>3.6272610000000012</c:v>
                </c:pt>
                <c:pt idx="2039">
                  <c:v>3.6297449999999998</c:v>
                </c:pt>
                <c:pt idx="2040">
                  <c:v>3.6309870000000002</c:v>
                </c:pt>
                <c:pt idx="2041">
                  <c:v>3.6328499999999972</c:v>
                </c:pt>
                <c:pt idx="2042">
                  <c:v>3.6353339999999998</c:v>
                </c:pt>
                <c:pt idx="2043">
                  <c:v>3.6365759999999985</c:v>
                </c:pt>
                <c:pt idx="2044">
                  <c:v>3.6378179999999998</c:v>
                </c:pt>
                <c:pt idx="2045">
                  <c:v>3.6403020000000001</c:v>
                </c:pt>
                <c:pt idx="2046">
                  <c:v>3.6415440000000001</c:v>
                </c:pt>
                <c:pt idx="2047">
                  <c:v>3.6427859999999987</c:v>
                </c:pt>
                <c:pt idx="2048">
                  <c:v>3.6458910000000002</c:v>
                </c:pt>
                <c:pt idx="2049">
                  <c:v>3.6471330000000015</c:v>
                </c:pt>
                <c:pt idx="2050">
                  <c:v>3.6496169999999997</c:v>
                </c:pt>
                <c:pt idx="2051">
                  <c:v>3.6508589999999979</c:v>
                </c:pt>
                <c:pt idx="2052">
                  <c:v>3.652101</c:v>
                </c:pt>
                <c:pt idx="2053">
                  <c:v>3.654585</c:v>
                </c:pt>
                <c:pt idx="2054">
                  <c:v>3.6564479999999984</c:v>
                </c:pt>
                <c:pt idx="2055">
                  <c:v>3.6576899999999997</c:v>
                </c:pt>
                <c:pt idx="2056">
                  <c:v>3.6589320000000001</c:v>
                </c:pt>
                <c:pt idx="2057">
                  <c:v>3.661416</c:v>
                </c:pt>
                <c:pt idx="2058">
                  <c:v>3.6626579999999986</c:v>
                </c:pt>
                <c:pt idx="2059">
                  <c:v>3.6639000000000017</c:v>
                </c:pt>
                <c:pt idx="2060">
                  <c:v>3.6651419999999999</c:v>
                </c:pt>
                <c:pt idx="2061">
                  <c:v>3.668247</c:v>
                </c:pt>
                <c:pt idx="2062">
                  <c:v>3.669489</c:v>
                </c:pt>
                <c:pt idx="2063">
                  <c:v>3.6707309999999995</c:v>
                </c:pt>
                <c:pt idx="2064">
                  <c:v>3.6719729999999986</c:v>
                </c:pt>
                <c:pt idx="2065">
                  <c:v>3.6744569999999985</c:v>
                </c:pt>
                <c:pt idx="2066">
                  <c:v>3.6756989999999985</c:v>
                </c:pt>
                <c:pt idx="2067">
                  <c:v>3.6769409999999989</c:v>
                </c:pt>
                <c:pt idx="2068">
                  <c:v>3.6794249999999997</c:v>
                </c:pt>
                <c:pt idx="2069">
                  <c:v>3.6812879999999999</c:v>
                </c:pt>
                <c:pt idx="2070">
                  <c:v>3.6825299999999999</c:v>
                </c:pt>
                <c:pt idx="2071">
                  <c:v>3.6837720000000012</c:v>
                </c:pt>
                <c:pt idx="2072">
                  <c:v>3.6862559999999984</c:v>
                </c:pt>
                <c:pt idx="2073">
                  <c:v>3.6874980000000002</c:v>
                </c:pt>
                <c:pt idx="2074">
                  <c:v>3.6887400000000001</c:v>
                </c:pt>
                <c:pt idx="2075">
                  <c:v>3.6899820000000001</c:v>
                </c:pt>
                <c:pt idx="2076">
                  <c:v>3.6930870000000002</c:v>
                </c:pt>
                <c:pt idx="2077">
                  <c:v>3.6943289999999998</c:v>
                </c:pt>
                <c:pt idx="2078">
                  <c:v>3.6955709999999997</c:v>
                </c:pt>
                <c:pt idx="2079">
                  <c:v>3.6968129999999984</c:v>
                </c:pt>
                <c:pt idx="2080">
                  <c:v>3.6992970000000001</c:v>
                </c:pt>
                <c:pt idx="2081">
                  <c:v>3.7005389999999996</c:v>
                </c:pt>
                <c:pt idx="2082">
                  <c:v>3.7017810000000013</c:v>
                </c:pt>
                <c:pt idx="2083">
                  <c:v>3.7030230000000013</c:v>
                </c:pt>
                <c:pt idx="2084">
                  <c:v>3.7048860000000001</c:v>
                </c:pt>
                <c:pt idx="2085">
                  <c:v>3.7061280000000001</c:v>
                </c:pt>
                <c:pt idx="2086">
                  <c:v>3.7073699999999996</c:v>
                </c:pt>
                <c:pt idx="2087">
                  <c:v>3.709854</c:v>
                </c:pt>
                <c:pt idx="2088">
                  <c:v>3.711096</c:v>
                </c:pt>
                <c:pt idx="2089">
                  <c:v>3.7123379999999999</c:v>
                </c:pt>
                <c:pt idx="2090">
                  <c:v>3.7135800000000012</c:v>
                </c:pt>
                <c:pt idx="2091">
                  <c:v>3.7148220000000003</c:v>
                </c:pt>
                <c:pt idx="2092">
                  <c:v>3.7166849999999987</c:v>
                </c:pt>
                <c:pt idx="2093">
                  <c:v>3.7179270000000013</c:v>
                </c:pt>
                <c:pt idx="2094">
                  <c:v>3.7204109999999999</c:v>
                </c:pt>
                <c:pt idx="2095">
                  <c:v>3.7216530000000003</c:v>
                </c:pt>
                <c:pt idx="2096">
                  <c:v>3.7228949999999998</c:v>
                </c:pt>
                <c:pt idx="2097">
                  <c:v>3.7241370000000016</c:v>
                </c:pt>
                <c:pt idx="2098">
                  <c:v>3.7253789999999998</c:v>
                </c:pt>
                <c:pt idx="2099">
                  <c:v>3.7266210000000002</c:v>
                </c:pt>
                <c:pt idx="2100">
                  <c:v>3.7297260000000012</c:v>
                </c:pt>
                <c:pt idx="2101">
                  <c:v>3.7309679999999998</c:v>
                </c:pt>
                <c:pt idx="2102">
                  <c:v>3.7322099999999985</c:v>
                </c:pt>
                <c:pt idx="2103">
                  <c:v>3.7334519999999998</c:v>
                </c:pt>
                <c:pt idx="2104">
                  <c:v>3.7359360000000001</c:v>
                </c:pt>
                <c:pt idx="2105">
                  <c:v>3.7371780000000001</c:v>
                </c:pt>
                <c:pt idx="2106">
                  <c:v>3.7384199999999987</c:v>
                </c:pt>
                <c:pt idx="2107">
                  <c:v>3.7396619999999987</c:v>
                </c:pt>
                <c:pt idx="2108">
                  <c:v>3.7427670000000002</c:v>
                </c:pt>
                <c:pt idx="2109">
                  <c:v>3.7440090000000001</c:v>
                </c:pt>
                <c:pt idx="2110">
                  <c:v>3.7452509999999997</c:v>
                </c:pt>
                <c:pt idx="2111">
                  <c:v>3.7464930000000001</c:v>
                </c:pt>
                <c:pt idx="2112">
                  <c:v>3.7489770000000013</c:v>
                </c:pt>
                <c:pt idx="2113">
                  <c:v>3.750219</c:v>
                </c:pt>
                <c:pt idx="2114">
                  <c:v>3.7514610000000004</c:v>
                </c:pt>
                <c:pt idx="2115">
                  <c:v>3.7545660000000001</c:v>
                </c:pt>
                <c:pt idx="2116">
                  <c:v>3.7558079999999987</c:v>
                </c:pt>
                <c:pt idx="2117">
                  <c:v>3.75705</c:v>
                </c:pt>
                <c:pt idx="2118">
                  <c:v>3.7595339999999999</c:v>
                </c:pt>
                <c:pt idx="2119">
                  <c:v>3.7607759999999999</c:v>
                </c:pt>
                <c:pt idx="2120">
                  <c:v>3.7620179999999999</c:v>
                </c:pt>
                <c:pt idx="2121">
                  <c:v>3.7645020000000002</c:v>
                </c:pt>
                <c:pt idx="2122">
                  <c:v>3.7663650000000004</c:v>
                </c:pt>
                <c:pt idx="2123">
                  <c:v>3.7676069999999999</c:v>
                </c:pt>
                <c:pt idx="2124">
                  <c:v>3.7688489999999986</c:v>
                </c:pt>
                <c:pt idx="2125">
                  <c:v>3.7713330000000012</c:v>
                </c:pt>
                <c:pt idx="2126">
                  <c:v>3.7725749999999998</c:v>
                </c:pt>
                <c:pt idx="2127">
                  <c:v>3.7738169999999998</c:v>
                </c:pt>
                <c:pt idx="2128">
                  <c:v>3.7763010000000001</c:v>
                </c:pt>
                <c:pt idx="2129">
                  <c:v>3.7781639999999999</c:v>
                </c:pt>
                <c:pt idx="2130">
                  <c:v>3.7794060000000003</c:v>
                </c:pt>
                <c:pt idx="2131">
                  <c:v>3.7818899999999998</c:v>
                </c:pt>
                <c:pt idx="2132">
                  <c:v>3.7831320000000015</c:v>
                </c:pt>
                <c:pt idx="2133">
                  <c:v>3.7856160000000001</c:v>
                </c:pt>
                <c:pt idx="2134">
                  <c:v>3.7868579999999987</c:v>
                </c:pt>
                <c:pt idx="2135">
                  <c:v>3.7880999999999996</c:v>
                </c:pt>
                <c:pt idx="2136">
                  <c:v>3.7912049999999997</c:v>
                </c:pt>
                <c:pt idx="2137">
                  <c:v>3.7924469999999983</c:v>
                </c:pt>
                <c:pt idx="2138">
                  <c:v>3.7936890000000001</c:v>
                </c:pt>
                <c:pt idx="2139">
                  <c:v>3.7961730000000005</c:v>
                </c:pt>
                <c:pt idx="2140">
                  <c:v>3.797415</c:v>
                </c:pt>
                <c:pt idx="2141">
                  <c:v>3.7998989999999986</c:v>
                </c:pt>
                <c:pt idx="2142">
                  <c:v>3.8017619999999988</c:v>
                </c:pt>
                <c:pt idx="2143">
                  <c:v>3.8030039999999987</c:v>
                </c:pt>
                <c:pt idx="2144">
                  <c:v>3.8054879999999986</c:v>
                </c:pt>
                <c:pt idx="2145">
                  <c:v>3.8067299999999986</c:v>
                </c:pt>
                <c:pt idx="2146">
                  <c:v>3.8079719999999999</c:v>
                </c:pt>
                <c:pt idx="2147">
                  <c:v>3.8104559999999972</c:v>
                </c:pt>
                <c:pt idx="2148">
                  <c:v>3.8116979999999985</c:v>
                </c:pt>
                <c:pt idx="2149">
                  <c:v>3.8129399999999984</c:v>
                </c:pt>
                <c:pt idx="2150">
                  <c:v>3.8160449999999972</c:v>
                </c:pt>
                <c:pt idx="2151">
                  <c:v>3.8172870000000003</c:v>
                </c:pt>
                <c:pt idx="2152">
                  <c:v>3.8185289999999985</c:v>
                </c:pt>
                <c:pt idx="2153">
                  <c:v>3.8210129999999984</c:v>
                </c:pt>
                <c:pt idx="2154">
                  <c:v>3.8222549999999984</c:v>
                </c:pt>
                <c:pt idx="2155">
                  <c:v>3.8234970000000001</c:v>
                </c:pt>
                <c:pt idx="2156">
                  <c:v>3.8266019999999985</c:v>
                </c:pt>
                <c:pt idx="2157">
                  <c:v>3.8278439999999985</c:v>
                </c:pt>
                <c:pt idx="2158">
                  <c:v>3.8290859999999989</c:v>
                </c:pt>
                <c:pt idx="2159">
                  <c:v>3.8303279999999997</c:v>
                </c:pt>
                <c:pt idx="2160">
                  <c:v>3.8328119999999979</c:v>
                </c:pt>
                <c:pt idx="2161">
                  <c:v>3.8340539999999983</c:v>
                </c:pt>
                <c:pt idx="2162">
                  <c:v>3.8352959999999983</c:v>
                </c:pt>
                <c:pt idx="2163">
                  <c:v>3.8384009999999988</c:v>
                </c:pt>
                <c:pt idx="2164">
                  <c:v>3.839642999999997</c:v>
                </c:pt>
                <c:pt idx="2165">
                  <c:v>3.8408849999999997</c:v>
                </c:pt>
                <c:pt idx="2166">
                  <c:v>3.843369</c:v>
                </c:pt>
                <c:pt idx="2167">
                  <c:v>3.844611</c:v>
                </c:pt>
                <c:pt idx="2168">
                  <c:v>3.8458529999999973</c:v>
                </c:pt>
                <c:pt idx="2169">
                  <c:v>3.8470950000000004</c:v>
                </c:pt>
                <c:pt idx="2170">
                  <c:v>3.8501999999999987</c:v>
                </c:pt>
                <c:pt idx="2171">
                  <c:v>3.8514419999999978</c:v>
                </c:pt>
                <c:pt idx="2172">
                  <c:v>3.8526839999999982</c:v>
                </c:pt>
                <c:pt idx="2173">
                  <c:v>3.8539260000000004</c:v>
                </c:pt>
                <c:pt idx="2174">
                  <c:v>3.8564099999999972</c:v>
                </c:pt>
                <c:pt idx="2175">
                  <c:v>3.8576519999999985</c:v>
                </c:pt>
                <c:pt idx="2176">
                  <c:v>3.8588940000000003</c:v>
                </c:pt>
                <c:pt idx="2177">
                  <c:v>3.8613779999999998</c:v>
                </c:pt>
                <c:pt idx="2178">
                  <c:v>3.8632409999999986</c:v>
                </c:pt>
                <c:pt idx="2179">
                  <c:v>3.8644829999999986</c:v>
                </c:pt>
                <c:pt idx="2180">
                  <c:v>3.8669670000000003</c:v>
                </c:pt>
                <c:pt idx="2181">
                  <c:v>3.8682089999999989</c:v>
                </c:pt>
                <c:pt idx="2182">
                  <c:v>3.8694509999999984</c:v>
                </c:pt>
                <c:pt idx="2183">
                  <c:v>3.8706929999999984</c:v>
                </c:pt>
                <c:pt idx="2184">
                  <c:v>3.8719349999999997</c:v>
                </c:pt>
                <c:pt idx="2185">
                  <c:v>3.8750399999999989</c:v>
                </c:pt>
                <c:pt idx="2186">
                  <c:v>3.8762819999999985</c:v>
                </c:pt>
                <c:pt idx="2187">
                  <c:v>3.8775239999999997</c:v>
                </c:pt>
                <c:pt idx="2188">
                  <c:v>3.8800079999999997</c:v>
                </c:pt>
                <c:pt idx="2189">
                  <c:v>3.8812499999999983</c:v>
                </c:pt>
                <c:pt idx="2190">
                  <c:v>3.8824919999999987</c:v>
                </c:pt>
                <c:pt idx="2191">
                  <c:v>3.8837339999999996</c:v>
                </c:pt>
                <c:pt idx="2192">
                  <c:v>3.8868389999999988</c:v>
                </c:pt>
                <c:pt idx="2193">
                  <c:v>3.8880810000000001</c:v>
                </c:pt>
                <c:pt idx="2194">
                  <c:v>3.8893230000000001</c:v>
                </c:pt>
                <c:pt idx="2195">
                  <c:v>3.8905649999999987</c:v>
                </c:pt>
                <c:pt idx="2196">
                  <c:v>3.8918069999999982</c:v>
                </c:pt>
                <c:pt idx="2197">
                  <c:v>3.8942909999999986</c:v>
                </c:pt>
                <c:pt idx="2198">
                  <c:v>3.8955329999999986</c:v>
                </c:pt>
                <c:pt idx="2199">
                  <c:v>3.896774999999999</c:v>
                </c:pt>
                <c:pt idx="2200">
                  <c:v>3.8986379999999987</c:v>
                </c:pt>
                <c:pt idx="2201">
                  <c:v>3.8998799999999982</c:v>
                </c:pt>
                <c:pt idx="2202">
                  <c:v>3.901122</c:v>
                </c:pt>
                <c:pt idx="2203">
                  <c:v>3.9036059999999986</c:v>
                </c:pt>
                <c:pt idx="2204">
                  <c:v>3.904847999999999</c:v>
                </c:pt>
                <c:pt idx="2205">
                  <c:v>3.9060899999999985</c:v>
                </c:pt>
                <c:pt idx="2206">
                  <c:v>3.9073320000000002</c:v>
                </c:pt>
                <c:pt idx="2207">
                  <c:v>3.9085739999999998</c:v>
                </c:pt>
                <c:pt idx="2208">
                  <c:v>3.9098159999999988</c:v>
                </c:pt>
                <c:pt idx="2209">
                  <c:v>3.9116789999999981</c:v>
                </c:pt>
                <c:pt idx="2210">
                  <c:v>3.9129209999999985</c:v>
                </c:pt>
                <c:pt idx="2211">
                  <c:v>3.9154049999999985</c:v>
                </c:pt>
                <c:pt idx="2212">
                  <c:v>3.9166469999999975</c:v>
                </c:pt>
                <c:pt idx="2213">
                  <c:v>3.9178889999999988</c:v>
                </c:pt>
                <c:pt idx="2214">
                  <c:v>3.9191310000000001</c:v>
                </c:pt>
                <c:pt idx="2215">
                  <c:v>3.9203729999999997</c:v>
                </c:pt>
                <c:pt idx="2216">
                  <c:v>3.9234779999999998</c:v>
                </c:pt>
                <c:pt idx="2217">
                  <c:v>3.9247200000000002</c:v>
                </c:pt>
                <c:pt idx="2218">
                  <c:v>3.9259619999999997</c:v>
                </c:pt>
                <c:pt idx="2219">
                  <c:v>3.9272039999999997</c:v>
                </c:pt>
                <c:pt idx="2220">
                  <c:v>3.9284459999999979</c:v>
                </c:pt>
                <c:pt idx="2221">
                  <c:v>3.9296879999999987</c:v>
                </c:pt>
                <c:pt idx="2222">
                  <c:v>3.9321719999999987</c:v>
                </c:pt>
                <c:pt idx="2223">
                  <c:v>3.933414</c:v>
                </c:pt>
                <c:pt idx="2224">
                  <c:v>3.9352769999999979</c:v>
                </c:pt>
                <c:pt idx="2225">
                  <c:v>3.9365189999999983</c:v>
                </c:pt>
                <c:pt idx="2226">
                  <c:v>3.9377610000000001</c:v>
                </c:pt>
                <c:pt idx="2227">
                  <c:v>3.9402449999999987</c:v>
                </c:pt>
                <c:pt idx="2228">
                  <c:v>3.9414870000000004</c:v>
                </c:pt>
                <c:pt idx="2229">
                  <c:v>3.9427289999999986</c:v>
                </c:pt>
                <c:pt idx="2230">
                  <c:v>3.9439709999999999</c:v>
                </c:pt>
                <c:pt idx="2231">
                  <c:v>3.9452129999999985</c:v>
                </c:pt>
                <c:pt idx="2232">
                  <c:v>3.9464549999999989</c:v>
                </c:pt>
                <c:pt idx="2233">
                  <c:v>3.9483179999999996</c:v>
                </c:pt>
                <c:pt idx="2234">
                  <c:v>3.9508019999999986</c:v>
                </c:pt>
                <c:pt idx="2235">
                  <c:v>3.9520439999999972</c:v>
                </c:pt>
                <c:pt idx="2236">
                  <c:v>3.9532859999999985</c:v>
                </c:pt>
                <c:pt idx="2237">
                  <c:v>3.9545280000000003</c:v>
                </c:pt>
                <c:pt idx="2238">
                  <c:v>3.9557699999999989</c:v>
                </c:pt>
                <c:pt idx="2239">
                  <c:v>3.9582539999999984</c:v>
                </c:pt>
                <c:pt idx="2240">
                  <c:v>3.9601169999999999</c:v>
                </c:pt>
                <c:pt idx="2241">
                  <c:v>3.9613589999999985</c:v>
                </c:pt>
                <c:pt idx="2242">
                  <c:v>3.9626010000000003</c:v>
                </c:pt>
                <c:pt idx="2243">
                  <c:v>3.9650849999999997</c:v>
                </c:pt>
                <c:pt idx="2244">
                  <c:v>3.9663269999999997</c:v>
                </c:pt>
                <c:pt idx="2245">
                  <c:v>3.9675690000000001</c:v>
                </c:pt>
                <c:pt idx="2246">
                  <c:v>3.9688110000000001</c:v>
                </c:pt>
                <c:pt idx="2247">
                  <c:v>3.9700529999999983</c:v>
                </c:pt>
                <c:pt idx="2248">
                  <c:v>3.9731579999999997</c:v>
                </c:pt>
                <c:pt idx="2249">
                  <c:v>3.9743999999999997</c:v>
                </c:pt>
                <c:pt idx="2250">
                  <c:v>3.9756419999999979</c:v>
                </c:pt>
                <c:pt idx="2251">
                  <c:v>3.9768839999999983</c:v>
                </c:pt>
                <c:pt idx="2252">
                  <c:v>3.9781259999999987</c:v>
                </c:pt>
                <c:pt idx="2253">
                  <c:v>3.9793679999999987</c:v>
                </c:pt>
                <c:pt idx="2254">
                  <c:v>3.9818519999999986</c:v>
                </c:pt>
                <c:pt idx="2255">
                  <c:v>3.9837150000000001</c:v>
                </c:pt>
                <c:pt idx="2256">
                  <c:v>3.9849570000000001</c:v>
                </c:pt>
                <c:pt idx="2257">
                  <c:v>3.9861989999999987</c:v>
                </c:pt>
                <c:pt idx="2258">
                  <c:v>3.987441</c:v>
                </c:pt>
                <c:pt idx="2259">
                  <c:v>3.9899249999999999</c:v>
                </c:pt>
                <c:pt idx="2260">
                  <c:v>3.9911669999999986</c:v>
                </c:pt>
                <c:pt idx="2261">
                  <c:v>3.9924089999999981</c:v>
                </c:pt>
                <c:pt idx="2262">
                  <c:v>3.9936509999999985</c:v>
                </c:pt>
                <c:pt idx="2263">
                  <c:v>3.9967559999999978</c:v>
                </c:pt>
                <c:pt idx="2264">
                  <c:v>3.9979979999999999</c:v>
                </c:pt>
                <c:pt idx="2265">
                  <c:v>3.999239999999999</c:v>
                </c:pt>
                <c:pt idx="2266">
                  <c:v>4.0004819999999972</c:v>
                </c:pt>
                <c:pt idx="2267">
                  <c:v>4.0017240000000003</c:v>
                </c:pt>
                <c:pt idx="2268">
                  <c:v>4.0029659999999971</c:v>
                </c:pt>
                <c:pt idx="2269">
                  <c:v>4.0054499999999997</c:v>
                </c:pt>
                <c:pt idx="2270">
                  <c:v>4.0066920000000028</c:v>
                </c:pt>
                <c:pt idx="2271">
                  <c:v>4.0085549999999968</c:v>
                </c:pt>
                <c:pt idx="2272">
                  <c:v>4.0097969999999998</c:v>
                </c:pt>
                <c:pt idx="2273">
                  <c:v>4.0110389999999985</c:v>
                </c:pt>
                <c:pt idx="2274">
                  <c:v>4.0122809999999971</c:v>
                </c:pt>
                <c:pt idx="2275">
                  <c:v>4.0135230000000002</c:v>
                </c:pt>
                <c:pt idx="2276">
                  <c:v>4.0160070000000001</c:v>
                </c:pt>
                <c:pt idx="2277">
                  <c:v>4.0172490000000014</c:v>
                </c:pt>
                <c:pt idx="2278">
                  <c:v>4.018491</c:v>
                </c:pt>
                <c:pt idx="2279">
                  <c:v>4.0203539999999975</c:v>
                </c:pt>
                <c:pt idx="2280">
                  <c:v>4.0215959999999971</c:v>
                </c:pt>
                <c:pt idx="2281">
                  <c:v>4.0228379999999966</c:v>
                </c:pt>
                <c:pt idx="2282">
                  <c:v>4.0240799999999979</c:v>
                </c:pt>
                <c:pt idx="2283">
                  <c:v>4.0265639999999996</c:v>
                </c:pt>
                <c:pt idx="2284">
                  <c:v>4.0278059999999956</c:v>
                </c:pt>
                <c:pt idx="2285">
                  <c:v>4.0290480000000004</c:v>
                </c:pt>
                <c:pt idx="2286">
                  <c:v>4.0302899999999999</c:v>
                </c:pt>
                <c:pt idx="2287">
                  <c:v>4.0321530000000001</c:v>
                </c:pt>
                <c:pt idx="2288">
                  <c:v>4.034637</c:v>
                </c:pt>
                <c:pt idx="2289">
                  <c:v>4.0358789999999996</c:v>
                </c:pt>
                <c:pt idx="2290">
                  <c:v>4.037121</c:v>
                </c:pt>
                <c:pt idx="2291">
                  <c:v>4.038363000000003</c:v>
                </c:pt>
                <c:pt idx="2292">
                  <c:v>4.0408469999999985</c:v>
                </c:pt>
                <c:pt idx="2293">
                  <c:v>4.0420889999999972</c:v>
                </c:pt>
                <c:pt idx="2294">
                  <c:v>4.0433310000000002</c:v>
                </c:pt>
                <c:pt idx="2295">
                  <c:v>4.0451939999999995</c:v>
                </c:pt>
                <c:pt idx="2296">
                  <c:v>4.0464359999999973</c:v>
                </c:pt>
                <c:pt idx="2297">
                  <c:v>4.0489199999999972</c:v>
                </c:pt>
                <c:pt idx="2298">
                  <c:v>4.0501620000000003</c:v>
                </c:pt>
                <c:pt idx="2299">
                  <c:v>4.0514039999999998</c:v>
                </c:pt>
                <c:pt idx="2300">
                  <c:v>4.0526460000000002</c:v>
                </c:pt>
                <c:pt idx="2301">
                  <c:v>4.0551299999999975</c:v>
                </c:pt>
                <c:pt idx="2302">
                  <c:v>4.0569930000000003</c:v>
                </c:pt>
                <c:pt idx="2303">
                  <c:v>4.0582349999999972</c:v>
                </c:pt>
                <c:pt idx="2304">
                  <c:v>4.0594770000000002</c:v>
                </c:pt>
                <c:pt idx="2305">
                  <c:v>4.0607189999999971</c:v>
                </c:pt>
                <c:pt idx="2306">
                  <c:v>4.0632029999999997</c:v>
                </c:pt>
                <c:pt idx="2307">
                  <c:v>4.0644449999999956</c:v>
                </c:pt>
                <c:pt idx="2308">
                  <c:v>4.0656869999999969</c:v>
                </c:pt>
                <c:pt idx="2309">
                  <c:v>4.0687919999999975</c:v>
                </c:pt>
                <c:pt idx="2310">
                  <c:v>4.0700339999999997</c:v>
                </c:pt>
                <c:pt idx="2311">
                  <c:v>4.0712760000000028</c:v>
                </c:pt>
                <c:pt idx="2312">
                  <c:v>4.072517999999997</c:v>
                </c:pt>
                <c:pt idx="2313">
                  <c:v>4.0750020000000013</c:v>
                </c:pt>
                <c:pt idx="2314">
                  <c:v>4.0762440000000026</c:v>
                </c:pt>
                <c:pt idx="2315">
                  <c:v>4.0774859999999968</c:v>
                </c:pt>
                <c:pt idx="2316">
                  <c:v>4.0787279999999999</c:v>
                </c:pt>
                <c:pt idx="2317">
                  <c:v>4.0805910000000001</c:v>
                </c:pt>
                <c:pt idx="2318">
                  <c:v>4.0818330000000014</c:v>
                </c:pt>
                <c:pt idx="2319">
                  <c:v>4.0843169999999969</c:v>
                </c:pt>
                <c:pt idx="2320">
                  <c:v>4.0855589999999973</c:v>
                </c:pt>
                <c:pt idx="2321">
                  <c:v>4.0868010000000004</c:v>
                </c:pt>
                <c:pt idx="2322">
                  <c:v>4.0880429999999999</c:v>
                </c:pt>
                <c:pt idx="2323">
                  <c:v>4.0892850000000003</c:v>
                </c:pt>
                <c:pt idx="2324">
                  <c:v>4.0905269999999971</c:v>
                </c:pt>
                <c:pt idx="2325">
                  <c:v>4.0936319999999995</c:v>
                </c:pt>
                <c:pt idx="2326">
                  <c:v>4.0948739999999972</c:v>
                </c:pt>
                <c:pt idx="2327">
                  <c:v>4.0961159999999968</c:v>
                </c:pt>
                <c:pt idx="2328">
                  <c:v>4.0973579999999972</c:v>
                </c:pt>
                <c:pt idx="2329">
                  <c:v>4.0998419999999998</c:v>
                </c:pt>
                <c:pt idx="2330">
                  <c:v>4.1010839999999975</c:v>
                </c:pt>
                <c:pt idx="2331">
                  <c:v>4.102325999999997</c:v>
                </c:pt>
                <c:pt idx="2332">
                  <c:v>4.1035680000000001</c:v>
                </c:pt>
                <c:pt idx="2333">
                  <c:v>4.1066730000000033</c:v>
                </c:pt>
                <c:pt idx="2334">
                  <c:v>4.107914999999994</c:v>
                </c:pt>
                <c:pt idx="2335">
                  <c:v>4.1091569999999971</c:v>
                </c:pt>
                <c:pt idx="2336">
                  <c:v>4.1103990000000001</c:v>
                </c:pt>
                <c:pt idx="2337">
                  <c:v>4.1128829999999956</c:v>
                </c:pt>
                <c:pt idx="2338">
                  <c:v>4.1141249999999943</c:v>
                </c:pt>
                <c:pt idx="2339">
                  <c:v>4.115367</c:v>
                </c:pt>
                <c:pt idx="2340">
                  <c:v>4.118471999999997</c:v>
                </c:pt>
                <c:pt idx="2341">
                  <c:v>4.1197139999999974</c:v>
                </c:pt>
                <c:pt idx="2342">
                  <c:v>4.1209559999999943</c:v>
                </c:pt>
                <c:pt idx="2343">
                  <c:v>4.1221979999999956</c:v>
                </c:pt>
                <c:pt idx="2344">
                  <c:v>4.1246819999999955</c:v>
                </c:pt>
                <c:pt idx="2345">
                  <c:v>4.1259239999999968</c:v>
                </c:pt>
                <c:pt idx="2346">
                  <c:v>4.1271659999999946</c:v>
                </c:pt>
                <c:pt idx="2347">
                  <c:v>4.1284079999999959</c:v>
                </c:pt>
                <c:pt idx="2348">
                  <c:v>4.131513</c:v>
                </c:pt>
                <c:pt idx="2349">
                  <c:v>4.1327549999999977</c:v>
                </c:pt>
                <c:pt idx="2350">
                  <c:v>4.1339969999999973</c:v>
                </c:pt>
                <c:pt idx="2351">
                  <c:v>4.1352389999999986</c:v>
                </c:pt>
                <c:pt idx="2352">
                  <c:v>4.1377230000000003</c:v>
                </c:pt>
                <c:pt idx="2353">
                  <c:v>4.1389649999999971</c:v>
                </c:pt>
                <c:pt idx="2354">
                  <c:v>4.1402070000000002</c:v>
                </c:pt>
                <c:pt idx="2355">
                  <c:v>4.1420699999999995</c:v>
                </c:pt>
                <c:pt idx="2356">
                  <c:v>4.1445539999999967</c:v>
                </c:pt>
                <c:pt idx="2357">
                  <c:v>4.1457959999999972</c:v>
                </c:pt>
                <c:pt idx="2358">
                  <c:v>4.1470379999999967</c:v>
                </c:pt>
                <c:pt idx="2359">
                  <c:v>4.1495220000000002</c:v>
                </c:pt>
                <c:pt idx="2360">
                  <c:v>4.1507639999999997</c:v>
                </c:pt>
                <c:pt idx="2361">
                  <c:v>4.1520059999999956</c:v>
                </c:pt>
                <c:pt idx="2362">
                  <c:v>4.1538690000000003</c:v>
                </c:pt>
                <c:pt idx="2363">
                  <c:v>4.1563529999999975</c:v>
                </c:pt>
                <c:pt idx="2364">
                  <c:v>4.1575949999999962</c:v>
                </c:pt>
                <c:pt idx="2365">
                  <c:v>4.1588369999999966</c:v>
                </c:pt>
                <c:pt idx="2366">
                  <c:v>4.160078999999997</c:v>
                </c:pt>
                <c:pt idx="2367">
                  <c:v>4.1625630000000005</c:v>
                </c:pt>
                <c:pt idx="2368">
                  <c:v>4.1638049999999955</c:v>
                </c:pt>
                <c:pt idx="2369">
                  <c:v>4.1656680000000001</c:v>
                </c:pt>
                <c:pt idx="2370">
                  <c:v>4.166909999999997</c:v>
                </c:pt>
                <c:pt idx="2371">
                  <c:v>4.1681519999999956</c:v>
                </c:pt>
                <c:pt idx="2372">
                  <c:v>4.170636</c:v>
                </c:pt>
                <c:pt idx="2373">
                  <c:v>4.1718779999999995</c:v>
                </c:pt>
                <c:pt idx="2374">
                  <c:v>4.1731199999999973</c:v>
                </c:pt>
                <c:pt idx="2375">
                  <c:v>4.1756039999999999</c:v>
                </c:pt>
                <c:pt idx="2376">
                  <c:v>4.1768460000000003</c:v>
                </c:pt>
                <c:pt idx="2377">
                  <c:v>4.1787090000000013</c:v>
                </c:pt>
                <c:pt idx="2378">
                  <c:v>4.1811929999999995</c:v>
                </c:pt>
                <c:pt idx="2379">
                  <c:v>4.1824349999999946</c:v>
                </c:pt>
                <c:pt idx="2380">
                  <c:v>4.1836770000000003</c:v>
                </c:pt>
                <c:pt idx="2381">
                  <c:v>4.1849189999999945</c:v>
                </c:pt>
                <c:pt idx="2382">
                  <c:v>4.1861609999999985</c:v>
                </c:pt>
                <c:pt idx="2383">
                  <c:v>4.1874029999999971</c:v>
                </c:pt>
                <c:pt idx="2384">
                  <c:v>4.1905079999999977</c:v>
                </c:pt>
                <c:pt idx="2385">
                  <c:v>4.1917499999999999</c:v>
                </c:pt>
                <c:pt idx="2386">
                  <c:v>4.1929919999999967</c:v>
                </c:pt>
                <c:pt idx="2387">
                  <c:v>4.1942339999999971</c:v>
                </c:pt>
                <c:pt idx="2388">
                  <c:v>4.1967179999999971</c:v>
                </c:pt>
                <c:pt idx="2389">
                  <c:v>4.1979599999999966</c:v>
                </c:pt>
                <c:pt idx="2390">
                  <c:v>4.1992019999999997</c:v>
                </c:pt>
                <c:pt idx="2391">
                  <c:v>4.2004440000000001</c:v>
                </c:pt>
                <c:pt idx="2392">
                  <c:v>4.2035489999999998</c:v>
                </c:pt>
                <c:pt idx="2393">
                  <c:v>4.2047910000000002</c:v>
                </c:pt>
                <c:pt idx="2394">
                  <c:v>4.2060329999999997</c:v>
                </c:pt>
                <c:pt idx="2395">
                  <c:v>4.2072750000000001</c:v>
                </c:pt>
                <c:pt idx="2396">
                  <c:v>4.2097590000000027</c:v>
                </c:pt>
                <c:pt idx="2397">
                  <c:v>4.2110009999999996</c:v>
                </c:pt>
                <c:pt idx="2398">
                  <c:v>4.2122430000000026</c:v>
                </c:pt>
                <c:pt idx="2399">
                  <c:v>4.2141059999999966</c:v>
                </c:pt>
                <c:pt idx="2400">
                  <c:v>4.2153480000000014</c:v>
                </c:pt>
                <c:pt idx="2401">
                  <c:v>4.2178319999999969</c:v>
                </c:pt>
                <c:pt idx="2402">
                  <c:v>4.219074</c:v>
                </c:pt>
                <c:pt idx="2403">
                  <c:v>4.2203159999999977</c:v>
                </c:pt>
                <c:pt idx="2404">
                  <c:v>4.2215579999999973</c:v>
                </c:pt>
                <c:pt idx="2405">
                  <c:v>4.2227999999999986</c:v>
                </c:pt>
                <c:pt idx="2406">
                  <c:v>4.2252839999999985</c:v>
                </c:pt>
                <c:pt idx="2407">
                  <c:v>4.2271469999999978</c:v>
                </c:pt>
                <c:pt idx="2408">
                  <c:v>4.228389</c:v>
                </c:pt>
                <c:pt idx="2409">
                  <c:v>4.2296310000000004</c:v>
                </c:pt>
                <c:pt idx="2410">
                  <c:v>4.2308729999999999</c:v>
                </c:pt>
                <c:pt idx="2411">
                  <c:v>4.2333569999999998</c:v>
                </c:pt>
                <c:pt idx="2412">
                  <c:v>4.2345990000000002</c:v>
                </c:pt>
                <c:pt idx="2413">
                  <c:v>4.2358409999999997</c:v>
                </c:pt>
                <c:pt idx="2414">
                  <c:v>4.2370830000000002</c:v>
                </c:pt>
                <c:pt idx="2415">
                  <c:v>4.2389459999999985</c:v>
                </c:pt>
                <c:pt idx="2416">
                  <c:v>4.2401879999999972</c:v>
                </c:pt>
                <c:pt idx="2417">
                  <c:v>4.2414300000000003</c:v>
                </c:pt>
                <c:pt idx="2418">
                  <c:v>4.2439139999999975</c:v>
                </c:pt>
                <c:pt idx="2419">
                  <c:v>4.2451560000000006</c:v>
                </c:pt>
                <c:pt idx="2420">
                  <c:v>4.2463980000000028</c:v>
                </c:pt>
                <c:pt idx="2421">
                  <c:v>4.2476399999999996</c:v>
                </c:pt>
                <c:pt idx="2422">
                  <c:v>4.2507450000000002</c:v>
                </c:pt>
                <c:pt idx="2423">
                  <c:v>4.2519870000000006</c:v>
                </c:pt>
                <c:pt idx="2424">
                  <c:v>4.2532290000000028</c:v>
                </c:pt>
                <c:pt idx="2425">
                  <c:v>4.2557130000000001</c:v>
                </c:pt>
                <c:pt idx="2426">
                  <c:v>4.2569550000000005</c:v>
                </c:pt>
                <c:pt idx="2427">
                  <c:v>4.258197</c:v>
                </c:pt>
                <c:pt idx="2428">
                  <c:v>4.2606809999999973</c:v>
                </c:pt>
                <c:pt idx="2429">
                  <c:v>4.2625439999999974</c:v>
                </c:pt>
                <c:pt idx="2430">
                  <c:v>4.263785999999997</c:v>
                </c:pt>
                <c:pt idx="2431">
                  <c:v>4.2662700000000013</c:v>
                </c:pt>
                <c:pt idx="2432">
                  <c:v>4.2675119999999955</c:v>
                </c:pt>
                <c:pt idx="2433">
                  <c:v>4.2687539999999995</c:v>
                </c:pt>
                <c:pt idx="2434">
                  <c:v>4.271238000000003</c:v>
                </c:pt>
                <c:pt idx="2435">
                  <c:v>4.2724799999999998</c:v>
                </c:pt>
                <c:pt idx="2436">
                  <c:v>4.2737219999999994</c:v>
                </c:pt>
                <c:pt idx="2437">
                  <c:v>4.2755849999999969</c:v>
                </c:pt>
                <c:pt idx="2438">
                  <c:v>4.278069000000003</c:v>
                </c:pt>
                <c:pt idx="2439">
                  <c:v>4.2793109999999999</c:v>
                </c:pt>
                <c:pt idx="2440">
                  <c:v>4.2805530000000003</c:v>
                </c:pt>
                <c:pt idx="2441">
                  <c:v>4.2817949999999998</c:v>
                </c:pt>
                <c:pt idx="2442">
                  <c:v>4.2830370000000002</c:v>
                </c:pt>
                <c:pt idx="2443">
                  <c:v>4.2855210000000001</c:v>
                </c:pt>
                <c:pt idx="2444">
                  <c:v>4.2873839999999985</c:v>
                </c:pt>
                <c:pt idx="2445">
                  <c:v>4.2886259999999998</c:v>
                </c:pt>
                <c:pt idx="2446">
                  <c:v>4.2898680000000029</c:v>
                </c:pt>
                <c:pt idx="2447">
                  <c:v>4.2911099999999998</c:v>
                </c:pt>
                <c:pt idx="2448">
                  <c:v>4.2923520000000002</c:v>
                </c:pt>
                <c:pt idx="2449">
                  <c:v>4.2935939999999997</c:v>
                </c:pt>
                <c:pt idx="2450">
                  <c:v>4.2960780000000014</c:v>
                </c:pt>
                <c:pt idx="2451">
                  <c:v>4.29732</c:v>
                </c:pt>
                <c:pt idx="2452">
                  <c:v>4.2991830000000002</c:v>
                </c:pt>
                <c:pt idx="2453">
                  <c:v>4.3004249999999971</c:v>
                </c:pt>
                <c:pt idx="2454">
                  <c:v>4.3016670000000028</c:v>
                </c:pt>
                <c:pt idx="2455">
                  <c:v>4.3029090000000005</c:v>
                </c:pt>
                <c:pt idx="2456">
                  <c:v>4.3041509999999956</c:v>
                </c:pt>
                <c:pt idx="2457">
                  <c:v>4.306635</c:v>
                </c:pt>
                <c:pt idx="2458">
                  <c:v>4.3078769999999977</c:v>
                </c:pt>
                <c:pt idx="2459">
                  <c:v>4.3091189999999973</c:v>
                </c:pt>
                <c:pt idx="2460">
                  <c:v>4.3103609999999986</c:v>
                </c:pt>
                <c:pt idx="2461">
                  <c:v>4.3122239999999996</c:v>
                </c:pt>
                <c:pt idx="2462">
                  <c:v>4.313466</c:v>
                </c:pt>
                <c:pt idx="2463">
                  <c:v>4.3147079999999978</c:v>
                </c:pt>
                <c:pt idx="2464">
                  <c:v>4.3159499999999973</c:v>
                </c:pt>
                <c:pt idx="2465">
                  <c:v>4.3171919999999977</c:v>
                </c:pt>
                <c:pt idx="2466">
                  <c:v>4.3184339999999972</c:v>
                </c:pt>
                <c:pt idx="2467">
                  <c:v>4.3209179999999945</c:v>
                </c:pt>
                <c:pt idx="2468">
                  <c:v>4.3221599999999967</c:v>
                </c:pt>
                <c:pt idx="2469">
                  <c:v>4.3240229999999977</c:v>
                </c:pt>
                <c:pt idx="2470">
                  <c:v>4.3252649999999973</c:v>
                </c:pt>
                <c:pt idx="2471">
                  <c:v>4.3265069999999959</c:v>
                </c:pt>
                <c:pt idx="2472">
                  <c:v>4.3277489999999972</c:v>
                </c:pt>
                <c:pt idx="2473">
                  <c:v>4.3302329999999998</c:v>
                </c:pt>
                <c:pt idx="2474">
                  <c:v>4.3314750000000002</c:v>
                </c:pt>
                <c:pt idx="2475">
                  <c:v>4.3327170000000006</c:v>
                </c:pt>
                <c:pt idx="2476">
                  <c:v>4.3339590000000001</c:v>
                </c:pt>
                <c:pt idx="2477">
                  <c:v>4.3358220000000003</c:v>
                </c:pt>
                <c:pt idx="2478">
                  <c:v>4.3370639999999998</c:v>
                </c:pt>
                <c:pt idx="2479">
                  <c:v>4.3383060000000002</c:v>
                </c:pt>
                <c:pt idx="2480">
                  <c:v>4.3395480000000024</c:v>
                </c:pt>
                <c:pt idx="2481">
                  <c:v>4.342031999999997</c:v>
                </c:pt>
                <c:pt idx="2482">
                  <c:v>4.3432740000000001</c:v>
                </c:pt>
                <c:pt idx="2483">
                  <c:v>4.344515999999996</c:v>
                </c:pt>
                <c:pt idx="2484">
                  <c:v>4.345758</c:v>
                </c:pt>
                <c:pt idx="2485">
                  <c:v>4.3476210000000002</c:v>
                </c:pt>
                <c:pt idx="2486">
                  <c:v>4.3488629999999997</c:v>
                </c:pt>
                <c:pt idx="2487">
                  <c:v>4.3501049999999957</c:v>
                </c:pt>
                <c:pt idx="2488">
                  <c:v>4.3513469999999996</c:v>
                </c:pt>
                <c:pt idx="2489">
                  <c:v>4.3525889999999956</c:v>
                </c:pt>
                <c:pt idx="2490">
                  <c:v>4.3538310000000005</c:v>
                </c:pt>
                <c:pt idx="2491">
                  <c:v>4.355073</c:v>
                </c:pt>
                <c:pt idx="2492">
                  <c:v>4.3563149999999968</c:v>
                </c:pt>
                <c:pt idx="2493">
                  <c:v>4.3575569999999946</c:v>
                </c:pt>
                <c:pt idx="2494">
                  <c:v>4.3587990000000003</c:v>
                </c:pt>
                <c:pt idx="2495">
                  <c:v>4.3606620000000014</c:v>
                </c:pt>
                <c:pt idx="2496">
                  <c:v>4.3619039999999973</c:v>
                </c:pt>
                <c:pt idx="2497">
                  <c:v>4.3631459999999969</c:v>
                </c:pt>
                <c:pt idx="2498">
                  <c:v>4.3643879999999946</c:v>
                </c:pt>
                <c:pt idx="2499">
                  <c:v>4.3656299999999995</c:v>
                </c:pt>
                <c:pt idx="2500">
                  <c:v>4.3668719999999972</c:v>
                </c:pt>
                <c:pt idx="2501">
                  <c:v>4.3693559999999971</c:v>
                </c:pt>
                <c:pt idx="2502">
                  <c:v>4.3705980000000002</c:v>
                </c:pt>
                <c:pt idx="2503">
                  <c:v>4.3724610000000004</c:v>
                </c:pt>
                <c:pt idx="2504">
                  <c:v>4.3737029999999999</c:v>
                </c:pt>
                <c:pt idx="2505">
                  <c:v>4.3749449999999968</c:v>
                </c:pt>
                <c:pt idx="2506">
                  <c:v>4.3761869999999972</c:v>
                </c:pt>
                <c:pt idx="2507">
                  <c:v>4.3774290000000002</c:v>
                </c:pt>
                <c:pt idx="2508">
                  <c:v>4.3786709999999998</c:v>
                </c:pt>
                <c:pt idx="2509">
                  <c:v>4.3799130000000002</c:v>
                </c:pt>
                <c:pt idx="2510">
                  <c:v>4.381154999999997</c:v>
                </c:pt>
                <c:pt idx="2511">
                  <c:v>4.3823970000000001</c:v>
                </c:pt>
                <c:pt idx="2512">
                  <c:v>4.3842599999999985</c:v>
                </c:pt>
                <c:pt idx="2513">
                  <c:v>4.3855019999999971</c:v>
                </c:pt>
                <c:pt idx="2514">
                  <c:v>4.3879859999999944</c:v>
                </c:pt>
                <c:pt idx="2515">
                  <c:v>4.3892280000000028</c:v>
                </c:pt>
                <c:pt idx="2516">
                  <c:v>4.3904700000000005</c:v>
                </c:pt>
                <c:pt idx="2517">
                  <c:v>4.3917120000000001</c:v>
                </c:pt>
                <c:pt idx="2518">
                  <c:v>4.3929539999999969</c:v>
                </c:pt>
                <c:pt idx="2519">
                  <c:v>4.3941959999999955</c:v>
                </c:pt>
                <c:pt idx="2520">
                  <c:v>4.3960590000000002</c:v>
                </c:pt>
                <c:pt idx="2521">
                  <c:v>4.3973010000000006</c:v>
                </c:pt>
                <c:pt idx="2522">
                  <c:v>4.3985430000000001</c:v>
                </c:pt>
                <c:pt idx="2523">
                  <c:v>4.3997849999999969</c:v>
                </c:pt>
                <c:pt idx="2524">
                  <c:v>4.4010270000000027</c:v>
                </c:pt>
                <c:pt idx="2525">
                  <c:v>4.4022690000000031</c:v>
                </c:pt>
                <c:pt idx="2526">
                  <c:v>4.403511</c:v>
                </c:pt>
                <c:pt idx="2527">
                  <c:v>4.4047530000000004</c:v>
                </c:pt>
                <c:pt idx="2528">
                  <c:v>4.4072370000000003</c:v>
                </c:pt>
                <c:pt idx="2529">
                  <c:v>4.4091000000000014</c:v>
                </c:pt>
                <c:pt idx="2530">
                  <c:v>4.4103420000000026</c:v>
                </c:pt>
                <c:pt idx="2531">
                  <c:v>4.4115839999999995</c:v>
                </c:pt>
                <c:pt idx="2532">
                  <c:v>4.4128259999999973</c:v>
                </c:pt>
                <c:pt idx="2533">
                  <c:v>4.4140679999999985</c:v>
                </c:pt>
                <c:pt idx="2534">
                  <c:v>4.4153099999999998</c:v>
                </c:pt>
                <c:pt idx="2535">
                  <c:v>4.4165520000000003</c:v>
                </c:pt>
                <c:pt idx="2536">
                  <c:v>4.4177939999999998</c:v>
                </c:pt>
                <c:pt idx="2537">
                  <c:v>4.4190360000000002</c:v>
                </c:pt>
                <c:pt idx="2538">
                  <c:v>4.4208989999999995</c:v>
                </c:pt>
                <c:pt idx="2539">
                  <c:v>4.4221409999999972</c:v>
                </c:pt>
                <c:pt idx="2540">
                  <c:v>4.4233830000000003</c:v>
                </c:pt>
                <c:pt idx="2541">
                  <c:v>4.4246249999999971</c:v>
                </c:pt>
                <c:pt idx="2542">
                  <c:v>4.4258670000000002</c:v>
                </c:pt>
                <c:pt idx="2543">
                  <c:v>4.4271089999999971</c:v>
                </c:pt>
                <c:pt idx="2544">
                  <c:v>4.4283510000000001</c:v>
                </c:pt>
                <c:pt idx="2545">
                  <c:v>4.4295929999999997</c:v>
                </c:pt>
                <c:pt idx="2546">
                  <c:v>4.4308350000000001</c:v>
                </c:pt>
                <c:pt idx="2547">
                  <c:v>4.4326980000000029</c:v>
                </c:pt>
                <c:pt idx="2548">
                  <c:v>4.4339399999999998</c:v>
                </c:pt>
                <c:pt idx="2549">
                  <c:v>4.4351820000000002</c:v>
                </c:pt>
                <c:pt idx="2550">
                  <c:v>4.4364240000000024</c:v>
                </c:pt>
                <c:pt idx="2551">
                  <c:v>4.4389079999999996</c:v>
                </c:pt>
                <c:pt idx="2552">
                  <c:v>4.44015</c:v>
                </c:pt>
                <c:pt idx="2553">
                  <c:v>4.441392000000004</c:v>
                </c:pt>
                <c:pt idx="2554">
                  <c:v>4.442634</c:v>
                </c:pt>
                <c:pt idx="2555">
                  <c:v>4.4444970000000001</c:v>
                </c:pt>
                <c:pt idx="2556">
                  <c:v>4.4457389999999997</c:v>
                </c:pt>
                <c:pt idx="2557">
                  <c:v>4.4469810000000001</c:v>
                </c:pt>
                <c:pt idx="2558">
                  <c:v>4.448223000000004</c:v>
                </c:pt>
                <c:pt idx="2559">
                  <c:v>4.4494650000000027</c:v>
                </c:pt>
                <c:pt idx="2560">
                  <c:v>4.4507069999999995</c:v>
                </c:pt>
                <c:pt idx="2561">
                  <c:v>4.4519489999999999</c:v>
                </c:pt>
                <c:pt idx="2562">
                  <c:v>4.4544329999999972</c:v>
                </c:pt>
                <c:pt idx="2563">
                  <c:v>4.4556750000000003</c:v>
                </c:pt>
                <c:pt idx="2564">
                  <c:v>4.4575379999999969</c:v>
                </c:pt>
                <c:pt idx="2565">
                  <c:v>4.45878</c:v>
                </c:pt>
                <c:pt idx="2566">
                  <c:v>4.4600220000000004</c:v>
                </c:pt>
                <c:pt idx="2567">
                  <c:v>4.4612640000000026</c:v>
                </c:pt>
                <c:pt idx="2568">
                  <c:v>4.4625059999999968</c:v>
                </c:pt>
                <c:pt idx="2569">
                  <c:v>4.4637479999999998</c:v>
                </c:pt>
                <c:pt idx="2570">
                  <c:v>4.4649899999999967</c:v>
                </c:pt>
                <c:pt idx="2571">
                  <c:v>4.4674739999999975</c:v>
                </c:pt>
                <c:pt idx="2572">
                  <c:v>4.4693370000000003</c:v>
                </c:pt>
                <c:pt idx="2573">
                  <c:v>4.4705789999999999</c:v>
                </c:pt>
                <c:pt idx="2574">
                  <c:v>4.4718209999999994</c:v>
                </c:pt>
                <c:pt idx="2575">
                  <c:v>4.4730630000000042</c:v>
                </c:pt>
                <c:pt idx="2576">
                  <c:v>4.4743050000000002</c:v>
                </c:pt>
                <c:pt idx="2577">
                  <c:v>4.4755469999999997</c:v>
                </c:pt>
                <c:pt idx="2578">
                  <c:v>4.4767890000000028</c:v>
                </c:pt>
                <c:pt idx="2579">
                  <c:v>4.4780310000000014</c:v>
                </c:pt>
                <c:pt idx="2580">
                  <c:v>4.4811360000000002</c:v>
                </c:pt>
                <c:pt idx="2581">
                  <c:v>4.4823779999999998</c:v>
                </c:pt>
                <c:pt idx="2582">
                  <c:v>4.4836200000000028</c:v>
                </c:pt>
                <c:pt idx="2583">
                  <c:v>4.4848620000000023</c:v>
                </c:pt>
                <c:pt idx="2584">
                  <c:v>4.4861040000000001</c:v>
                </c:pt>
                <c:pt idx="2585">
                  <c:v>4.4873459999999996</c:v>
                </c:pt>
                <c:pt idx="2586">
                  <c:v>4.488588</c:v>
                </c:pt>
                <c:pt idx="2587">
                  <c:v>4.4910720000000026</c:v>
                </c:pt>
                <c:pt idx="2588">
                  <c:v>4.4923139999999995</c:v>
                </c:pt>
                <c:pt idx="2589">
                  <c:v>4.494176999999997</c:v>
                </c:pt>
                <c:pt idx="2590">
                  <c:v>4.4954190000000001</c:v>
                </c:pt>
                <c:pt idx="2591">
                  <c:v>4.4966610000000031</c:v>
                </c:pt>
                <c:pt idx="2592">
                  <c:v>4.497903</c:v>
                </c:pt>
                <c:pt idx="2593">
                  <c:v>4.4991450000000004</c:v>
                </c:pt>
                <c:pt idx="2594">
                  <c:v>4.5016289999999994</c:v>
                </c:pt>
                <c:pt idx="2595">
                  <c:v>4.5028709999999972</c:v>
                </c:pt>
                <c:pt idx="2596">
                  <c:v>4.5041129999999967</c:v>
                </c:pt>
                <c:pt idx="2597">
                  <c:v>4.5059759999999978</c:v>
                </c:pt>
                <c:pt idx="2598">
                  <c:v>4.5072179999999973</c:v>
                </c:pt>
                <c:pt idx="2599">
                  <c:v>4.5084599999999995</c:v>
                </c:pt>
                <c:pt idx="2600">
                  <c:v>4.5097019999999999</c:v>
                </c:pt>
                <c:pt idx="2601">
                  <c:v>4.5109439999999985</c:v>
                </c:pt>
                <c:pt idx="2602">
                  <c:v>4.5134280000000002</c:v>
                </c:pt>
                <c:pt idx="2603">
                  <c:v>4.5146699999999997</c:v>
                </c:pt>
                <c:pt idx="2604">
                  <c:v>4.5159119999999966</c:v>
                </c:pt>
                <c:pt idx="2605">
                  <c:v>4.5177749999999968</c:v>
                </c:pt>
                <c:pt idx="2606">
                  <c:v>4.5190169999999972</c:v>
                </c:pt>
                <c:pt idx="2607">
                  <c:v>4.5202590000000002</c:v>
                </c:pt>
                <c:pt idx="2608">
                  <c:v>4.5215009999999971</c:v>
                </c:pt>
                <c:pt idx="2609">
                  <c:v>4.5227430000000002</c:v>
                </c:pt>
                <c:pt idx="2610">
                  <c:v>4.5239849999999944</c:v>
                </c:pt>
                <c:pt idx="2611">
                  <c:v>4.5252270000000001</c:v>
                </c:pt>
                <c:pt idx="2612">
                  <c:v>4.5264689999999996</c:v>
                </c:pt>
                <c:pt idx="2613">
                  <c:v>4.5277109999999956</c:v>
                </c:pt>
                <c:pt idx="2614">
                  <c:v>4.5295739999999975</c:v>
                </c:pt>
                <c:pt idx="2615">
                  <c:v>4.5308159999999971</c:v>
                </c:pt>
                <c:pt idx="2616">
                  <c:v>4.5320580000000001</c:v>
                </c:pt>
                <c:pt idx="2617">
                  <c:v>4.5333000000000014</c:v>
                </c:pt>
                <c:pt idx="2618">
                  <c:v>4.5357840000000005</c:v>
                </c:pt>
                <c:pt idx="2619">
                  <c:v>4.537026</c:v>
                </c:pt>
                <c:pt idx="2620">
                  <c:v>4.5382680000000022</c:v>
                </c:pt>
                <c:pt idx="2621">
                  <c:v>4.5395099999999999</c:v>
                </c:pt>
                <c:pt idx="2622">
                  <c:v>4.5407520000000003</c:v>
                </c:pt>
                <c:pt idx="2623">
                  <c:v>4.5426150000000005</c:v>
                </c:pt>
                <c:pt idx="2624">
                  <c:v>4.543857</c:v>
                </c:pt>
                <c:pt idx="2625">
                  <c:v>4.5450989999999996</c:v>
                </c:pt>
                <c:pt idx="2626">
                  <c:v>4.5463410000000026</c:v>
                </c:pt>
                <c:pt idx="2627">
                  <c:v>4.5475829999999977</c:v>
                </c:pt>
                <c:pt idx="2628">
                  <c:v>4.5488249999999972</c:v>
                </c:pt>
                <c:pt idx="2629">
                  <c:v>4.5500670000000003</c:v>
                </c:pt>
                <c:pt idx="2630">
                  <c:v>4.5513089999999998</c:v>
                </c:pt>
                <c:pt idx="2631">
                  <c:v>4.5544139999999969</c:v>
                </c:pt>
                <c:pt idx="2632">
                  <c:v>4.5556559999999973</c:v>
                </c:pt>
                <c:pt idx="2633">
                  <c:v>4.5568980000000003</c:v>
                </c:pt>
                <c:pt idx="2634">
                  <c:v>4.5581399999999972</c:v>
                </c:pt>
                <c:pt idx="2635">
                  <c:v>4.5593819999999985</c:v>
                </c:pt>
                <c:pt idx="2636">
                  <c:v>4.5606239999999998</c:v>
                </c:pt>
                <c:pt idx="2637">
                  <c:v>4.5618660000000002</c:v>
                </c:pt>
                <c:pt idx="2638">
                  <c:v>4.5631079999999971</c:v>
                </c:pt>
                <c:pt idx="2639">
                  <c:v>4.5643499999999975</c:v>
                </c:pt>
                <c:pt idx="2640">
                  <c:v>4.5662129999999985</c:v>
                </c:pt>
                <c:pt idx="2641">
                  <c:v>4.5674549999999945</c:v>
                </c:pt>
                <c:pt idx="2642">
                  <c:v>4.5686970000000002</c:v>
                </c:pt>
                <c:pt idx="2643">
                  <c:v>4.5699389999999971</c:v>
                </c:pt>
                <c:pt idx="2644">
                  <c:v>4.5711810000000002</c:v>
                </c:pt>
                <c:pt idx="2645">
                  <c:v>4.5724230000000023</c:v>
                </c:pt>
                <c:pt idx="2646">
                  <c:v>4.5736650000000028</c:v>
                </c:pt>
                <c:pt idx="2647">
                  <c:v>4.5749069999999969</c:v>
                </c:pt>
                <c:pt idx="2648">
                  <c:v>4.5761490000000027</c:v>
                </c:pt>
                <c:pt idx="2649">
                  <c:v>4.5792540000000024</c:v>
                </c:pt>
                <c:pt idx="2650">
                  <c:v>4.5804960000000001</c:v>
                </c:pt>
                <c:pt idx="2651">
                  <c:v>4.5817379999999996</c:v>
                </c:pt>
                <c:pt idx="2652">
                  <c:v>4.5829799999999974</c:v>
                </c:pt>
                <c:pt idx="2653">
                  <c:v>4.5842219999999996</c:v>
                </c:pt>
                <c:pt idx="2654">
                  <c:v>4.585464</c:v>
                </c:pt>
                <c:pt idx="2655">
                  <c:v>4.5867060000000004</c:v>
                </c:pt>
                <c:pt idx="2656">
                  <c:v>4.5879479999999973</c:v>
                </c:pt>
                <c:pt idx="2657">
                  <c:v>4.5891899999999985</c:v>
                </c:pt>
                <c:pt idx="2658">
                  <c:v>4.5910529999999996</c:v>
                </c:pt>
                <c:pt idx="2659">
                  <c:v>4.592295</c:v>
                </c:pt>
                <c:pt idx="2660">
                  <c:v>4.5935369999999978</c:v>
                </c:pt>
                <c:pt idx="2661">
                  <c:v>4.5947789999999973</c:v>
                </c:pt>
                <c:pt idx="2662">
                  <c:v>4.5960209999999995</c:v>
                </c:pt>
                <c:pt idx="2663">
                  <c:v>4.5972629999999999</c:v>
                </c:pt>
                <c:pt idx="2664">
                  <c:v>4.5985049999999967</c:v>
                </c:pt>
                <c:pt idx="2665">
                  <c:v>4.5997469999999998</c:v>
                </c:pt>
                <c:pt idx="2666">
                  <c:v>4.6009889999999967</c:v>
                </c:pt>
                <c:pt idx="2667">
                  <c:v>4.6028519999999968</c:v>
                </c:pt>
                <c:pt idx="2668">
                  <c:v>4.6040939999999972</c:v>
                </c:pt>
                <c:pt idx="2669">
                  <c:v>4.6053359999999968</c:v>
                </c:pt>
                <c:pt idx="2670">
                  <c:v>4.6065779999999972</c:v>
                </c:pt>
                <c:pt idx="2671">
                  <c:v>4.6078199999999967</c:v>
                </c:pt>
                <c:pt idx="2672">
                  <c:v>4.6090619999999998</c:v>
                </c:pt>
                <c:pt idx="2673">
                  <c:v>4.6103039999999975</c:v>
                </c:pt>
                <c:pt idx="2674">
                  <c:v>4.611545999999997</c:v>
                </c:pt>
                <c:pt idx="2675">
                  <c:v>4.6127879999999957</c:v>
                </c:pt>
                <c:pt idx="2676">
                  <c:v>4.6146509999999967</c:v>
                </c:pt>
                <c:pt idx="2677">
                  <c:v>4.6158929999999971</c:v>
                </c:pt>
                <c:pt idx="2678">
                  <c:v>4.6171349999999931</c:v>
                </c:pt>
                <c:pt idx="2679">
                  <c:v>4.6183769999999971</c:v>
                </c:pt>
                <c:pt idx="2680">
                  <c:v>4.6196190000000001</c:v>
                </c:pt>
                <c:pt idx="2681">
                  <c:v>4.620860999999997</c:v>
                </c:pt>
                <c:pt idx="2682">
                  <c:v>4.6221029999999956</c:v>
                </c:pt>
                <c:pt idx="2683">
                  <c:v>4.6233450000000005</c:v>
                </c:pt>
                <c:pt idx="2684">
                  <c:v>4.6245869999999938</c:v>
                </c:pt>
                <c:pt idx="2685">
                  <c:v>4.6264499999999975</c:v>
                </c:pt>
                <c:pt idx="2686">
                  <c:v>4.627691999999997</c:v>
                </c:pt>
                <c:pt idx="2687">
                  <c:v>4.6289339999999957</c:v>
                </c:pt>
                <c:pt idx="2688">
                  <c:v>4.6301760000000005</c:v>
                </c:pt>
                <c:pt idx="2689">
                  <c:v>4.631418</c:v>
                </c:pt>
                <c:pt idx="2690">
                  <c:v>4.6326599999999996</c:v>
                </c:pt>
                <c:pt idx="2691">
                  <c:v>4.633902</c:v>
                </c:pt>
                <c:pt idx="2692">
                  <c:v>4.6351439999999995</c:v>
                </c:pt>
                <c:pt idx="2693">
                  <c:v>4.6363859999999972</c:v>
                </c:pt>
                <c:pt idx="2694">
                  <c:v>4.6376280000000003</c:v>
                </c:pt>
                <c:pt idx="2695">
                  <c:v>4.6394909999999996</c:v>
                </c:pt>
                <c:pt idx="2696">
                  <c:v>4.640733</c:v>
                </c:pt>
                <c:pt idx="2697">
                  <c:v>4.6419749999999969</c:v>
                </c:pt>
                <c:pt idx="2698">
                  <c:v>4.6432169999999973</c:v>
                </c:pt>
                <c:pt idx="2699">
                  <c:v>4.6444589999999968</c:v>
                </c:pt>
                <c:pt idx="2700">
                  <c:v>4.6457009999999972</c:v>
                </c:pt>
                <c:pt idx="2701">
                  <c:v>4.6469429999999985</c:v>
                </c:pt>
                <c:pt idx="2702">
                  <c:v>4.6481849999999945</c:v>
                </c:pt>
                <c:pt idx="2703">
                  <c:v>4.6494270000000002</c:v>
                </c:pt>
                <c:pt idx="2704">
                  <c:v>4.6512900000000004</c:v>
                </c:pt>
                <c:pt idx="2705">
                  <c:v>4.6525319999999946</c:v>
                </c:pt>
                <c:pt idx="2706">
                  <c:v>4.6537739999999985</c:v>
                </c:pt>
                <c:pt idx="2707">
                  <c:v>4.6550159999999945</c:v>
                </c:pt>
                <c:pt idx="2708">
                  <c:v>4.6562580000000002</c:v>
                </c:pt>
                <c:pt idx="2709">
                  <c:v>4.6574999999999971</c:v>
                </c:pt>
                <c:pt idx="2710">
                  <c:v>4.6587420000000002</c:v>
                </c:pt>
                <c:pt idx="2711">
                  <c:v>4.659983999999997</c:v>
                </c:pt>
                <c:pt idx="2712">
                  <c:v>4.6612260000000001</c:v>
                </c:pt>
                <c:pt idx="2713">
                  <c:v>4.6630889999999967</c:v>
                </c:pt>
                <c:pt idx="2714">
                  <c:v>4.6643309999999945</c:v>
                </c:pt>
                <c:pt idx="2715">
                  <c:v>4.6655729999999966</c:v>
                </c:pt>
                <c:pt idx="2716">
                  <c:v>4.6668149999999944</c:v>
                </c:pt>
                <c:pt idx="2717">
                  <c:v>4.6668149999999944</c:v>
                </c:pt>
                <c:pt idx="2718">
                  <c:v>4.6680569999999966</c:v>
                </c:pt>
                <c:pt idx="2719">
                  <c:v>4.6692989999999996</c:v>
                </c:pt>
                <c:pt idx="2720">
                  <c:v>4.6705410000000001</c:v>
                </c:pt>
                <c:pt idx="2721">
                  <c:v>4.6717829999999996</c:v>
                </c:pt>
                <c:pt idx="2722">
                  <c:v>4.673025</c:v>
                </c:pt>
                <c:pt idx="2723">
                  <c:v>4.6742670000000004</c:v>
                </c:pt>
                <c:pt idx="2724">
                  <c:v>4.6761300000000006</c:v>
                </c:pt>
                <c:pt idx="2725">
                  <c:v>4.6773720000000001</c:v>
                </c:pt>
                <c:pt idx="2726">
                  <c:v>4.6786139999999996</c:v>
                </c:pt>
                <c:pt idx="2727">
                  <c:v>4.679856</c:v>
                </c:pt>
                <c:pt idx="2728">
                  <c:v>4.6810980000000004</c:v>
                </c:pt>
                <c:pt idx="2729">
                  <c:v>4.6823399999999973</c:v>
                </c:pt>
                <c:pt idx="2730">
                  <c:v>4.6835819999999968</c:v>
                </c:pt>
                <c:pt idx="2731">
                  <c:v>4.6848239999999972</c:v>
                </c:pt>
                <c:pt idx="2732">
                  <c:v>4.6860660000000003</c:v>
                </c:pt>
                <c:pt idx="2733">
                  <c:v>4.6879290000000005</c:v>
                </c:pt>
                <c:pt idx="2734">
                  <c:v>4.689171</c:v>
                </c:pt>
                <c:pt idx="2735">
                  <c:v>4.6904129999999968</c:v>
                </c:pt>
                <c:pt idx="2736">
                  <c:v>4.6916549999999972</c:v>
                </c:pt>
                <c:pt idx="2737">
                  <c:v>4.6916549999999972</c:v>
                </c:pt>
                <c:pt idx="2738">
                  <c:v>4.6928969999999968</c:v>
                </c:pt>
                <c:pt idx="2739">
                  <c:v>4.6941389999999945</c:v>
                </c:pt>
                <c:pt idx="2740">
                  <c:v>4.6953809999999967</c:v>
                </c:pt>
                <c:pt idx="2741">
                  <c:v>4.6966229999999998</c:v>
                </c:pt>
                <c:pt idx="2742">
                  <c:v>4.6978649999999966</c:v>
                </c:pt>
                <c:pt idx="2743">
                  <c:v>4.6997279999999995</c:v>
                </c:pt>
                <c:pt idx="2744">
                  <c:v>4.7009699999999999</c:v>
                </c:pt>
                <c:pt idx="2745">
                  <c:v>4.7022120000000003</c:v>
                </c:pt>
                <c:pt idx="2746">
                  <c:v>4.7034539999999998</c:v>
                </c:pt>
                <c:pt idx="2747">
                  <c:v>4.7046959999999975</c:v>
                </c:pt>
                <c:pt idx="2748">
                  <c:v>4.7059379999999971</c:v>
                </c:pt>
                <c:pt idx="2749">
                  <c:v>4.7071799999999975</c:v>
                </c:pt>
                <c:pt idx="2750">
                  <c:v>4.7084219999999997</c:v>
                </c:pt>
                <c:pt idx="2751">
                  <c:v>4.7096640000000027</c:v>
                </c:pt>
                <c:pt idx="2752">
                  <c:v>4.7115270000000002</c:v>
                </c:pt>
                <c:pt idx="2753">
                  <c:v>4.7127690000000024</c:v>
                </c:pt>
                <c:pt idx="2754">
                  <c:v>4.7140109999999966</c:v>
                </c:pt>
                <c:pt idx="2755">
                  <c:v>4.7152529999999997</c:v>
                </c:pt>
                <c:pt idx="2756">
                  <c:v>4.7164950000000001</c:v>
                </c:pt>
                <c:pt idx="2757">
                  <c:v>4.7177370000000005</c:v>
                </c:pt>
                <c:pt idx="2758">
                  <c:v>4.718979</c:v>
                </c:pt>
                <c:pt idx="2759">
                  <c:v>4.7202209999999996</c:v>
                </c:pt>
                <c:pt idx="2760">
                  <c:v>4.7214630000000026</c:v>
                </c:pt>
                <c:pt idx="2761">
                  <c:v>4.7227049999999977</c:v>
                </c:pt>
                <c:pt idx="2762">
                  <c:v>4.724567999999997</c:v>
                </c:pt>
                <c:pt idx="2763">
                  <c:v>4.7258099999999974</c:v>
                </c:pt>
                <c:pt idx="2764">
                  <c:v>4.7270520000000005</c:v>
                </c:pt>
                <c:pt idx="2765">
                  <c:v>4.728294</c:v>
                </c:pt>
                <c:pt idx="2766">
                  <c:v>4.7295359999999969</c:v>
                </c:pt>
                <c:pt idx="2767">
                  <c:v>4.7307779999999999</c:v>
                </c:pt>
                <c:pt idx="2768">
                  <c:v>4.7320200000000003</c:v>
                </c:pt>
                <c:pt idx="2769">
                  <c:v>4.7332620000000043</c:v>
                </c:pt>
                <c:pt idx="2770">
                  <c:v>4.7345039999999985</c:v>
                </c:pt>
                <c:pt idx="2771">
                  <c:v>4.7363670000000022</c:v>
                </c:pt>
                <c:pt idx="2772">
                  <c:v>4.7376090000000026</c:v>
                </c:pt>
                <c:pt idx="2773">
                  <c:v>4.7388510000000004</c:v>
                </c:pt>
                <c:pt idx="2774">
                  <c:v>4.7400929999999999</c:v>
                </c:pt>
                <c:pt idx="2775">
                  <c:v>4.7400929999999999</c:v>
                </c:pt>
                <c:pt idx="2776">
                  <c:v>4.7413349999999985</c:v>
                </c:pt>
                <c:pt idx="2777">
                  <c:v>4.7425769999999972</c:v>
                </c:pt>
                <c:pt idx="2778">
                  <c:v>4.7438190000000002</c:v>
                </c:pt>
                <c:pt idx="2779">
                  <c:v>4.7450609999999998</c:v>
                </c:pt>
                <c:pt idx="2780">
                  <c:v>4.7463030000000028</c:v>
                </c:pt>
                <c:pt idx="2781">
                  <c:v>4.7481660000000003</c:v>
                </c:pt>
                <c:pt idx="2782">
                  <c:v>4.7494079999999999</c:v>
                </c:pt>
                <c:pt idx="2783">
                  <c:v>4.7506500000000003</c:v>
                </c:pt>
                <c:pt idx="2784">
                  <c:v>4.7518919999999998</c:v>
                </c:pt>
                <c:pt idx="2785">
                  <c:v>4.7531339999999975</c:v>
                </c:pt>
                <c:pt idx="2786">
                  <c:v>4.754375999999997</c:v>
                </c:pt>
                <c:pt idx="2787">
                  <c:v>4.7556180000000001</c:v>
                </c:pt>
                <c:pt idx="2788">
                  <c:v>4.7568599999999996</c:v>
                </c:pt>
                <c:pt idx="2789">
                  <c:v>4.7581020000000001</c:v>
                </c:pt>
                <c:pt idx="2790">
                  <c:v>4.7599650000000002</c:v>
                </c:pt>
                <c:pt idx="2791">
                  <c:v>4.7612069999999997</c:v>
                </c:pt>
                <c:pt idx="2792">
                  <c:v>4.7624490000000002</c:v>
                </c:pt>
                <c:pt idx="2793">
                  <c:v>4.7636910000000023</c:v>
                </c:pt>
                <c:pt idx="2794">
                  <c:v>4.7649329999999956</c:v>
                </c:pt>
                <c:pt idx="2795">
                  <c:v>4.7661749999999969</c:v>
                </c:pt>
                <c:pt idx="2796">
                  <c:v>4.7674169999999956</c:v>
                </c:pt>
                <c:pt idx="2797">
                  <c:v>4.7686590000000004</c:v>
                </c:pt>
                <c:pt idx="2798">
                  <c:v>4.7699009999999973</c:v>
                </c:pt>
                <c:pt idx="2799">
                  <c:v>4.7711430000000021</c:v>
                </c:pt>
                <c:pt idx="2800">
                  <c:v>4.7730059999999996</c:v>
                </c:pt>
                <c:pt idx="2801">
                  <c:v>4.7742480000000027</c:v>
                </c:pt>
                <c:pt idx="2802">
                  <c:v>4.7754900000000013</c:v>
                </c:pt>
                <c:pt idx="2803">
                  <c:v>4.7767320000000026</c:v>
                </c:pt>
                <c:pt idx="2804">
                  <c:v>4.7779739999999995</c:v>
                </c:pt>
                <c:pt idx="2805">
                  <c:v>4.7792159999999999</c:v>
                </c:pt>
                <c:pt idx="2806">
                  <c:v>4.7804580000000003</c:v>
                </c:pt>
                <c:pt idx="2807">
                  <c:v>4.7817000000000025</c:v>
                </c:pt>
                <c:pt idx="2808">
                  <c:v>4.7829420000000002</c:v>
                </c:pt>
                <c:pt idx="2809">
                  <c:v>4.7848049999999978</c:v>
                </c:pt>
                <c:pt idx="2810">
                  <c:v>4.7860469999999999</c:v>
                </c:pt>
                <c:pt idx="2811">
                  <c:v>4.7872889999999995</c:v>
                </c:pt>
                <c:pt idx="2812">
                  <c:v>4.7885309999999972</c:v>
                </c:pt>
                <c:pt idx="2813">
                  <c:v>4.7897730000000029</c:v>
                </c:pt>
                <c:pt idx="2814">
                  <c:v>4.7910149999999971</c:v>
                </c:pt>
                <c:pt idx="2815">
                  <c:v>4.7922569999999975</c:v>
                </c:pt>
                <c:pt idx="2816">
                  <c:v>4.7934989999999997</c:v>
                </c:pt>
                <c:pt idx="2817">
                  <c:v>4.7947410000000001</c:v>
                </c:pt>
                <c:pt idx="2818">
                  <c:v>4.7966040000000003</c:v>
                </c:pt>
                <c:pt idx="2819">
                  <c:v>4.7978459999999972</c:v>
                </c:pt>
                <c:pt idx="2820">
                  <c:v>4.7990880000000002</c:v>
                </c:pt>
                <c:pt idx="2821">
                  <c:v>4.8003300000000007</c:v>
                </c:pt>
                <c:pt idx="2822">
                  <c:v>4.8015720000000002</c:v>
                </c:pt>
                <c:pt idx="2823">
                  <c:v>4.802813999999997</c:v>
                </c:pt>
                <c:pt idx="2824">
                  <c:v>4.8040559999999957</c:v>
                </c:pt>
                <c:pt idx="2825">
                  <c:v>4.8040559999999957</c:v>
                </c:pt>
                <c:pt idx="2826">
                  <c:v>4.8052980000000014</c:v>
                </c:pt>
                <c:pt idx="2827">
                  <c:v>4.80654</c:v>
                </c:pt>
                <c:pt idx="2828">
                  <c:v>4.8077819999999969</c:v>
                </c:pt>
                <c:pt idx="2829">
                  <c:v>4.8096449999999997</c:v>
                </c:pt>
                <c:pt idx="2830">
                  <c:v>4.8108869999999966</c:v>
                </c:pt>
                <c:pt idx="2831">
                  <c:v>4.8133710000000001</c:v>
                </c:pt>
                <c:pt idx="2832">
                  <c:v>4.8146130000000005</c:v>
                </c:pt>
                <c:pt idx="2833">
                  <c:v>4.8158549999999956</c:v>
                </c:pt>
                <c:pt idx="2834">
                  <c:v>4.8170969999999969</c:v>
                </c:pt>
                <c:pt idx="2835">
                  <c:v>4.8183389999999973</c:v>
                </c:pt>
                <c:pt idx="2836">
                  <c:v>4.8195809999999968</c:v>
                </c:pt>
                <c:pt idx="2837">
                  <c:v>4.8214440000000005</c:v>
                </c:pt>
                <c:pt idx="2838">
                  <c:v>4.8226859999999956</c:v>
                </c:pt>
                <c:pt idx="2839">
                  <c:v>4.8239279999999969</c:v>
                </c:pt>
                <c:pt idx="2840">
                  <c:v>4.8251699999999973</c:v>
                </c:pt>
                <c:pt idx="2841">
                  <c:v>4.8264119999999977</c:v>
                </c:pt>
                <c:pt idx="2842">
                  <c:v>4.8276539999999972</c:v>
                </c:pt>
                <c:pt idx="2843">
                  <c:v>4.8288959999999959</c:v>
                </c:pt>
                <c:pt idx="2844">
                  <c:v>4.8313800000000002</c:v>
                </c:pt>
                <c:pt idx="2845">
                  <c:v>4.8332430000000031</c:v>
                </c:pt>
                <c:pt idx="2846">
                  <c:v>4.8344849999999946</c:v>
                </c:pt>
                <c:pt idx="2847">
                  <c:v>4.8357270000000003</c:v>
                </c:pt>
                <c:pt idx="2848">
                  <c:v>4.8369689999999999</c:v>
                </c:pt>
                <c:pt idx="2849">
                  <c:v>4.8382110000000003</c:v>
                </c:pt>
                <c:pt idx="2850">
                  <c:v>4.8394529999999998</c:v>
                </c:pt>
                <c:pt idx="2851">
                  <c:v>4.8406950000000002</c:v>
                </c:pt>
                <c:pt idx="2852">
                  <c:v>4.841936999999997</c:v>
                </c:pt>
                <c:pt idx="2853">
                  <c:v>4.8431790000000001</c:v>
                </c:pt>
                <c:pt idx="2854">
                  <c:v>4.8450419999999985</c:v>
                </c:pt>
                <c:pt idx="2855">
                  <c:v>4.8462839999999998</c:v>
                </c:pt>
                <c:pt idx="2856">
                  <c:v>4.8475259999999967</c:v>
                </c:pt>
                <c:pt idx="2857">
                  <c:v>4.8487679999999997</c:v>
                </c:pt>
                <c:pt idx="2858">
                  <c:v>4.8500099999999975</c:v>
                </c:pt>
                <c:pt idx="2859">
                  <c:v>4.8512520000000023</c:v>
                </c:pt>
                <c:pt idx="2860">
                  <c:v>4.8524939999999974</c:v>
                </c:pt>
                <c:pt idx="2861">
                  <c:v>4.8537359999999969</c:v>
                </c:pt>
                <c:pt idx="2862">
                  <c:v>4.8549779999999956</c:v>
                </c:pt>
                <c:pt idx="2863">
                  <c:v>4.8562200000000004</c:v>
                </c:pt>
                <c:pt idx="2864">
                  <c:v>4.8580830000000006</c:v>
                </c:pt>
                <c:pt idx="2865">
                  <c:v>4.860566999999997</c:v>
                </c:pt>
                <c:pt idx="2866">
                  <c:v>4.861809</c:v>
                </c:pt>
                <c:pt idx="2867">
                  <c:v>4.8630510000000005</c:v>
                </c:pt>
                <c:pt idx="2868">
                  <c:v>4.864293</c:v>
                </c:pt>
                <c:pt idx="2869">
                  <c:v>4.8655349999999951</c:v>
                </c:pt>
                <c:pt idx="2870">
                  <c:v>4.8667769999999972</c:v>
                </c:pt>
                <c:pt idx="2871">
                  <c:v>4.8680189999999968</c:v>
                </c:pt>
                <c:pt idx="2872">
                  <c:v>4.8698819999999969</c:v>
                </c:pt>
                <c:pt idx="2873">
                  <c:v>4.871124</c:v>
                </c:pt>
                <c:pt idx="2874">
                  <c:v>4.8723660000000004</c:v>
                </c:pt>
                <c:pt idx="2875">
                  <c:v>4.8736079999999999</c:v>
                </c:pt>
                <c:pt idx="2876">
                  <c:v>4.8748499999999995</c:v>
                </c:pt>
                <c:pt idx="2877">
                  <c:v>4.8760919999999999</c:v>
                </c:pt>
                <c:pt idx="2878">
                  <c:v>4.8773339999999985</c:v>
                </c:pt>
                <c:pt idx="2879">
                  <c:v>4.8785759999999971</c:v>
                </c:pt>
                <c:pt idx="2880">
                  <c:v>4.8798179999999975</c:v>
                </c:pt>
                <c:pt idx="2881">
                  <c:v>4.8829229999999972</c:v>
                </c:pt>
                <c:pt idx="2882">
                  <c:v>4.8841649999999968</c:v>
                </c:pt>
                <c:pt idx="2883">
                  <c:v>4.8854069999999972</c:v>
                </c:pt>
                <c:pt idx="2884">
                  <c:v>4.8866490000000029</c:v>
                </c:pt>
                <c:pt idx="2885">
                  <c:v>4.8878910000000007</c:v>
                </c:pt>
                <c:pt idx="2886">
                  <c:v>4.8891330000000002</c:v>
                </c:pt>
                <c:pt idx="2887">
                  <c:v>4.890374999999997</c:v>
                </c:pt>
                <c:pt idx="2888">
                  <c:v>4.8916170000000001</c:v>
                </c:pt>
                <c:pt idx="2889">
                  <c:v>4.8934799999999985</c:v>
                </c:pt>
                <c:pt idx="2890">
                  <c:v>4.8947219999999971</c:v>
                </c:pt>
                <c:pt idx="2891">
                  <c:v>4.8959639999999975</c:v>
                </c:pt>
                <c:pt idx="2892">
                  <c:v>4.8972059999999971</c:v>
                </c:pt>
                <c:pt idx="2893">
                  <c:v>4.8984480000000001</c:v>
                </c:pt>
                <c:pt idx="2894">
                  <c:v>4.9009320000000001</c:v>
                </c:pt>
                <c:pt idx="2895">
                  <c:v>4.9021740000000005</c:v>
                </c:pt>
                <c:pt idx="2896">
                  <c:v>4.903416</c:v>
                </c:pt>
                <c:pt idx="2897">
                  <c:v>4.9046579999999995</c:v>
                </c:pt>
                <c:pt idx="2898">
                  <c:v>4.9065209999999997</c:v>
                </c:pt>
                <c:pt idx="2899">
                  <c:v>4.9077630000000028</c:v>
                </c:pt>
                <c:pt idx="2900">
                  <c:v>4.9090050000000014</c:v>
                </c:pt>
                <c:pt idx="2901">
                  <c:v>4.9114889999999995</c:v>
                </c:pt>
                <c:pt idx="2902">
                  <c:v>4.912731</c:v>
                </c:pt>
                <c:pt idx="2903">
                  <c:v>4.9139730000000004</c:v>
                </c:pt>
                <c:pt idx="2904">
                  <c:v>4.9152149999999972</c:v>
                </c:pt>
                <c:pt idx="2905">
                  <c:v>4.9164570000000003</c:v>
                </c:pt>
                <c:pt idx="2906">
                  <c:v>4.9183199999999996</c:v>
                </c:pt>
                <c:pt idx="2907">
                  <c:v>4.9195620000000027</c:v>
                </c:pt>
                <c:pt idx="2908">
                  <c:v>4.9220459999999973</c:v>
                </c:pt>
                <c:pt idx="2909">
                  <c:v>4.9232880000000003</c:v>
                </c:pt>
                <c:pt idx="2910">
                  <c:v>4.9245299999999972</c:v>
                </c:pt>
                <c:pt idx="2911">
                  <c:v>4.9257720000000003</c:v>
                </c:pt>
                <c:pt idx="2912">
                  <c:v>4.9270139999999971</c:v>
                </c:pt>
                <c:pt idx="2913">
                  <c:v>4.9282560000000002</c:v>
                </c:pt>
                <c:pt idx="2914">
                  <c:v>4.9301190000000004</c:v>
                </c:pt>
                <c:pt idx="2915">
                  <c:v>4.9326029999999994</c:v>
                </c:pt>
                <c:pt idx="2916">
                  <c:v>4.9338449999999998</c:v>
                </c:pt>
                <c:pt idx="2917">
                  <c:v>4.9350870000000002</c:v>
                </c:pt>
                <c:pt idx="2918">
                  <c:v>4.9363290000000033</c:v>
                </c:pt>
                <c:pt idx="2919">
                  <c:v>4.9375710000000002</c:v>
                </c:pt>
                <c:pt idx="2920">
                  <c:v>4.9388130000000023</c:v>
                </c:pt>
                <c:pt idx="2921">
                  <c:v>4.9400550000000001</c:v>
                </c:pt>
                <c:pt idx="2922">
                  <c:v>4.9419180000000003</c:v>
                </c:pt>
                <c:pt idx="2923">
                  <c:v>4.9444020000000002</c:v>
                </c:pt>
                <c:pt idx="2924">
                  <c:v>4.9456440000000024</c:v>
                </c:pt>
                <c:pt idx="2925">
                  <c:v>4.9468860000000001</c:v>
                </c:pt>
                <c:pt idx="2926">
                  <c:v>4.9481279999999996</c:v>
                </c:pt>
                <c:pt idx="2927">
                  <c:v>4.9493700000000027</c:v>
                </c:pt>
                <c:pt idx="2928">
                  <c:v>4.9506120000000013</c:v>
                </c:pt>
                <c:pt idx="2929">
                  <c:v>4.951854</c:v>
                </c:pt>
                <c:pt idx="2930">
                  <c:v>4.954958999999997</c:v>
                </c:pt>
                <c:pt idx="2931">
                  <c:v>4.9562010000000027</c:v>
                </c:pt>
                <c:pt idx="2932">
                  <c:v>4.9574429999999996</c:v>
                </c:pt>
                <c:pt idx="2933">
                  <c:v>4.958685</c:v>
                </c:pt>
                <c:pt idx="2934">
                  <c:v>4.9599270000000004</c:v>
                </c:pt>
                <c:pt idx="2935">
                  <c:v>4.9624109999999968</c:v>
                </c:pt>
                <c:pt idx="2936">
                  <c:v>4.9636529999999999</c:v>
                </c:pt>
                <c:pt idx="2937">
                  <c:v>4.9648949999999967</c:v>
                </c:pt>
                <c:pt idx="2938">
                  <c:v>4.9667580000000013</c:v>
                </c:pt>
                <c:pt idx="2939">
                  <c:v>4.969242000000003</c:v>
                </c:pt>
                <c:pt idx="2940">
                  <c:v>4.9704839999999999</c:v>
                </c:pt>
                <c:pt idx="2941">
                  <c:v>4.971726000000003</c:v>
                </c:pt>
                <c:pt idx="2942">
                  <c:v>4.9729679999999998</c:v>
                </c:pt>
                <c:pt idx="2943">
                  <c:v>4.9754520000000024</c:v>
                </c:pt>
                <c:pt idx="2944">
                  <c:v>4.9766940000000019</c:v>
                </c:pt>
                <c:pt idx="2945">
                  <c:v>4.9785569999999995</c:v>
                </c:pt>
                <c:pt idx="2946">
                  <c:v>4.9797990000000043</c:v>
                </c:pt>
                <c:pt idx="2947">
                  <c:v>4.9822829999999998</c:v>
                </c:pt>
                <c:pt idx="2948">
                  <c:v>4.9835250000000002</c:v>
                </c:pt>
                <c:pt idx="2949">
                  <c:v>4.9847669999999997</c:v>
                </c:pt>
                <c:pt idx="2950">
                  <c:v>4.9860090000000028</c:v>
                </c:pt>
                <c:pt idx="2951">
                  <c:v>4.9884930000000027</c:v>
                </c:pt>
                <c:pt idx="2952">
                  <c:v>4.9897350000000014</c:v>
                </c:pt>
                <c:pt idx="2953">
                  <c:v>4.9915979999999998</c:v>
                </c:pt>
                <c:pt idx="2954">
                  <c:v>4.9928399999999975</c:v>
                </c:pt>
                <c:pt idx="2955">
                  <c:v>4.994081999999997</c:v>
                </c:pt>
                <c:pt idx="2956">
                  <c:v>4.9965659999999996</c:v>
                </c:pt>
                <c:pt idx="2957">
                  <c:v>4.997808</c:v>
                </c:pt>
                <c:pt idx="2958">
                  <c:v>4.9990500000000004</c:v>
                </c:pt>
                <c:pt idx="2959">
                  <c:v>5.0002920000000026</c:v>
                </c:pt>
                <c:pt idx="2960">
                  <c:v>5.0015339999999995</c:v>
                </c:pt>
                <c:pt idx="2961">
                  <c:v>5.0046389999999965</c:v>
                </c:pt>
                <c:pt idx="2962">
                  <c:v>5.0058809999999969</c:v>
                </c:pt>
                <c:pt idx="2963">
                  <c:v>5.007123</c:v>
                </c:pt>
                <c:pt idx="2964">
                  <c:v>5.0083649999999995</c:v>
                </c:pt>
                <c:pt idx="2965">
                  <c:v>5.0096069999999999</c:v>
                </c:pt>
                <c:pt idx="2966">
                  <c:v>5.0120909999999972</c:v>
                </c:pt>
                <c:pt idx="2967">
                  <c:v>5.0133330000000003</c:v>
                </c:pt>
                <c:pt idx="2968">
                  <c:v>5.0151959999999978</c:v>
                </c:pt>
                <c:pt idx="2969">
                  <c:v>5.016438</c:v>
                </c:pt>
                <c:pt idx="2970">
                  <c:v>5.0176799999999995</c:v>
                </c:pt>
                <c:pt idx="2971">
                  <c:v>5.0201639999999985</c:v>
                </c:pt>
                <c:pt idx="2972">
                  <c:v>5.0214059999999971</c:v>
                </c:pt>
                <c:pt idx="2973">
                  <c:v>5.0226479999999976</c:v>
                </c:pt>
                <c:pt idx="2974">
                  <c:v>5.0238899999999971</c:v>
                </c:pt>
                <c:pt idx="2975">
                  <c:v>5.0251319999999966</c:v>
                </c:pt>
                <c:pt idx="2976">
                  <c:v>5.0269949999999968</c:v>
                </c:pt>
                <c:pt idx="2977">
                  <c:v>5.0282369999999972</c:v>
                </c:pt>
                <c:pt idx="2978">
                  <c:v>5.0307210000000024</c:v>
                </c:pt>
                <c:pt idx="2979">
                  <c:v>5.0319630000000029</c:v>
                </c:pt>
                <c:pt idx="2980">
                  <c:v>5.0332050000000024</c:v>
                </c:pt>
                <c:pt idx="2981">
                  <c:v>5.0344469999999975</c:v>
                </c:pt>
                <c:pt idx="2982">
                  <c:v>5.0356889999999996</c:v>
                </c:pt>
                <c:pt idx="2983">
                  <c:v>5.036931</c:v>
                </c:pt>
                <c:pt idx="2984">
                  <c:v>5.0400359999999971</c:v>
                </c:pt>
                <c:pt idx="2985">
                  <c:v>5.0412780000000028</c:v>
                </c:pt>
                <c:pt idx="2986">
                  <c:v>5.042519999999997</c:v>
                </c:pt>
                <c:pt idx="2987">
                  <c:v>5.0437620000000027</c:v>
                </c:pt>
                <c:pt idx="2988">
                  <c:v>5.0462460000000027</c:v>
                </c:pt>
                <c:pt idx="2989">
                  <c:v>5.0474879999999978</c:v>
                </c:pt>
                <c:pt idx="2990">
                  <c:v>5.0487300000000008</c:v>
                </c:pt>
                <c:pt idx="2991">
                  <c:v>5.0499719999999995</c:v>
                </c:pt>
                <c:pt idx="2992">
                  <c:v>5.051834999999997</c:v>
                </c:pt>
                <c:pt idx="2993">
                  <c:v>5.0543189999999969</c:v>
                </c:pt>
                <c:pt idx="2994">
                  <c:v>5.055561</c:v>
                </c:pt>
                <c:pt idx="2995">
                  <c:v>5.0568030000000004</c:v>
                </c:pt>
                <c:pt idx="2996">
                  <c:v>5.0580449999999972</c:v>
                </c:pt>
                <c:pt idx="2997">
                  <c:v>5.0592870000000003</c:v>
                </c:pt>
                <c:pt idx="2998">
                  <c:v>5.0605289999999972</c:v>
                </c:pt>
                <c:pt idx="2999">
                  <c:v>5.0636339999999995</c:v>
                </c:pt>
                <c:pt idx="3000">
                  <c:v>5.0648759999999946</c:v>
                </c:pt>
                <c:pt idx="3001">
                  <c:v>5.0661179999999968</c:v>
                </c:pt>
                <c:pt idx="3002">
                  <c:v>5.0673599999999972</c:v>
                </c:pt>
                <c:pt idx="3003">
                  <c:v>5.0686020000000003</c:v>
                </c:pt>
                <c:pt idx="3004">
                  <c:v>5.0698439999999998</c:v>
                </c:pt>
                <c:pt idx="3005">
                  <c:v>5.0723279999999997</c:v>
                </c:pt>
                <c:pt idx="3006">
                  <c:v>5.0735700000000001</c:v>
                </c:pt>
                <c:pt idx="3007">
                  <c:v>5.0754330000000003</c:v>
                </c:pt>
                <c:pt idx="3008">
                  <c:v>5.0766750000000034</c:v>
                </c:pt>
                <c:pt idx="3009">
                  <c:v>5.0779169999999958</c:v>
                </c:pt>
                <c:pt idx="3010">
                  <c:v>5.0791589999999998</c:v>
                </c:pt>
                <c:pt idx="3011">
                  <c:v>5.0804009999999975</c:v>
                </c:pt>
                <c:pt idx="3012">
                  <c:v>5.0828849999999957</c:v>
                </c:pt>
                <c:pt idx="3013">
                  <c:v>5.084126999999997</c:v>
                </c:pt>
                <c:pt idx="3014">
                  <c:v>5.0853690000000027</c:v>
                </c:pt>
                <c:pt idx="3015">
                  <c:v>5.0866110000000004</c:v>
                </c:pt>
                <c:pt idx="3016">
                  <c:v>5.0884740000000006</c:v>
                </c:pt>
                <c:pt idx="3017">
                  <c:v>5.0897160000000001</c:v>
                </c:pt>
                <c:pt idx="3018">
                  <c:v>5.0909580000000005</c:v>
                </c:pt>
                <c:pt idx="3019">
                  <c:v>5.0934419999999996</c:v>
                </c:pt>
                <c:pt idx="3020">
                  <c:v>5.0946839999999973</c:v>
                </c:pt>
                <c:pt idx="3021">
                  <c:v>5.0959259999999968</c:v>
                </c:pt>
                <c:pt idx="3022">
                  <c:v>5.0971679999999973</c:v>
                </c:pt>
                <c:pt idx="3023">
                  <c:v>5.0984099999999986</c:v>
                </c:pt>
                <c:pt idx="3024">
                  <c:v>5.1002729999999996</c:v>
                </c:pt>
                <c:pt idx="3025">
                  <c:v>5.1027569999999978</c:v>
                </c:pt>
                <c:pt idx="3026">
                  <c:v>5.103999</c:v>
                </c:pt>
                <c:pt idx="3027">
                  <c:v>5.1052410000000004</c:v>
                </c:pt>
                <c:pt idx="3028">
                  <c:v>5.1064830000000008</c:v>
                </c:pt>
                <c:pt idx="3029">
                  <c:v>5.1089669999999971</c:v>
                </c:pt>
                <c:pt idx="3030">
                  <c:v>5.1102089999999976</c:v>
                </c:pt>
                <c:pt idx="3031">
                  <c:v>5.1120719999999968</c:v>
                </c:pt>
                <c:pt idx="3032">
                  <c:v>5.1133139999999973</c:v>
                </c:pt>
                <c:pt idx="3033">
                  <c:v>5.114555999999995</c:v>
                </c:pt>
                <c:pt idx="3034">
                  <c:v>5.1157979999999972</c:v>
                </c:pt>
                <c:pt idx="3035">
                  <c:v>5.1182820000000007</c:v>
                </c:pt>
                <c:pt idx="3036">
                  <c:v>5.1195239999999975</c:v>
                </c:pt>
                <c:pt idx="3037">
                  <c:v>5.1207660000000006</c:v>
                </c:pt>
                <c:pt idx="3038">
                  <c:v>5.1220079999999957</c:v>
                </c:pt>
                <c:pt idx="3039">
                  <c:v>5.1238709999999958</c:v>
                </c:pt>
                <c:pt idx="3040">
                  <c:v>5.1251129999999945</c:v>
                </c:pt>
                <c:pt idx="3041">
                  <c:v>5.1263549999999967</c:v>
                </c:pt>
                <c:pt idx="3042">
                  <c:v>5.1288389999999966</c:v>
                </c:pt>
                <c:pt idx="3043">
                  <c:v>5.130080999999997</c:v>
                </c:pt>
                <c:pt idx="3044">
                  <c:v>5.1313230000000027</c:v>
                </c:pt>
                <c:pt idx="3045">
                  <c:v>5.1325650000000005</c:v>
                </c:pt>
                <c:pt idx="3046">
                  <c:v>5.133807</c:v>
                </c:pt>
                <c:pt idx="3047">
                  <c:v>5.1350490000000004</c:v>
                </c:pt>
                <c:pt idx="3048">
                  <c:v>5.136911999999997</c:v>
                </c:pt>
                <c:pt idx="3049">
                  <c:v>5.1381539999999966</c:v>
                </c:pt>
                <c:pt idx="3050">
                  <c:v>5.1393959999999996</c:v>
                </c:pt>
                <c:pt idx="3051">
                  <c:v>5.140638</c:v>
                </c:pt>
                <c:pt idx="3052">
                  <c:v>5.1418799999999996</c:v>
                </c:pt>
                <c:pt idx="3053">
                  <c:v>5.1443639999999995</c:v>
                </c:pt>
                <c:pt idx="3054">
                  <c:v>5.1456059999999972</c:v>
                </c:pt>
                <c:pt idx="3055">
                  <c:v>5.1468480000000003</c:v>
                </c:pt>
                <c:pt idx="3056">
                  <c:v>5.1487110000000005</c:v>
                </c:pt>
                <c:pt idx="3057">
                  <c:v>5.1499529999999965</c:v>
                </c:pt>
                <c:pt idx="3058">
                  <c:v>5.1511949999999969</c:v>
                </c:pt>
                <c:pt idx="3059">
                  <c:v>5.1536789999999995</c:v>
                </c:pt>
                <c:pt idx="3060">
                  <c:v>5.1549209999999945</c:v>
                </c:pt>
                <c:pt idx="3061">
                  <c:v>5.1561630000000003</c:v>
                </c:pt>
                <c:pt idx="3062">
                  <c:v>5.1574049999999945</c:v>
                </c:pt>
                <c:pt idx="3063">
                  <c:v>5.1586470000000002</c:v>
                </c:pt>
                <c:pt idx="3064">
                  <c:v>5.1605099999999968</c:v>
                </c:pt>
                <c:pt idx="3065">
                  <c:v>5.1617519999999972</c:v>
                </c:pt>
                <c:pt idx="3066">
                  <c:v>5.1642359999999963</c:v>
                </c:pt>
                <c:pt idx="3067">
                  <c:v>5.1654779999999958</c:v>
                </c:pt>
                <c:pt idx="3068">
                  <c:v>5.1667199999999971</c:v>
                </c:pt>
                <c:pt idx="3069">
                  <c:v>5.1679619999999957</c:v>
                </c:pt>
                <c:pt idx="3070">
                  <c:v>5.1692039999999997</c:v>
                </c:pt>
                <c:pt idx="3071">
                  <c:v>5.1723090000000003</c:v>
                </c:pt>
                <c:pt idx="3072">
                  <c:v>5.1735509999999971</c:v>
                </c:pt>
                <c:pt idx="3073">
                  <c:v>5.1747930000000002</c:v>
                </c:pt>
                <c:pt idx="3074">
                  <c:v>5.1772770000000001</c:v>
                </c:pt>
                <c:pt idx="3075">
                  <c:v>5.1785190000000005</c:v>
                </c:pt>
                <c:pt idx="3076">
                  <c:v>5.1810029999999996</c:v>
                </c:pt>
                <c:pt idx="3077">
                  <c:v>5.182245</c:v>
                </c:pt>
                <c:pt idx="3078">
                  <c:v>5.1853499999999997</c:v>
                </c:pt>
                <c:pt idx="3079">
                  <c:v>5.1878339999999969</c:v>
                </c:pt>
                <c:pt idx="3080">
                  <c:v>5.189076</c:v>
                </c:pt>
                <c:pt idx="3081">
                  <c:v>5.19156</c:v>
                </c:pt>
                <c:pt idx="3082">
                  <c:v>5.1928019999999977</c:v>
                </c:pt>
                <c:pt idx="3083">
                  <c:v>5.1940439999999981</c:v>
                </c:pt>
                <c:pt idx="3084">
                  <c:v>5.1971489999999969</c:v>
                </c:pt>
                <c:pt idx="3085">
                  <c:v>5.198391</c:v>
                </c:pt>
                <c:pt idx="3086">
                  <c:v>5.2008749999999973</c:v>
                </c:pt>
                <c:pt idx="3087">
                  <c:v>5.2021169999999968</c:v>
                </c:pt>
                <c:pt idx="3088">
                  <c:v>5.2046010000000003</c:v>
                </c:pt>
                <c:pt idx="3089">
                  <c:v>5.2058429999999998</c:v>
                </c:pt>
                <c:pt idx="3090">
                  <c:v>5.2089479999999995</c:v>
                </c:pt>
                <c:pt idx="3091">
                  <c:v>5.2101900000000008</c:v>
                </c:pt>
                <c:pt idx="3092">
                  <c:v>5.2126739999999998</c:v>
                </c:pt>
                <c:pt idx="3093">
                  <c:v>5.2151579999999971</c:v>
                </c:pt>
                <c:pt idx="3094">
                  <c:v>5.2164000000000001</c:v>
                </c:pt>
                <c:pt idx="3095">
                  <c:v>5.2188839999999974</c:v>
                </c:pt>
                <c:pt idx="3096">
                  <c:v>5.2207470000000002</c:v>
                </c:pt>
                <c:pt idx="3097">
                  <c:v>5.2232309999999975</c:v>
                </c:pt>
                <c:pt idx="3098">
                  <c:v>5.2257149999999948</c:v>
                </c:pt>
                <c:pt idx="3099">
                  <c:v>5.226956999999997</c:v>
                </c:pt>
                <c:pt idx="3100">
                  <c:v>5.228199</c:v>
                </c:pt>
                <c:pt idx="3101">
                  <c:v>5.2306830000000026</c:v>
                </c:pt>
                <c:pt idx="3102">
                  <c:v>5.2319250000000004</c:v>
                </c:pt>
                <c:pt idx="3103">
                  <c:v>5.2350300000000001</c:v>
                </c:pt>
                <c:pt idx="3104">
                  <c:v>5.236272000000004</c:v>
                </c:pt>
                <c:pt idx="3105">
                  <c:v>5.2387559999999995</c:v>
                </c:pt>
                <c:pt idx="3106">
                  <c:v>5.2399979999999999</c:v>
                </c:pt>
                <c:pt idx="3107">
                  <c:v>5.2424819999999972</c:v>
                </c:pt>
                <c:pt idx="3108">
                  <c:v>5.2437240000000003</c:v>
                </c:pt>
                <c:pt idx="3109">
                  <c:v>5.2468290000000026</c:v>
                </c:pt>
                <c:pt idx="3110">
                  <c:v>5.2480710000000004</c:v>
                </c:pt>
                <c:pt idx="3111">
                  <c:v>5.2505549999999968</c:v>
                </c:pt>
                <c:pt idx="3112">
                  <c:v>5.2517970000000034</c:v>
                </c:pt>
                <c:pt idx="3113">
                  <c:v>5.2530389999999985</c:v>
                </c:pt>
                <c:pt idx="3114">
                  <c:v>5.2555229999999975</c:v>
                </c:pt>
                <c:pt idx="3115">
                  <c:v>5.2573859999999959</c:v>
                </c:pt>
                <c:pt idx="3116">
                  <c:v>5.2598700000000003</c:v>
                </c:pt>
                <c:pt idx="3117">
                  <c:v>5.2611119999999971</c:v>
                </c:pt>
                <c:pt idx="3118">
                  <c:v>5.2623539999999975</c:v>
                </c:pt>
                <c:pt idx="3119">
                  <c:v>5.2648379999999966</c:v>
                </c:pt>
                <c:pt idx="3120">
                  <c:v>5.2660800000000005</c:v>
                </c:pt>
                <c:pt idx="3121">
                  <c:v>5.2691849999999958</c:v>
                </c:pt>
                <c:pt idx="3122">
                  <c:v>5.2704269999999998</c:v>
                </c:pt>
                <c:pt idx="3123">
                  <c:v>5.272910999999997</c:v>
                </c:pt>
                <c:pt idx="3124">
                  <c:v>5.2741530000000001</c:v>
                </c:pt>
                <c:pt idx="3125">
                  <c:v>5.2766370000000027</c:v>
                </c:pt>
                <c:pt idx="3126">
                  <c:v>5.2778790000000004</c:v>
                </c:pt>
                <c:pt idx="3127">
                  <c:v>5.2791210000000026</c:v>
                </c:pt>
                <c:pt idx="3128">
                  <c:v>5.2822260000000014</c:v>
                </c:pt>
                <c:pt idx="3129">
                  <c:v>5.2834679999999992</c:v>
                </c:pt>
                <c:pt idx="3130">
                  <c:v>5.2847099999999996</c:v>
                </c:pt>
                <c:pt idx="3131">
                  <c:v>5.2871939999999995</c:v>
                </c:pt>
                <c:pt idx="3132">
                  <c:v>5.2884359999999973</c:v>
                </c:pt>
                <c:pt idx="3133">
                  <c:v>5.289678000000003</c:v>
                </c:pt>
                <c:pt idx="3134">
                  <c:v>5.2909199999999972</c:v>
                </c:pt>
                <c:pt idx="3135">
                  <c:v>5.2940249999999978</c:v>
                </c:pt>
                <c:pt idx="3136">
                  <c:v>5.2952669999999991</c:v>
                </c:pt>
                <c:pt idx="3137">
                  <c:v>5.2965090000000004</c:v>
                </c:pt>
                <c:pt idx="3138">
                  <c:v>5.2977510000000008</c:v>
                </c:pt>
                <c:pt idx="3139">
                  <c:v>5.2989929999999985</c:v>
                </c:pt>
                <c:pt idx="3140">
                  <c:v>5.3002349999999971</c:v>
                </c:pt>
                <c:pt idx="3141">
                  <c:v>5.3027189999999971</c:v>
                </c:pt>
                <c:pt idx="3142">
                  <c:v>5.3039610000000001</c:v>
                </c:pt>
                <c:pt idx="3143">
                  <c:v>5.3058239999999985</c:v>
                </c:pt>
                <c:pt idx="3144">
                  <c:v>5.3070659999999972</c:v>
                </c:pt>
                <c:pt idx="3145">
                  <c:v>5.3083080000000002</c:v>
                </c:pt>
                <c:pt idx="3146">
                  <c:v>5.3095500000000007</c:v>
                </c:pt>
                <c:pt idx="3147">
                  <c:v>5.3107919999999975</c:v>
                </c:pt>
                <c:pt idx="3148">
                  <c:v>5.312033999999997</c:v>
                </c:pt>
                <c:pt idx="3149">
                  <c:v>5.3132759999999966</c:v>
                </c:pt>
                <c:pt idx="3150">
                  <c:v>5.3145179999999943</c:v>
                </c:pt>
                <c:pt idx="3151">
                  <c:v>5.31576</c:v>
                </c:pt>
                <c:pt idx="3152">
                  <c:v>5.3176230000000002</c:v>
                </c:pt>
                <c:pt idx="3153">
                  <c:v>5.3188649999999971</c:v>
                </c:pt>
                <c:pt idx="3154">
                  <c:v>5.3201069999999966</c:v>
                </c:pt>
                <c:pt idx="3155">
                  <c:v>5.3213490000000014</c:v>
                </c:pt>
                <c:pt idx="3156">
                  <c:v>5.3225909999999956</c:v>
                </c:pt>
                <c:pt idx="3157">
                  <c:v>5.3238330000000005</c:v>
                </c:pt>
                <c:pt idx="3158">
                  <c:v>5.3250749999999947</c:v>
                </c:pt>
                <c:pt idx="3159">
                  <c:v>5.3263169999999969</c:v>
                </c:pt>
                <c:pt idx="3160">
                  <c:v>5.3275589999999946</c:v>
                </c:pt>
                <c:pt idx="3161">
                  <c:v>5.3294220000000001</c:v>
                </c:pt>
                <c:pt idx="3162">
                  <c:v>5.3306640000000014</c:v>
                </c:pt>
                <c:pt idx="3163">
                  <c:v>5.331906</c:v>
                </c:pt>
                <c:pt idx="3164">
                  <c:v>5.3331479999999996</c:v>
                </c:pt>
                <c:pt idx="3165">
                  <c:v>5.33439</c:v>
                </c:pt>
                <c:pt idx="3166">
                  <c:v>5.3356320000000004</c:v>
                </c:pt>
                <c:pt idx="3167">
                  <c:v>5.3368739999999999</c:v>
                </c:pt>
                <c:pt idx="3168">
                  <c:v>5.3381159999999968</c:v>
                </c:pt>
                <c:pt idx="3169">
                  <c:v>5.3393580000000034</c:v>
                </c:pt>
                <c:pt idx="3170">
                  <c:v>5.3405999999999985</c:v>
                </c:pt>
                <c:pt idx="3171">
                  <c:v>5.3424629999999995</c:v>
                </c:pt>
                <c:pt idx="3172">
                  <c:v>5.3437049999999973</c:v>
                </c:pt>
                <c:pt idx="3173">
                  <c:v>5.3449469999999959</c:v>
                </c:pt>
                <c:pt idx="3174">
                  <c:v>5.3461889999999972</c:v>
                </c:pt>
                <c:pt idx="3175">
                  <c:v>5.3474309999999967</c:v>
                </c:pt>
                <c:pt idx="3176">
                  <c:v>5.3486729999999998</c:v>
                </c:pt>
                <c:pt idx="3177">
                  <c:v>5.3499149999999966</c:v>
                </c:pt>
                <c:pt idx="3178">
                  <c:v>5.3511570000000006</c:v>
                </c:pt>
                <c:pt idx="3179">
                  <c:v>5.3523990000000001</c:v>
                </c:pt>
                <c:pt idx="3180">
                  <c:v>5.3542620000000003</c:v>
                </c:pt>
                <c:pt idx="3181">
                  <c:v>5.355503999999998</c:v>
                </c:pt>
                <c:pt idx="3182">
                  <c:v>5.3567459999999985</c:v>
                </c:pt>
                <c:pt idx="3183">
                  <c:v>5.3579879999999944</c:v>
                </c:pt>
                <c:pt idx="3184">
                  <c:v>5.3592300000000002</c:v>
                </c:pt>
                <c:pt idx="3185">
                  <c:v>5.360471999999997</c:v>
                </c:pt>
                <c:pt idx="3186">
                  <c:v>5.3617139999999974</c:v>
                </c:pt>
                <c:pt idx="3187">
                  <c:v>5.3629559999999943</c:v>
                </c:pt>
                <c:pt idx="3188">
                  <c:v>5.3641979999999956</c:v>
                </c:pt>
                <c:pt idx="3189">
                  <c:v>5.3660610000000002</c:v>
                </c:pt>
                <c:pt idx="3190">
                  <c:v>5.3673030000000006</c:v>
                </c:pt>
                <c:pt idx="3191">
                  <c:v>5.3685449999999966</c:v>
                </c:pt>
                <c:pt idx="3192">
                  <c:v>5.3697870000000005</c:v>
                </c:pt>
                <c:pt idx="3193">
                  <c:v>5.3710289999999992</c:v>
                </c:pt>
                <c:pt idx="3194">
                  <c:v>5.3722709999999996</c:v>
                </c:pt>
                <c:pt idx="3195">
                  <c:v>5.373513</c:v>
                </c:pt>
                <c:pt idx="3196">
                  <c:v>5.3747549999999968</c:v>
                </c:pt>
                <c:pt idx="3197">
                  <c:v>5.3759969999999973</c:v>
                </c:pt>
                <c:pt idx="3198">
                  <c:v>5.3778600000000001</c:v>
                </c:pt>
                <c:pt idx="3199">
                  <c:v>5.3791020000000014</c:v>
                </c:pt>
                <c:pt idx="3200">
                  <c:v>5.3791020000000014</c:v>
                </c:pt>
                <c:pt idx="3201">
                  <c:v>5.380344</c:v>
                </c:pt>
                <c:pt idx="3202">
                  <c:v>5.3815859999999978</c:v>
                </c:pt>
                <c:pt idx="3203">
                  <c:v>5.3828279999999973</c:v>
                </c:pt>
                <c:pt idx="3204">
                  <c:v>5.3840699999999995</c:v>
                </c:pt>
                <c:pt idx="3205">
                  <c:v>5.3853120000000008</c:v>
                </c:pt>
                <c:pt idx="3206">
                  <c:v>5.3865539999999985</c:v>
                </c:pt>
                <c:pt idx="3207">
                  <c:v>5.3877959999999971</c:v>
                </c:pt>
                <c:pt idx="3208">
                  <c:v>5.3890380000000002</c:v>
                </c:pt>
                <c:pt idx="3209">
                  <c:v>5.3909009999999968</c:v>
                </c:pt>
                <c:pt idx="3210">
                  <c:v>5.3921429999999972</c:v>
                </c:pt>
                <c:pt idx="3211">
                  <c:v>5.3933849999999968</c:v>
                </c:pt>
                <c:pt idx="3212">
                  <c:v>5.3946269999999972</c:v>
                </c:pt>
                <c:pt idx="3213">
                  <c:v>5.3958690000000002</c:v>
                </c:pt>
                <c:pt idx="3214">
                  <c:v>5.3971109999999962</c:v>
                </c:pt>
                <c:pt idx="3215">
                  <c:v>5.3983529999999975</c:v>
                </c:pt>
                <c:pt idx="3216">
                  <c:v>5.3995950000000006</c:v>
                </c:pt>
                <c:pt idx="3217">
                  <c:v>5.4008369999999966</c:v>
                </c:pt>
                <c:pt idx="3218">
                  <c:v>5.4026999999999994</c:v>
                </c:pt>
                <c:pt idx="3219">
                  <c:v>5.4039419999999998</c:v>
                </c:pt>
                <c:pt idx="3220">
                  <c:v>5.4051839999999975</c:v>
                </c:pt>
                <c:pt idx="3221">
                  <c:v>5.4064259999999997</c:v>
                </c:pt>
                <c:pt idx="3222">
                  <c:v>5.4076680000000028</c:v>
                </c:pt>
                <c:pt idx="3223">
                  <c:v>5.4089100000000006</c:v>
                </c:pt>
                <c:pt idx="3224">
                  <c:v>5.4101520000000001</c:v>
                </c:pt>
                <c:pt idx="3225">
                  <c:v>5.4113940000000014</c:v>
                </c:pt>
                <c:pt idx="3226">
                  <c:v>5.4126359999999965</c:v>
                </c:pt>
                <c:pt idx="3227">
                  <c:v>5.4144989999999975</c:v>
                </c:pt>
                <c:pt idx="3228">
                  <c:v>5.4169830000000001</c:v>
                </c:pt>
                <c:pt idx="3229">
                  <c:v>5.4182249999999996</c:v>
                </c:pt>
                <c:pt idx="3230">
                  <c:v>5.4194670000000027</c:v>
                </c:pt>
                <c:pt idx="3231">
                  <c:v>5.4207089999999996</c:v>
                </c:pt>
                <c:pt idx="3232">
                  <c:v>5.421951</c:v>
                </c:pt>
                <c:pt idx="3233">
                  <c:v>5.4231930000000004</c:v>
                </c:pt>
                <c:pt idx="3234">
                  <c:v>5.4244349999999946</c:v>
                </c:pt>
                <c:pt idx="3235">
                  <c:v>5.4262980000000027</c:v>
                </c:pt>
                <c:pt idx="3236">
                  <c:v>5.4275400000000005</c:v>
                </c:pt>
                <c:pt idx="3237">
                  <c:v>5.4287820000000009</c:v>
                </c:pt>
                <c:pt idx="3238">
                  <c:v>5.4300240000000004</c:v>
                </c:pt>
                <c:pt idx="3239">
                  <c:v>5.4312660000000044</c:v>
                </c:pt>
                <c:pt idx="3240">
                  <c:v>5.4325079999999986</c:v>
                </c:pt>
                <c:pt idx="3241">
                  <c:v>5.4337500000000025</c:v>
                </c:pt>
                <c:pt idx="3242">
                  <c:v>5.4349920000000003</c:v>
                </c:pt>
                <c:pt idx="3243">
                  <c:v>5.4362340000000025</c:v>
                </c:pt>
                <c:pt idx="3244">
                  <c:v>5.4374760000000002</c:v>
                </c:pt>
                <c:pt idx="3245">
                  <c:v>5.439339000000003</c:v>
                </c:pt>
                <c:pt idx="3246">
                  <c:v>5.4405809999999972</c:v>
                </c:pt>
                <c:pt idx="3247">
                  <c:v>5.441823000000003</c:v>
                </c:pt>
                <c:pt idx="3248">
                  <c:v>5.4430650000000034</c:v>
                </c:pt>
                <c:pt idx="3249">
                  <c:v>5.4443069999999985</c:v>
                </c:pt>
                <c:pt idx="3250">
                  <c:v>5.4455489999999998</c:v>
                </c:pt>
                <c:pt idx="3251">
                  <c:v>5.4467910000000028</c:v>
                </c:pt>
                <c:pt idx="3252">
                  <c:v>5.4480329999999997</c:v>
                </c:pt>
                <c:pt idx="3253">
                  <c:v>5.4492750000000028</c:v>
                </c:pt>
                <c:pt idx="3254">
                  <c:v>5.4511380000000003</c:v>
                </c:pt>
                <c:pt idx="3255">
                  <c:v>5.4523799999999998</c:v>
                </c:pt>
                <c:pt idx="3256">
                  <c:v>5.4536220000000029</c:v>
                </c:pt>
                <c:pt idx="3257">
                  <c:v>5.4548640000000006</c:v>
                </c:pt>
                <c:pt idx="3258">
                  <c:v>5.4561060000000001</c:v>
                </c:pt>
                <c:pt idx="3259">
                  <c:v>5.4573480000000014</c:v>
                </c:pt>
                <c:pt idx="3260">
                  <c:v>5.4585899999999965</c:v>
                </c:pt>
                <c:pt idx="3261">
                  <c:v>5.4598319999999996</c:v>
                </c:pt>
                <c:pt idx="3262">
                  <c:v>5.461074</c:v>
                </c:pt>
                <c:pt idx="3263">
                  <c:v>5.4629369999999966</c:v>
                </c:pt>
                <c:pt idx="3264">
                  <c:v>5.464178999999997</c:v>
                </c:pt>
                <c:pt idx="3265">
                  <c:v>5.4654210000000001</c:v>
                </c:pt>
                <c:pt idx="3266">
                  <c:v>5.466663000000004</c:v>
                </c:pt>
                <c:pt idx="3267">
                  <c:v>5.4679049999999956</c:v>
                </c:pt>
                <c:pt idx="3268">
                  <c:v>5.4691470000000004</c:v>
                </c:pt>
                <c:pt idx="3269">
                  <c:v>5.4703889999999999</c:v>
                </c:pt>
                <c:pt idx="3270">
                  <c:v>5.471631000000003</c:v>
                </c:pt>
                <c:pt idx="3271">
                  <c:v>5.4728730000000034</c:v>
                </c:pt>
                <c:pt idx="3272">
                  <c:v>5.474736</c:v>
                </c:pt>
                <c:pt idx="3273">
                  <c:v>5.4759779999999996</c:v>
                </c:pt>
                <c:pt idx="3274">
                  <c:v>5.4772200000000026</c:v>
                </c:pt>
                <c:pt idx="3275">
                  <c:v>5.4784620000000022</c:v>
                </c:pt>
                <c:pt idx="3276">
                  <c:v>5.4797040000000026</c:v>
                </c:pt>
                <c:pt idx="3277">
                  <c:v>5.4809460000000003</c:v>
                </c:pt>
                <c:pt idx="3278">
                  <c:v>5.4821879999999972</c:v>
                </c:pt>
                <c:pt idx="3279">
                  <c:v>5.4834300000000002</c:v>
                </c:pt>
                <c:pt idx="3280">
                  <c:v>5.4846720000000024</c:v>
                </c:pt>
                <c:pt idx="3281">
                  <c:v>5.4865350000000008</c:v>
                </c:pt>
                <c:pt idx="3282">
                  <c:v>5.4877769999999995</c:v>
                </c:pt>
                <c:pt idx="3283">
                  <c:v>5.4890189999999999</c:v>
                </c:pt>
                <c:pt idx="3284">
                  <c:v>5.4902609999999994</c:v>
                </c:pt>
                <c:pt idx="3285">
                  <c:v>5.4915029999999998</c:v>
                </c:pt>
                <c:pt idx="3286">
                  <c:v>5.4927450000000002</c:v>
                </c:pt>
                <c:pt idx="3287">
                  <c:v>5.4939869999999971</c:v>
                </c:pt>
                <c:pt idx="3288">
                  <c:v>5.4952290000000028</c:v>
                </c:pt>
                <c:pt idx="3289">
                  <c:v>5.4964710000000014</c:v>
                </c:pt>
                <c:pt idx="3290">
                  <c:v>5.4977130000000001</c:v>
                </c:pt>
                <c:pt idx="3291">
                  <c:v>5.4995760000000002</c:v>
                </c:pt>
                <c:pt idx="3292">
                  <c:v>5.4995760000000002</c:v>
                </c:pt>
                <c:pt idx="3293">
                  <c:v>5.5008180000000007</c:v>
                </c:pt>
                <c:pt idx="3294">
                  <c:v>5.5020599999999975</c:v>
                </c:pt>
                <c:pt idx="3295">
                  <c:v>5.5033019999999997</c:v>
                </c:pt>
                <c:pt idx="3296">
                  <c:v>5.5045439999999974</c:v>
                </c:pt>
                <c:pt idx="3297">
                  <c:v>5.505785999999997</c:v>
                </c:pt>
                <c:pt idx="3298">
                  <c:v>5.507028</c:v>
                </c:pt>
                <c:pt idx="3299">
                  <c:v>5.5082700000000004</c:v>
                </c:pt>
                <c:pt idx="3300">
                  <c:v>5.509512</c:v>
                </c:pt>
                <c:pt idx="3301">
                  <c:v>5.5113750000000001</c:v>
                </c:pt>
                <c:pt idx="3302">
                  <c:v>5.5126170000000005</c:v>
                </c:pt>
                <c:pt idx="3303">
                  <c:v>5.5138590000000001</c:v>
                </c:pt>
                <c:pt idx="3304">
                  <c:v>5.5151010000000005</c:v>
                </c:pt>
                <c:pt idx="3305">
                  <c:v>5.5163429999999991</c:v>
                </c:pt>
                <c:pt idx="3306">
                  <c:v>5.5175849999999942</c:v>
                </c:pt>
                <c:pt idx="3307">
                  <c:v>5.5188269999999973</c:v>
                </c:pt>
                <c:pt idx="3308">
                  <c:v>5.5200689999999986</c:v>
                </c:pt>
                <c:pt idx="3309">
                  <c:v>5.5213109999999972</c:v>
                </c:pt>
                <c:pt idx="3310">
                  <c:v>5.5231739999999974</c:v>
                </c:pt>
                <c:pt idx="3311">
                  <c:v>5.5244159999999951</c:v>
                </c:pt>
                <c:pt idx="3312">
                  <c:v>5.525658</c:v>
                </c:pt>
                <c:pt idx="3313">
                  <c:v>5.5268999999999995</c:v>
                </c:pt>
                <c:pt idx="3314">
                  <c:v>5.5281419999999972</c:v>
                </c:pt>
                <c:pt idx="3315">
                  <c:v>5.5293839999999985</c:v>
                </c:pt>
                <c:pt idx="3316">
                  <c:v>5.5306260000000034</c:v>
                </c:pt>
                <c:pt idx="3317">
                  <c:v>5.5318679999999993</c:v>
                </c:pt>
                <c:pt idx="3318">
                  <c:v>5.5331099999999998</c:v>
                </c:pt>
                <c:pt idx="3319">
                  <c:v>5.5349729999999973</c:v>
                </c:pt>
                <c:pt idx="3320">
                  <c:v>5.5362149999999986</c:v>
                </c:pt>
                <c:pt idx="3321">
                  <c:v>5.5374569999999972</c:v>
                </c:pt>
                <c:pt idx="3322">
                  <c:v>5.5386990000000029</c:v>
                </c:pt>
                <c:pt idx="3323">
                  <c:v>5.5399409999999998</c:v>
                </c:pt>
                <c:pt idx="3324">
                  <c:v>5.5411830000000002</c:v>
                </c:pt>
                <c:pt idx="3325">
                  <c:v>5.5436670000000028</c:v>
                </c:pt>
                <c:pt idx="3326">
                  <c:v>5.5449090000000005</c:v>
                </c:pt>
                <c:pt idx="3327">
                  <c:v>5.5461509999999965</c:v>
                </c:pt>
                <c:pt idx="3328">
                  <c:v>5.5480139999999976</c:v>
                </c:pt>
                <c:pt idx="3329">
                  <c:v>5.5492559999999997</c:v>
                </c:pt>
                <c:pt idx="3330">
                  <c:v>5.5504980000000002</c:v>
                </c:pt>
                <c:pt idx="3331">
                  <c:v>5.5517399999999997</c:v>
                </c:pt>
                <c:pt idx="3332">
                  <c:v>5.5529819999999956</c:v>
                </c:pt>
                <c:pt idx="3333">
                  <c:v>5.5542240000000005</c:v>
                </c:pt>
                <c:pt idx="3334">
                  <c:v>5.555466</c:v>
                </c:pt>
                <c:pt idx="3335">
                  <c:v>5.5567080000000004</c:v>
                </c:pt>
                <c:pt idx="3336">
                  <c:v>5.5579499999999973</c:v>
                </c:pt>
                <c:pt idx="3337">
                  <c:v>5.5598129999999975</c:v>
                </c:pt>
                <c:pt idx="3338">
                  <c:v>5.561054999999997</c:v>
                </c:pt>
                <c:pt idx="3339">
                  <c:v>5.562297</c:v>
                </c:pt>
                <c:pt idx="3340">
                  <c:v>5.5635389999999969</c:v>
                </c:pt>
                <c:pt idx="3341">
                  <c:v>5.5647809999999955</c:v>
                </c:pt>
                <c:pt idx="3342">
                  <c:v>5.5660229999999995</c:v>
                </c:pt>
                <c:pt idx="3343">
                  <c:v>5.5672649999999972</c:v>
                </c:pt>
                <c:pt idx="3344">
                  <c:v>5.5685069999999968</c:v>
                </c:pt>
                <c:pt idx="3345">
                  <c:v>5.5697489999999998</c:v>
                </c:pt>
                <c:pt idx="3346">
                  <c:v>5.5716120000000027</c:v>
                </c:pt>
                <c:pt idx="3347">
                  <c:v>5.5728539999999995</c:v>
                </c:pt>
                <c:pt idx="3348">
                  <c:v>5.5740960000000008</c:v>
                </c:pt>
                <c:pt idx="3349">
                  <c:v>5.5753379999999995</c:v>
                </c:pt>
                <c:pt idx="3350">
                  <c:v>5.5765799999999999</c:v>
                </c:pt>
                <c:pt idx="3351">
                  <c:v>5.5765799999999999</c:v>
                </c:pt>
                <c:pt idx="3352">
                  <c:v>5.5778219999999985</c:v>
                </c:pt>
                <c:pt idx="3353">
                  <c:v>5.5790640000000025</c:v>
                </c:pt>
                <c:pt idx="3354">
                  <c:v>5.5803060000000002</c:v>
                </c:pt>
                <c:pt idx="3355">
                  <c:v>5.5815479999999997</c:v>
                </c:pt>
                <c:pt idx="3356">
                  <c:v>5.5834109999999972</c:v>
                </c:pt>
                <c:pt idx="3357">
                  <c:v>5.5846530000000003</c:v>
                </c:pt>
                <c:pt idx="3358">
                  <c:v>5.5858949999999972</c:v>
                </c:pt>
                <c:pt idx="3359">
                  <c:v>5.5871369999999967</c:v>
                </c:pt>
                <c:pt idx="3360">
                  <c:v>5.5883790000000024</c:v>
                </c:pt>
                <c:pt idx="3361">
                  <c:v>5.5896209999999993</c:v>
                </c:pt>
                <c:pt idx="3362">
                  <c:v>5.5908629999999997</c:v>
                </c:pt>
                <c:pt idx="3363">
                  <c:v>5.5921049999999957</c:v>
                </c:pt>
                <c:pt idx="3364">
                  <c:v>5.5933469999999996</c:v>
                </c:pt>
                <c:pt idx="3365">
                  <c:v>5.5952099999999998</c:v>
                </c:pt>
                <c:pt idx="3366">
                  <c:v>5.5964520000000002</c:v>
                </c:pt>
                <c:pt idx="3367">
                  <c:v>5.5976939999999997</c:v>
                </c:pt>
                <c:pt idx="3368">
                  <c:v>5.5989359999999966</c:v>
                </c:pt>
                <c:pt idx="3369">
                  <c:v>5.6001780000000005</c:v>
                </c:pt>
                <c:pt idx="3370">
                  <c:v>5.6014200000000001</c:v>
                </c:pt>
                <c:pt idx="3371">
                  <c:v>5.6026620000000014</c:v>
                </c:pt>
                <c:pt idx="3372">
                  <c:v>5.6039039999999964</c:v>
                </c:pt>
                <c:pt idx="3373">
                  <c:v>5.6051459999999969</c:v>
                </c:pt>
                <c:pt idx="3374">
                  <c:v>5.6063879999999973</c:v>
                </c:pt>
                <c:pt idx="3375">
                  <c:v>5.6082510000000001</c:v>
                </c:pt>
                <c:pt idx="3376">
                  <c:v>5.6094929999999996</c:v>
                </c:pt>
                <c:pt idx="3377">
                  <c:v>5.6107349999999956</c:v>
                </c:pt>
                <c:pt idx="3378">
                  <c:v>5.6119769999999978</c:v>
                </c:pt>
                <c:pt idx="3379">
                  <c:v>5.613219</c:v>
                </c:pt>
                <c:pt idx="3380">
                  <c:v>5.6144609999999977</c:v>
                </c:pt>
                <c:pt idx="3381">
                  <c:v>5.6157029999999972</c:v>
                </c:pt>
                <c:pt idx="3382">
                  <c:v>5.6169449999999967</c:v>
                </c:pt>
                <c:pt idx="3383">
                  <c:v>5.6181869999999963</c:v>
                </c:pt>
                <c:pt idx="3384">
                  <c:v>5.6200499999999973</c:v>
                </c:pt>
                <c:pt idx="3385">
                  <c:v>5.6212919999999995</c:v>
                </c:pt>
                <c:pt idx="3386">
                  <c:v>5.6225339999999946</c:v>
                </c:pt>
                <c:pt idx="3387">
                  <c:v>5.6237759999999959</c:v>
                </c:pt>
                <c:pt idx="3388">
                  <c:v>5.6237759999999959</c:v>
                </c:pt>
                <c:pt idx="3389">
                  <c:v>5.6250179999999945</c:v>
                </c:pt>
                <c:pt idx="3390">
                  <c:v>5.6262600000000003</c:v>
                </c:pt>
                <c:pt idx="3391">
                  <c:v>5.6275019999999945</c:v>
                </c:pt>
                <c:pt idx="3392">
                  <c:v>5.6287439999999975</c:v>
                </c:pt>
                <c:pt idx="3393">
                  <c:v>5.6299859999999962</c:v>
                </c:pt>
                <c:pt idx="3394">
                  <c:v>5.6318490000000034</c:v>
                </c:pt>
                <c:pt idx="3395">
                  <c:v>5.6330909999999985</c:v>
                </c:pt>
                <c:pt idx="3396">
                  <c:v>5.6343329999999971</c:v>
                </c:pt>
                <c:pt idx="3397">
                  <c:v>5.6355749999999958</c:v>
                </c:pt>
                <c:pt idx="3398">
                  <c:v>5.6368169999999971</c:v>
                </c:pt>
                <c:pt idx="3399">
                  <c:v>5.6380590000000002</c:v>
                </c:pt>
                <c:pt idx="3400">
                  <c:v>5.6393009999999997</c:v>
                </c:pt>
                <c:pt idx="3401">
                  <c:v>5.6405430000000001</c:v>
                </c:pt>
                <c:pt idx="3402">
                  <c:v>5.6417850000000005</c:v>
                </c:pt>
                <c:pt idx="3403">
                  <c:v>5.6436479999999998</c:v>
                </c:pt>
                <c:pt idx="3404">
                  <c:v>5.6448899999999966</c:v>
                </c:pt>
                <c:pt idx="3405">
                  <c:v>5.6461320000000006</c:v>
                </c:pt>
                <c:pt idx="3406">
                  <c:v>5.6473739999999975</c:v>
                </c:pt>
                <c:pt idx="3407">
                  <c:v>5.648615999999997</c:v>
                </c:pt>
                <c:pt idx="3408">
                  <c:v>5.649858</c:v>
                </c:pt>
                <c:pt idx="3409">
                  <c:v>5.6510999999999996</c:v>
                </c:pt>
                <c:pt idx="3410">
                  <c:v>5.652342</c:v>
                </c:pt>
                <c:pt idx="3411">
                  <c:v>5.6535839999999968</c:v>
                </c:pt>
                <c:pt idx="3412">
                  <c:v>5.6548259999999946</c:v>
                </c:pt>
                <c:pt idx="3413">
                  <c:v>5.6566890000000001</c:v>
                </c:pt>
                <c:pt idx="3414">
                  <c:v>5.657930999999996</c:v>
                </c:pt>
                <c:pt idx="3415">
                  <c:v>5.6604149999999951</c:v>
                </c:pt>
                <c:pt idx="3416">
                  <c:v>5.6616570000000008</c:v>
                </c:pt>
                <c:pt idx="3417">
                  <c:v>5.6628989999999968</c:v>
                </c:pt>
                <c:pt idx="3418">
                  <c:v>5.6641409999999945</c:v>
                </c:pt>
                <c:pt idx="3419">
                  <c:v>5.6653829999999958</c:v>
                </c:pt>
                <c:pt idx="3420">
                  <c:v>5.6666249999999971</c:v>
                </c:pt>
                <c:pt idx="3421">
                  <c:v>5.6684879999999955</c:v>
                </c:pt>
                <c:pt idx="3422">
                  <c:v>5.6709719999999972</c:v>
                </c:pt>
                <c:pt idx="3423">
                  <c:v>5.6722139999999985</c:v>
                </c:pt>
                <c:pt idx="3424">
                  <c:v>5.6734559999999972</c:v>
                </c:pt>
                <c:pt idx="3425">
                  <c:v>5.6746980000000002</c:v>
                </c:pt>
                <c:pt idx="3426">
                  <c:v>5.6759400000000007</c:v>
                </c:pt>
                <c:pt idx="3427">
                  <c:v>5.6784239999999997</c:v>
                </c:pt>
                <c:pt idx="3428">
                  <c:v>5.6802869999999972</c:v>
                </c:pt>
                <c:pt idx="3429">
                  <c:v>5.6815289999999985</c:v>
                </c:pt>
                <c:pt idx="3430">
                  <c:v>5.6827709999999971</c:v>
                </c:pt>
                <c:pt idx="3431">
                  <c:v>5.6840129999999967</c:v>
                </c:pt>
                <c:pt idx="3432">
                  <c:v>5.6864970000000001</c:v>
                </c:pt>
                <c:pt idx="3433">
                  <c:v>5.6877390000000005</c:v>
                </c:pt>
                <c:pt idx="3434">
                  <c:v>5.6889809999999956</c:v>
                </c:pt>
                <c:pt idx="3435">
                  <c:v>5.6902230000000014</c:v>
                </c:pt>
                <c:pt idx="3436">
                  <c:v>5.6920859999999944</c:v>
                </c:pt>
                <c:pt idx="3437">
                  <c:v>5.694569999999997</c:v>
                </c:pt>
                <c:pt idx="3438">
                  <c:v>5.6958119999999957</c:v>
                </c:pt>
                <c:pt idx="3439">
                  <c:v>5.697053999999997</c:v>
                </c:pt>
                <c:pt idx="3440">
                  <c:v>5.698296</c:v>
                </c:pt>
                <c:pt idx="3441">
                  <c:v>5.6995379999999978</c:v>
                </c:pt>
                <c:pt idx="3442">
                  <c:v>5.7020220000000004</c:v>
                </c:pt>
                <c:pt idx="3443">
                  <c:v>5.7032640000000026</c:v>
                </c:pt>
                <c:pt idx="3444">
                  <c:v>5.7051269999999965</c:v>
                </c:pt>
                <c:pt idx="3445">
                  <c:v>5.7063690000000031</c:v>
                </c:pt>
                <c:pt idx="3446">
                  <c:v>5.707611</c:v>
                </c:pt>
                <c:pt idx="3447">
                  <c:v>5.7100949999999973</c:v>
                </c:pt>
                <c:pt idx="3448">
                  <c:v>5.7113369999999986</c:v>
                </c:pt>
                <c:pt idx="3449">
                  <c:v>5.7125789999999972</c:v>
                </c:pt>
                <c:pt idx="3450">
                  <c:v>5.7138210000000003</c:v>
                </c:pt>
                <c:pt idx="3451">
                  <c:v>5.716926</c:v>
                </c:pt>
                <c:pt idx="3452">
                  <c:v>5.7181680000000004</c:v>
                </c:pt>
                <c:pt idx="3453">
                  <c:v>5.7194100000000008</c:v>
                </c:pt>
                <c:pt idx="3454">
                  <c:v>5.7206519999999985</c:v>
                </c:pt>
                <c:pt idx="3455">
                  <c:v>5.7231359999999958</c:v>
                </c:pt>
                <c:pt idx="3456">
                  <c:v>5.7243779999999971</c:v>
                </c:pt>
                <c:pt idx="3457">
                  <c:v>5.7256200000000002</c:v>
                </c:pt>
                <c:pt idx="3458">
                  <c:v>5.7268619999999997</c:v>
                </c:pt>
                <c:pt idx="3459">
                  <c:v>5.7287249999999972</c:v>
                </c:pt>
                <c:pt idx="3460">
                  <c:v>5.7312090000000033</c:v>
                </c:pt>
                <c:pt idx="3461">
                  <c:v>5.7324510000000002</c:v>
                </c:pt>
                <c:pt idx="3462">
                  <c:v>5.7336930000000041</c:v>
                </c:pt>
                <c:pt idx="3463">
                  <c:v>5.7361769999999996</c:v>
                </c:pt>
                <c:pt idx="3464">
                  <c:v>5.737419</c:v>
                </c:pt>
                <c:pt idx="3465">
                  <c:v>5.7386610000000031</c:v>
                </c:pt>
                <c:pt idx="3466">
                  <c:v>5.7405239999999997</c:v>
                </c:pt>
                <c:pt idx="3467">
                  <c:v>5.7430079999999997</c:v>
                </c:pt>
                <c:pt idx="3468">
                  <c:v>5.7442500000000001</c:v>
                </c:pt>
                <c:pt idx="3469">
                  <c:v>5.7454920000000014</c:v>
                </c:pt>
                <c:pt idx="3470">
                  <c:v>5.7479759999999978</c:v>
                </c:pt>
                <c:pt idx="3471">
                  <c:v>5.7492179999999991</c:v>
                </c:pt>
                <c:pt idx="3472">
                  <c:v>5.7504599999999995</c:v>
                </c:pt>
                <c:pt idx="3473">
                  <c:v>5.753565</c:v>
                </c:pt>
                <c:pt idx="3474">
                  <c:v>5.7548069999999969</c:v>
                </c:pt>
                <c:pt idx="3475">
                  <c:v>5.7560490000000026</c:v>
                </c:pt>
                <c:pt idx="3476">
                  <c:v>5.7572910000000004</c:v>
                </c:pt>
                <c:pt idx="3477">
                  <c:v>5.7585329999999972</c:v>
                </c:pt>
                <c:pt idx="3478">
                  <c:v>5.7610169999999972</c:v>
                </c:pt>
                <c:pt idx="3479">
                  <c:v>5.7622590000000002</c:v>
                </c:pt>
                <c:pt idx="3480">
                  <c:v>5.7635010000000007</c:v>
                </c:pt>
                <c:pt idx="3481">
                  <c:v>5.7653640000000008</c:v>
                </c:pt>
                <c:pt idx="3482">
                  <c:v>5.7666059999999995</c:v>
                </c:pt>
                <c:pt idx="3483">
                  <c:v>5.7678479999999972</c:v>
                </c:pt>
                <c:pt idx="3484">
                  <c:v>5.7690899999999985</c:v>
                </c:pt>
                <c:pt idx="3485">
                  <c:v>5.7703319999999998</c:v>
                </c:pt>
                <c:pt idx="3486">
                  <c:v>5.7728159999999971</c:v>
                </c:pt>
                <c:pt idx="3487">
                  <c:v>5.7740580000000001</c:v>
                </c:pt>
                <c:pt idx="3488">
                  <c:v>5.7753000000000014</c:v>
                </c:pt>
                <c:pt idx="3489">
                  <c:v>5.7771630000000034</c:v>
                </c:pt>
                <c:pt idx="3490">
                  <c:v>5.7784049999999985</c:v>
                </c:pt>
                <c:pt idx="3491">
                  <c:v>5.7796470000000042</c:v>
                </c:pt>
                <c:pt idx="3492">
                  <c:v>5.7808889999999975</c:v>
                </c:pt>
                <c:pt idx="3493">
                  <c:v>5.782130999999997</c:v>
                </c:pt>
                <c:pt idx="3494">
                  <c:v>5.784614999999997</c:v>
                </c:pt>
                <c:pt idx="3495">
                  <c:v>5.785857</c:v>
                </c:pt>
                <c:pt idx="3496">
                  <c:v>5.7870990000000004</c:v>
                </c:pt>
                <c:pt idx="3497">
                  <c:v>5.7889619999999997</c:v>
                </c:pt>
                <c:pt idx="3498">
                  <c:v>5.7902040000000001</c:v>
                </c:pt>
                <c:pt idx="3499">
                  <c:v>5.7914460000000014</c:v>
                </c:pt>
                <c:pt idx="3500">
                  <c:v>5.7939299999999996</c:v>
                </c:pt>
                <c:pt idx="3501">
                  <c:v>5.795172</c:v>
                </c:pt>
                <c:pt idx="3502">
                  <c:v>5.7964139999999995</c:v>
                </c:pt>
                <c:pt idx="3503">
                  <c:v>5.7976559999999973</c:v>
                </c:pt>
                <c:pt idx="3504">
                  <c:v>5.8007609999999996</c:v>
                </c:pt>
                <c:pt idx="3505">
                  <c:v>5.802003</c:v>
                </c:pt>
                <c:pt idx="3506">
                  <c:v>5.8032450000000004</c:v>
                </c:pt>
                <c:pt idx="3507">
                  <c:v>5.8044869999999955</c:v>
                </c:pt>
                <c:pt idx="3508">
                  <c:v>5.8069710000000008</c:v>
                </c:pt>
                <c:pt idx="3509">
                  <c:v>5.8082129999999985</c:v>
                </c:pt>
                <c:pt idx="3510">
                  <c:v>5.8094549999999971</c:v>
                </c:pt>
                <c:pt idx="3511">
                  <c:v>5.8106969999999976</c:v>
                </c:pt>
                <c:pt idx="3512">
                  <c:v>5.8138019999999972</c:v>
                </c:pt>
                <c:pt idx="3513">
                  <c:v>5.8150439999999985</c:v>
                </c:pt>
                <c:pt idx="3514">
                  <c:v>5.8162859999999972</c:v>
                </c:pt>
                <c:pt idx="3515">
                  <c:v>5.8175279999999967</c:v>
                </c:pt>
                <c:pt idx="3516">
                  <c:v>5.8187699999999998</c:v>
                </c:pt>
                <c:pt idx="3517">
                  <c:v>5.8212540000000006</c:v>
                </c:pt>
                <c:pt idx="3518">
                  <c:v>5.8224959999999957</c:v>
                </c:pt>
                <c:pt idx="3519">
                  <c:v>5.823737999999997</c:v>
                </c:pt>
                <c:pt idx="3520">
                  <c:v>5.8256009999999971</c:v>
                </c:pt>
                <c:pt idx="3521">
                  <c:v>5.8268429999999976</c:v>
                </c:pt>
                <c:pt idx="3522">
                  <c:v>5.8293270000000001</c:v>
                </c:pt>
                <c:pt idx="3523">
                  <c:v>5.8305689999999997</c:v>
                </c:pt>
                <c:pt idx="3524">
                  <c:v>5.8318110000000001</c:v>
                </c:pt>
                <c:pt idx="3525">
                  <c:v>5.8330530000000014</c:v>
                </c:pt>
                <c:pt idx="3526">
                  <c:v>5.834295</c:v>
                </c:pt>
                <c:pt idx="3527">
                  <c:v>5.8355369999999978</c:v>
                </c:pt>
                <c:pt idx="3528">
                  <c:v>5.8374000000000006</c:v>
                </c:pt>
                <c:pt idx="3529">
                  <c:v>5.8398839999999996</c:v>
                </c:pt>
                <c:pt idx="3530">
                  <c:v>5.841126</c:v>
                </c:pt>
                <c:pt idx="3531">
                  <c:v>5.8423679999999996</c:v>
                </c:pt>
                <c:pt idx="3532">
                  <c:v>5.84361</c:v>
                </c:pt>
                <c:pt idx="3533">
                  <c:v>5.8448519999999977</c:v>
                </c:pt>
                <c:pt idx="3534">
                  <c:v>5.8460939999999999</c:v>
                </c:pt>
                <c:pt idx="3535">
                  <c:v>5.8473359999999968</c:v>
                </c:pt>
                <c:pt idx="3536">
                  <c:v>5.8491990000000014</c:v>
                </c:pt>
                <c:pt idx="3537">
                  <c:v>5.8516830000000004</c:v>
                </c:pt>
                <c:pt idx="3538">
                  <c:v>5.8529249999999964</c:v>
                </c:pt>
                <c:pt idx="3539">
                  <c:v>5.8541669999999968</c:v>
                </c:pt>
                <c:pt idx="3540">
                  <c:v>5.8554089999999972</c:v>
                </c:pt>
                <c:pt idx="3541">
                  <c:v>5.8566509999999985</c:v>
                </c:pt>
                <c:pt idx="3542">
                  <c:v>5.8578929999999971</c:v>
                </c:pt>
                <c:pt idx="3543">
                  <c:v>5.8591349999999967</c:v>
                </c:pt>
                <c:pt idx="3544">
                  <c:v>5.8622399999999972</c:v>
                </c:pt>
                <c:pt idx="3545">
                  <c:v>5.8634819999999968</c:v>
                </c:pt>
                <c:pt idx="3546">
                  <c:v>5.864723999999998</c:v>
                </c:pt>
                <c:pt idx="3547">
                  <c:v>5.8659659999999967</c:v>
                </c:pt>
                <c:pt idx="3548">
                  <c:v>5.8684499999999975</c:v>
                </c:pt>
                <c:pt idx="3549">
                  <c:v>5.8696919999999997</c:v>
                </c:pt>
                <c:pt idx="3550">
                  <c:v>5.8709339999999974</c:v>
                </c:pt>
                <c:pt idx="3551">
                  <c:v>5.872175999999997</c:v>
                </c:pt>
                <c:pt idx="3552">
                  <c:v>5.8752810000000002</c:v>
                </c:pt>
                <c:pt idx="3553">
                  <c:v>5.8765229999999997</c:v>
                </c:pt>
                <c:pt idx="3554">
                  <c:v>5.8777650000000001</c:v>
                </c:pt>
                <c:pt idx="3555">
                  <c:v>5.8790070000000014</c:v>
                </c:pt>
                <c:pt idx="3556">
                  <c:v>5.8814909999999996</c:v>
                </c:pt>
                <c:pt idx="3557">
                  <c:v>5.882733</c:v>
                </c:pt>
                <c:pt idx="3558">
                  <c:v>5.8839749999999968</c:v>
                </c:pt>
                <c:pt idx="3559">
                  <c:v>5.885837999999997</c:v>
                </c:pt>
                <c:pt idx="3560">
                  <c:v>5.8870799999999974</c:v>
                </c:pt>
                <c:pt idx="3561">
                  <c:v>5.8883219999999996</c:v>
                </c:pt>
                <c:pt idx="3562">
                  <c:v>5.889564</c:v>
                </c:pt>
                <c:pt idx="3563">
                  <c:v>5.892048</c:v>
                </c:pt>
                <c:pt idx="3564">
                  <c:v>5.8932900000000004</c:v>
                </c:pt>
                <c:pt idx="3565">
                  <c:v>5.8945319999999963</c:v>
                </c:pt>
                <c:pt idx="3566">
                  <c:v>5.8957739999999985</c:v>
                </c:pt>
                <c:pt idx="3567">
                  <c:v>5.8976369999999969</c:v>
                </c:pt>
                <c:pt idx="3568">
                  <c:v>5.898879</c:v>
                </c:pt>
                <c:pt idx="3569">
                  <c:v>5.9001209999999995</c:v>
                </c:pt>
                <c:pt idx="3570">
                  <c:v>5.9013630000000044</c:v>
                </c:pt>
                <c:pt idx="3571">
                  <c:v>5.9038469999999998</c:v>
                </c:pt>
                <c:pt idx="3572">
                  <c:v>5.9050890000000003</c:v>
                </c:pt>
                <c:pt idx="3573">
                  <c:v>5.9063309999999998</c:v>
                </c:pt>
                <c:pt idx="3574">
                  <c:v>5.9075730000000002</c:v>
                </c:pt>
                <c:pt idx="3575">
                  <c:v>5.9088150000000006</c:v>
                </c:pt>
                <c:pt idx="3576">
                  <c:v>5.9119199999999985</c:v>
                </c:pt>
                <c:pt idx="3577">
                  <c:v>5.9131619999999998</c:v>
                </c:pt>
                <c:pt idx="3578">
                  <c:v>5.9144039999999976</c:v>
                </c:pt>
                <c:pt idx="3579">
                  <c:v>5.9156459999999997</c:v>
                </c:pt>
                <c:pt idx="3580">
                  <c:v>5.9168880000000001</c:v>
                </c:pt>
                <c:pt idx="3581">
                  <c:v>5.9181299999999997</c:v>
                </c:pt>
                <c:pt idx="3582">
                  <c:v>5.9206140000000005</c:v>
                </c:pt>
                <c:pt idx="3583">
                  <c:v>5.9224770000000007</c:v>
                </c:pt>
                <c:pt idx="3584">
                  <c:v>5.9237190000000002</c:v>
                </c:pt>
                <c:pt idx="3585">
                  <c:v>5.9249610000000006</c:v>
                </c:pt>
                <c:pt idx="3586">
                  <c:v>5.9262029999999992</c:v>
                </c:pt>
                <c:pt idx="3587">
                  <c:v>5.928687</c:v>
                </c:pt>
                <c:pt idx="3588">
                  <c:v>5.9299289999999996</c:v>
                </c:pt>
                <c:pt idx="3589">
                  <c:v>5.9311710000000026</c:v>
                </c:pt>
                <c:pt idx="3590">
                  <c:v>5.9324130000000004</c:v>
                </c:pt>
                <c:pt idx="3591">
                  <c:v>5.9342759999999997</c:v>
                </c:pt>
                <c:pt idx="3592">
                  <c:v>5.936760000000004</c:v>
                </c:pt>
                <c:pt idx="3593">
                  <c:v>5.9380020000000027</c:v>
                </c:pt>
                <c:pt idx="3594">
                  <c:v>5.9392440000000031</c:v>
                </c:pt>
                <c:pt idx="3595">
                  <c:v>5.9404860000000008</c:v>
                </c:pt>
                <c:pt idx="3596">
                  <c:v>5.9417280000000021</c:v>
                </c:pt>
                <c:pt idx="3597">
                  <c:v>5.9442119999999985</c:v>
                </c:pt>
                <c:pt idx="3598">
                  <c:v>5.9460749999999996</c:v>
                </c:pt>
                <c:pt idx="3599">
                  <c:v>5.947317</c:v>
                </c:pt>
                <c:pt idx="3600">
                  <c:v>5.9485590000000004</c:v>
                </c:pt>
                <c:pt idx="3601">
                  <c:v>5.951043000000003</c:v>
                </c:pt>
                <c:pt idx="3602">
                  <c:v>5.9522850000000007</c:v>
                </c:pt>
                <c:pt idx="3603">
                  <c:v>5.9535270000000002</c:v>
                </c:pt>
                <c:pt idx="3604">
                  <c:v>5.9547690000000024</c:v>
                </c:pt>
                <c:pt idx="3605">
                  <c:v>5.9560109999999975</c:v>
                </c:pt>
                <c:pt idx="3606">
                  <c:v>5.9572529999999997</c:v>
                </c:pt>
                <c:pt idx="3607">
                  <c:v>5.9603580000000003</c:v>
                </c:pt>
                <c:pt idx="3608">
                  <c:v>5.9615999999999998</c:v>
                </c:pt>
                <c:pt idx="3609">
                  <c:v>5.9628420000000002</c:v>
                </c:pt>
                <c:pt idx="3610">
                  <c:v>5.9640839999999971</c:v>
                </c:pt>
                <c:pt idx="3611">
                  <c:v>5.9653260000000001</c:v>
                </c:pt>
                <c:pt idx="3612">
                  <c:v>5.9665680000000014</c:v>
                </c:pt>
                <c:pt idx="3613">
                  <c:v>5.9690520000000014</c:v>
                </c:pt>
                <c:pt idx="3614">
                  <c:v>5.9709149999999971</c:v>
                </c:pt>
                <c:pt idx="3615">
                  <c:v>5.9721570000000002</c:v>
                </c:pt>
                <c:pt idx="3616">
                  <c:v>5.9746410000000028</c:v>
                </c:pt>
                <c:pt idx="3617">
                  <c:v>5.9758829999999996</c:v>
                </c:pt>
                <c:pt idx="3618">
                  <c:v>5.977125</c:v>
                </c:pt>
                <c:pt idx="3619">
                  <c:v>5.9783670000000031</c:v>
                </c:pt>
                <c:pt idx="3620">
                  <c:v>5.9808510000000004</c:v>
                </c:pt>
                <c:pt idx="3621">
                  <c:v>5.9827140000000005</c:v>
                </c:pt>
                <c:pt idx="3622">
                  <c:v>5.9839559999999965</c:v>
                </c:pt>
                <c:pt idx="3623">
                  <c:v>5.9864400000000026</c:v>
                </c:pt>
                <c:pt idx="3624">
                  <c:v>5.9876819999999995</c:v>
                </c:pt>
                <c:pt idx="3625">
                  <c:v>5.9889239999999999</c:v>
                </c:pt>
                <c:pt idx="3626">
                  <c:v>5.9914079999999998</c:v>
                </c:pt>
                <c:pt idx="3627">
                  <c:v>5.9926500000000003</c:v>
                </c:pt>
                <c:pt idx="3628">
                  <c:v>5.9945129999999978</c:v>
                </c:pt>
                <c:pt idx="3629">
                  <c:v>5.9969970000000004</c:v>
                </c:pt>
                <c:pt idx="3630">
                  <c:v>5.9982390000000034</c:v>
                </c:pt>
                <c:pt idx="3631">
                  <c:v>5.9994809999999985</c:v>
                </c:pt>
                <c:pt idx="3632">
                  <c:v>6.0007229999999998</c:v>
                </c:pt>
                <c:pt idx="3633">
                  <c:v>6.0032069999999997</c:v>
                </c:pt>
                <c:pt idx="3634">
                  <c:v>6.0044490000000001</c:v>
                </c:pt>
                <c:pt idx="3635">
                  <c:v>6.0056909999999997</c:v>
                </c:pt>
                <c:pt idx="3636">
                  <c:v>6.0075539999999972</c:v>
                </c:pt>
                <c:pt idx="3637">
                  <c:v>6.0087960000000002</c:v>
                </c:pt>
                <c:pt idx="3638">
                  <c:v>6.0100380000000007</c:v>
                </c:pt>
                <c:pt idx="3639">
                  <c:v>6.0125220000000006</c:v>
                </c:pt>
                <c:pt idx="3640">
                  <c:v>6.0137639999999992</c:v>
                </c:pt>
                <c:pt idx="3641">
                  <c:v>6.015005999999997</c:v>
                </c:pt>
                <c:pt idx="3642">
                  <c:v>6.0162480000000027</c:v>
                </c:pt>
                <c:pt idx="3643">
                  <c:v>6.0174899999999969</c:v>
                </c:pt>
                <c:pt idx="3644">
                  <c:v>6.0205949999999966</c:v>
                </c:pt>
                <c:pt idx="3645">
                  <c:v>6.021836999999997</c:v>
                </c:pt>
                <c:pt idx="3646">
                  <c:v>6.0230790000000001</c:v>
                </c:pt>
                <c:pt idx="3647">
                  <c:v>6.0243210000000005</c:v>
                </c:pt>
                <c:pt idx="3648">
                  <c:v>6.0268049999999977</c:v>
                </c:pt>
                <c:pt idx="3649">
                  <c:v>6.0280470000000008</c:v>
                </c:pt>
                <c:pt idx="3650">
                  <c:v>6.0292889999999995</c:v>
                </c:pt>
                <c:pt idx="3651">
                  <c:v>6.0311519999999996</c:v>
                </c:pt>
                <c:pt idx="3652">
                  <c:v>6.0336359999999996</c:v>
                </c:pt>
                <c:pt idx="3653">
                  <c:v>6.034878</c:v>
                </c:pt>
                <c:pt idx="3654">
                  <c:v>6.0361200000000004</c:v>
                </c:pt>
                <c:pt idx="3655">
                  <c:v>6.0373619999999999</c:v>
                </c:pt>
                <c:pt idx="3656">
                  <c:v>6.0386040000000003</c:v>
                </c:pt>
                <c:pt idx="3657">
                  <c:v>6.0398460000000034</c:v>
                </c:pt>
                <c:pt idx="3658">
                  <c:v>6.0410880000000002</c:v>
                </c:pt>
                <c:pt idx="3659">
                  <c:v>6.0429509999999969</c:v>
                </c:pt>
                <c:pt idx="3660">
                  <c:v>6.0454349999999959</c:v>
                </c:pt>
                <c:pt idx="3661">
                  <c:v>6.0466769999999999</c:v>
                </c:pt>
                <c:pt idx="3662">
                  <c:v>6.0479189999999967</c:v>
                </c:pt>
                <c:pt idx="3663">
                  <c:v>6.0491609999999998</c:v>
                </c:pt>
                <c:pt idx="3664">
                  <c:v>6.0504030000000002</c:v>
                </c:pt>
                <c:pt idx="3665">
                  <c:v>6.0528869999999966</c:v>
                </c:pt>
                <c:pt idx="3666">
                  <c:v>6.0547499999999985</c:v>
                </c:pt>
                <c:pt idx="3667">
                  <c:v>6.0559920000000007</c:v>
                </c:pt>
                <c:pt idx="3668">
                  <c:v>6.0572339999999985</c:v>
                </c:pt>
                <c:pt idx="3669">
                  <c:v>6.0584759999999971</c:v>
                </c:pt>
                <c:pt idx="3670">
                  <c:v>6.0597179999999975</c:v>
                </c:pt>
                <c:pt idx="3671">
                  <c:v>6.0622020000000001</c:v>
                </c:pt>
                <c:pt idx="3672">
                  <c:v>6.0634439999999996</c:v>
                </c:pt>
                <c:pt idx="3673">
                  <c:v>6.0646859999999956</c:v>
                </c:pt>
                <c:pt idx="3674">
                  <c:v>6.0659279999999978</c:v>
                </c:pt>
                <c:pt idx="3675">
                  <c:v>6.0677910000000006</c:v>
                </c:pt>
                <c:pt idx="3676">
                  <c:v>6.0690330000000001</c:v>
                </c:pt>
                <c:pt idx="3677">
                  <c:v>6.0702750000000014</c:v>
                </c:pt>
                <c:pt idx="3678">
                  <c:v>6.0715169999999965</c:v>
                </c:pt>
                <c:pt idx="3679">
                  <c:v>6.074001</c:v>
                </c:pt>
                <c:pt idx="3680">
                  <c:v>6.0752430000000022</c:v>
                </c:pt>
                <c:pt idx="3681">
                  <c:v>6.0764849999999972</c:v>
                </c:pt>
                <c:pt idx="3682">
                  <c:v>6.0777270000000003</c:v>
                </c:pt>
                <c:pt idx="3683">
                  <c:v>6.0795899999999996</c:v>
                </c:pt>
                <c:pt idx="3684">
                  <c:v>6.080832</c:v>
                </c:pt>
                <c:pt idx="3685">
                  <c:v>6.0820739999999995</c:v>
                </c:pt>
                <c:pt idx="3686">
                  <c:v>6.0833159999999973</c:v>
                </c:pt>
                <c:pt idx="3687">
                  <c:v>6.0845579999999977</c:v>
                </c:pt>
                <c:pt idx="3688">
                  <c:v>6.0870419999999985</c:v>
                </c:pt>
                <c:pt idx="3689">
                  <c:v>6.0882839999999998</c:v>
                </c:pt>
                <c:pt idx="3690">
                  <c:v>6.0895259999999976</c:v>
                </c:pt>
                <c:pt idx="3691">
                  <c:v>6.0913889999999995</c:v>
                </c:pt>
                <c:pt idx="3692">
                  <c:v>6.0926309999999972</c:v>
                </c:pt>
                <c:pt idx="3693">
                  <c:v>6.0938730000000003</c:v>
                </c:pt>
                <c:pt idx="3694">
                  <c:v>6.0951149999999945</c:v>
                </c:pt>
                <c:pt idx="3695">
                  <c:v>6.0963570000000002</c:v>
                </c:pt>
                <c:pt idx="3696">
                  <c:v>6.0975990000000007</c:v>
                </c:pt>
                <c:pt idx="3697">
                  <c:v>6.1000830000000006</c:v>
                </c:pt>
                <c:pt idx="3698">
                  <c:v>6.1013249999999966</c:v>
                </c:pt>
                <c:pt idx="3699">
                  <c:v>6.1031879999999958</c:v>
                </c:pt>
                <c:pt idx="3700">
                  <c:v>6.1044299999999971</c:v>
                </c:pt>
                <c:pt idx="3701">
                  <c:v>6.1056720000000002</c:v>
                </c:pt>
                <c:pt idx="3702">
                  <c:v>6.1069139999999971</c:v>
                </c:pt>
                <c:pt idx="3703">
                  <c:v>6.1081559999999966</c:v>
                </c:pt>
                <c:pt idx="3704">
                  <c:v>6.1093979999999997</c:v>
                </c:pt>
                <c:pt idx="3705">
                  <c:v>6.1106400000000001</c:v>
                </c:pt>
                <c:pt idx="3706">
                  <c:v>6.1131239999999973</c:v>
                </c:pt>
                <c:pt idx="3707">
                  <c:v>6.1143659999999977</c:v>
                </c:pt>
                <c:pt idx="3708">
                  <c:v>6.1162289999999997</c:v>
                </c:pt>
                <c:pt idx="3709">
                  <c:v>6.1174709999999957</c:v>
                </c:pt>
                <c:pt idx="3710">
                  <c:v>6.118712999999997</c:v>
                </c:pt>
                <c:pt idx="3711">
                  <c:v>6.1199549999999956</c:v>
                </c:pt>
                <c:pt idx="3712">
                  <c:v>6.1211969999999969</c:v>
                </c:pt>
                <c:pt idx="3713">
                  <c:v>6.1224389999999955</c:v>
                </c:pt>
                <c:pt idx="3714">
                  <c:v>6.1236809999999977</c:v>
                </c:pt>
                <c:pt idx="3715">
                  <c:v>6.1249229999999946</c:v>
                </c:pt>
                <c:pt idx="3716">
                  <c:v>6.1261649999999968</c:v>
                </c:pt>
                <c:pt idx="3717">
                  <c:v>6.1280280000000005</c:v>
                </c:pt>
                <c:pt idx="3718">
                  <c:v>6.1292699999999991</c:v>
                </c:pt>
                <c:pt idx="3719">
                  <c:v>6.1317539999999999</c:v>
                </c:pt>
                <c:pt idx="3720">
                  <c:v>6.1329959999999959</c:v>
                </c:pt>
                <c:pt idx="3721">
                  <c:v>6.1342379999999972</c:v>
                </c:pt>
                <c:pt idx="3722">
                  <c:v>6.1354799999999985</c:v>
                </c:pt>
                <c:pt idx="3723">
                  <c:v>6.1367219999999998</c:v>
                </c:pt>
                <c:pt idx="3724">
                  <c:v>6.1379639999999975</c:v>
                </c:pt>
                <c:pt idx="3725">
                  <c:v>6.1398270000000004</c:v>
                </c:pt>
                <c:pt idx="3726">
                  <c:v>6.1410689999999999</c:v>
                </c:pt>
                <c:pt idx="3727">
                  <c:v>6.1423109999999967</c:v>
                </c:pt>
                <c:pt idx="3728">
                  <c:v>6.1435530000000007</c:v>
                </c:pt>
                <c:pt idx="3729">
                  <c:v>6.1447949999999958</c:v>
                </c:pt>
                <c:pt idx="3730">
                  <c:v>6.1472789999999975</c:v>
                </c:pt>
                <c:pt idx="3731">
                  <c:v>6.148520999999997</c:v>
                </c:pt>
                <c:pt idx="3732">
                  <c:v>6.1497630000000028</c:v>
                </c:pt>
                <c:pt idx="3733">
                  <c:v>6.1516260000000003</c:v>
                </c:pt>
                <c:pt idx="3734">
                  <c:v>6.1528679999999971</c:v>
                </c:pt>
                <c:pt idx="3735">
                  <c:v>6.1541099999999958</c:v>
                </c:pt>
                <c:pt idx="3736">
                  <c:v>6.1553520000000006</c:v>
                </c:pt>
                <c:pt idx="3737">
                  <c:v>6.1565939999999975</c:v>
                </c:pt>
                <c:pt idx="3738">
                  <c:v>6.1578359999999961</c:v>
                </c:pt>
                <c:pt idx="3739">
                  <c:v>6.1590779999999965</c:v>
                </c:pt>
                <c:pt idx="3740">
                  <c:v>6.1603199999999969</c:v>
                </c:pt>
                <c:pt idx="3741">
                  <c:v>6.161562</c:v>
                </c:pt>
                <c:pt idx="3742">
                  <c:v>6.164666999999997</c:v>
                </c:pt>
                <c:pt idx="3743">
                  <c:v>6.1659089999999956</c:v>
                </c:pt>
                <c:pt idx="3744">
                  <c:v>6.1671509999999943</c:v>
                </c:pt>
                <c:pt idx="3745">
                  <c:v>6.168393</c:v>
                </c:pt>
                <c:pt idx="3746">
                  <c:v>6.1696349999999978</c:v>
                </c:pt>
                <c:pt idx="3747">
                  <c:v>6.1708769999999973</c:v>
                </c:pt>
                <c:pt idx="3748">
                  <c:v>6.1721189999999977</c:v>
                </c:pt>
                <c:pt idx="3749">
                  <c:v>6.1733610000000034</c:v>
                </c:pt>
                <c:pt idx="3750">
                  <c:v>6.1746029999999985</c:v>
                </c:pt>
                <c:pt idx="3751">
                  <c:v>6.1764659999999996</c:v>
                </c:pt>
                <c:pt idx="3752">
                  <c:v>6.177708</c:v>
                </c:pt>
                <c:pt idx="3753">
                  <c:v>6.1789499999999995</c:v>
                </c:pt>
                <c:pt idx="3754">
                  <c:v>6.1801919999999972</c:v>
                </c:pt>
                <c:pt idx="3755">
                  <c:v>6.1814339999999985</c:v>
                </c:pt>
                <c:pt idx="3756">
                  <c:v>6.1826759999999972</c:v>
                </c:pt>
                <c:pt idx="3757">
                  <c:v>6.1851600000000007</c:v>
                </c:pt>
                <c:pt idx="3758">
                  <c:v>6.1864020000000002</c:v>
                </c:pt>
                <c:pt idx="3759">
                  <c:v>6.1882649999999995</c:v>
                </c:pt>
                <c:pt idx="3760">
                  <c:v>6.1895069999999972</c:v>
                </c:pt>
                <c:pt idx="3761">
                  <c:v>6.1907489999999985</c:v>
                </c:pt>
                <c:pt idx="3762">
                  <c:v>6.1919909999999971</c:v>
                </c:pt>
                <c:pt idx="3763">
                  <c:v>6.1944749999999944</c:v>
                </c:pt>
                <c:pt idx="3764">
                  <c:v>6.1957169999999966</c:v>
                </c:pt>
                <c:pt idx="3765">
                  <c:v>6.196958999999997</c:v>
                </c:pt>
                <c:pt idx="3766">
                  <c:v>6.1982010000000001</c:v>
                </c:pt>
                <c:pt idx="3767">
                  <c:v>6.2000640000000002</c:v>
                </c:pt>
                <c:pt idx="3768">
                  <c:v>6.2013060000000024</c:v>
                </c:pt>
                <c:pt idx="3769">
                  <c:v>6.2025479999999975</c:v>
                </c:pt>
                <c:pt idx="3770">
                  <c:v>6.2050320000000001</c:v>
                </c:pt>
                <c:pt idx="3771">
                  <c:v>6.2062740000000014</c:v>
                </c:pt>
                <c:pt idx="3772">
                  <c:v>6.2075159999999956</c:v>
                </c:pt>
                <c:pt idx="3773">
                  <c:v>6.2087579999999996</c:v>
                </c:pt>
                <c:pt idx="3774">
                  <c:v>6.21</c:v>
                </c:pt>
                <c:pt idx="3775">
                  <c:v>6.211242000000003</c:v>
                </c:pt>
                <c:pt idx="3776">
                  <c:v>6.2131050000000005</c:v>
                </c:pt>
                <c:pt idx="3777">
                  <c:v>6.2155890000000005</c:v>
                </c:pt>
                <c:pt idx="3778">
                  <c:v>6.2168309999999964</c:v>
                </c:pt>
                <c:pt idx="3779">
                  <c:v>6.2180729999999995</c:v>
                </c:pt>
                <c:pt idx="3780">
                  <c:v>6.2193149999999973</c:v>
                </c:pt>
                <c:pt idx="3781">
                  <c:v>6.2205569999999959</c:v>
                </c:pt>
                <c:pt idx="3782">
                  <c:v>6.2217989999999999</c:v>
                </c:pt>
                <c:pt idx="3783">
                  <c:v>6.2230410000000003</c:v>
                </c:pt>
                <c:pt idx="3784">
                  <c:v>6.2249039999999969</c:v>
                </c:pt>
                <c:pt idx="3785">
                  <c:v>6.226146</c:v>
                </c:pt>
                <c:pt idx="3786">
                  <c:v>6.2286299999999999</c:v>
                </c:pt>
                <c:pt idx="3787">
                  <c:v>6.2298720000000003</c:v>
                </c:pt>
                <c:pt idx="3788">
                  <c:v>6.2311140000000007</c:v>
                </c:pt>
                <c:pt idx="3789">
                  <c:v>6.2323559999999985</c:v>
                </c:pt>
                <c:pt idx="3790">
                  <c:v>6.2335979999999998</c:v>
                </c:pt>
                <c:pt idx="3791">
                  <c:v>6.2348399999999975</c:v>
                </c:pt>
                <c:pt idx="3792">
                  <c:v>6.2367029999999994</c:v>
                </c:pt>
                <c:pt idx="3793">
                  <c:v>6.2379449999999972</c:v>
                </c:pt>
                <c:pt idx="3794">
                  <c:v>6.2391870000000003</c:v>
                </c:pt>
                <c:pt idx="3795">
                  <c:v>6.2416710000000029</c:v>
                </c:pt>
                <c:pt idx="3796">
                  <c:v>6.2429130000000006</c:v>
                </c:pt>
                <c:pt idx="3797">
                  <c:v>6.2441549999999966</c:v>
                </c:pt>
                <c:pt idx="3798">
                  <c:v>6.2453970000000014</c:v>
                </c:pt>
                <c:pt idx="3799">
                  <c:v>6.2466389999999992</c:v>
                </c:pt>
                <c:pt idx="3800">
                  <c:v>6.2485019999999976</c:v>
                </c:pt>
                <c:pt idx="3801">
                  <c:v>6.2497440000000024</c:v>
                </c:pt>
                <c:pt idx="3802">
                  <c:v>6.2522279999999997</c:v>
                </c:pt>
                <c:pt idx="3803">
                  <c:v>6.2534700000000001</c:v>
                </c:pt>
                <c:pt idx="3804">
                  <c:v>6.2547119999999969</c:v>
                </c:pt>
                <c:pt idx="3805">
                  <c:v>6.2559539999999974</c:v>
                </c:pt>
                <c:pt idx="3806">
                  <c:v>6.2571959999999978</c:v>
                </c:pt>
                <c:pt idx="3807">
                  <c:v>6.2584379999999973</c:v>
                </c:pt>
                <c:pt idx="3808">
                  <c:v>6.2603009999999975</c:v>
                </c:pt>
                <c:pt idx="3809">
                  <c:v>6.2627849999999974</c:v>
                </c:pt>
                <c:pt idx="3810">
                  <c:v>6.2640269999999969</c:v>
                </c:pt>
                <c:pt idx="3811">
                  <c:v>6.2652690000000026</c:v>
                </c:pt>
                <c:pt idx="3812">
                  <c:v>6.2665109999999968</c:v>
                </c:pt>
                <c:pt idx="3813">
                  <c:v>6.2677529999999972</c:v>
                </c:pt>
                <c:pt idx="3814">
                  <c:v>6.2689949999999968</c:v>
                </c:pt>
                <c:pt idx="3815">
                  <c:v>6.2702369999999998</c:v>
                </c:pt>
                <c:pt idx="3816">
                  <c:v>6.2733420000000031</c:v>
                </c:pt>
                <c:pt idx="3817">
                  <c:v>6.2745839999999964</c:v>
                </c:pt>
                <c:pt idx="3818">
                  <c:v>6.2758259999999995</c:v>
                </c:pt>
                <c:pt idx="3819">
                  <c:v>6.2770679999999999</c:v>
                </c:pt>
                <c:pt idx="3820">
                  <c:v>6.2783099999999994</c:v>
                </c:pt>
                <c:pt idx="3821">
                  <c:v>6.2795519999999998</c:v>
                </c:pt>
                <c:pt idx="3822">
                  <c:v>6.2807940000000002</c:v>
                </c:pt>
                <c:pt idx="3823">
                  <c:v>6.2820359999999971</c:v>
                </c:pt>
                <c:pt idx="3824">
                  <c:v>6.2832780000000028</c:v>
                </c:pt>
                <c:pt idx="3825">
                  <c:v>6.2851410000000003</c:v>
                </c:pt>
                <c:pt idx="3826">
                  <c:v>6.2863829999999998</c:v>
                </c:pt>
                <c:pt idx="3827">
                  <c:v>6.2876250000000002</c:v>
                </c:pt>
                <c:pt idx="3828">
                  <c:v>6.2901089999999975</c:v>
                </c:pt>
                <c:pt idx="3829">
                  <c:v>6.2913509999999997</c:v>
                </c:pt>
                <c:pt idx="3830">
                  <c:v>6.2925929999999966</c:v>
                </c:pt>
                <c:pt idx="3831">
                  <c:v>6.293834999999997</c:v>
                </c:pt>
                <c:pt idx="3832">
                  <c:v>6.295077</c:v>
                </c:pt>
                <c:pt idx="3833">
                  <c:v>6.2969400000000002</c:v>
                </c:pt>
                <c:pt idx="3834">
                  <c:v>6.2981819999999971</c:v>
                </c:pt>
                <c:pt idx="3835">
                  <c:v>6.2994240000000001</c:v>
                </c:pt>
                <c:pt idx="3836">
                  <c:v>6.3006660000000014</c:v>
                </c:pt>
                <c:pt idx="3837">
                  <c:v>6.3019080000000001</c:v>
                </c:pt>
                <c:pt idx="3838">
                  <c:v>6.3043919999999964</c:v>
                </c:pt>
                <c:pt idx="3839">
                  <c:v>6.3056339999999995</c:v>
                </c:pt>
                <c:pt idx="3840">
                  <c:v>6.3068759999999973</c:v>
                </c:pt>
                <c:pt idx="3841">
                  <c:v>6.3087390000000001</c:v>
                </c:pt>
                <c:pt idx="3842">
                  <c:v>6.309980999999997</c:v>
                </c:pt>
                <c:pt idx="3843">
                  <c:v>6.3112230000000027</c:v>
                </c:pt>
                <c:pt idx="3844">
                  <c:v>6.3124649999999969</c:v>
                </c:pt>
                <c:pt idx="3845">
                  <c:v>6.313707</c:v>
                </c:pt>
                <c:pt idx="3846">
                  <c:v>6.3149489999999977</c:v>
                </c:pt>
                <c:pt idx="3847">
                  <c:v>6.3174329999999967</c:v>
                </c:pt>
                <c:pt idx="3848">
                  <c:v>6.3186750000000007</c:v>
                </c:pt>
                <c:pt idx="3849">
                  <c:v>6.3199169999999958</c:v>
                </c:pt>
                <c:pt idx="3850">
                  <c:v>6.3217799999999995</c:v>
                </c:pt>
                <c:pt idx="3851">
                  <c:v>6.3230219999999973</c:v>
                </c:pt>
                <c:pt idx="3852">
                  <c:v>6.3242639999999986</c:v>
                </c:pt>
                <c:pt idx="3853">
                  <c:v>6.3255059999999945</c:v>
                </c:pt>
                <c:pt idx="3854">
                  <c:v>6.3267480000000003</c:v>
                </c:pt>
                <c:pt idx="3855">
                  <c:v>6.3292320000000002</c:v>
                </c:pt>
                <c:pt idx="3856">
                  <c:v>6.3304740000000006</c:v>
                </c:pt>
                <c:pt idx="3857">
                  <c:v>6.3317160000000001</c:v>
                </c:pt>
                <c:pt idx="3858">
                  <c:v>6.3335790000000003</c:v>
                </c:pt>
                <c:pt idx="3859">
                  <c:v>6.3348210000000007</c:v>
                </c:pt>
                <c:pt idx="3860">
                  <c:v>6.3360629999999993</c:v>
                </c:pt>
                <c:pt idx="3861">
                  <c:v>6.3373049999999971</c:v>
                </c:pt>
                <c:pt idx="3862">
                  <c:v>6.3397889999999997</c:v>
                </c:pt>
                <c:pt idx="3863">
                  <c:v>6.3410310000000001</c:v>
                </c:pt>
                <c:pt idx="3864">
                  <c:v>6.3422729999999996</c:v>
                </c:pt>
                <c:pt idx="3865">
                  <c:v>6.3435149999999956</c:v>
                </c:pt>
                <c:pt idx="3866">
                  <c:v>6.3453780000000002</c:v>
                </c:pt>
                <c:pt idx="3867">
                  <c:v>6.3466200000000024</c:v>
                </c:pt>
                <c:pt idx="3868">
                  <c:v>6.3478620000000001</c:v>
                </c:pt>
                <c:pt idx="3869">
                  <c:v>6.3491040000000005</c:v>
                </c:pt>
                <c:pt idx="3870">
                  <c:v>6.3515879999999969</c:v>
                </c:pt>
                <c:pt idx="3871">
                  <c:v>6.3528299999999973</c:v>
                </c:pt>
                <c:pt idx="3872">
                  <c:v>6.3540719999999968</c:v>
                </c:pt>
                <c:pt idx="3873">
                  <c:v>6.3553139999999972</c:v>
                </c:pt>
                <c:pt idx="3874">
                  <c:v>6.3571769999999956</c:v>
                </c:pt>
                <c:pt idx="3875">
                  <c:v>6.3584190000000005</c:v>
                </c:pt>
                <c:pt idx="3876">
                  <c:v>6.3596610000000027</c:v>
                </c:pt>
                <c:pt idx="3877">
                  <c:v>6.3609029999999978</c:v>
                </c:pt>
                <c:pt idx="3878">
                  <c:v>6.3621449999999946</c:v>
                </c:pt>
                <c:pt idx="3879">
                  <c:v>6.3633869999999968</c:v>
                </c:pt>
                <c:pt idx="3880">
                  <c:v>6.3646289999999972</c:v>
                </c:pt>
                <c:pt idx="3881">
                  <c:v>6.3658709999999958</c:v>
                </c:pt>
                <c:pt idx="3882">
                  <c:v>6.3671129999999945</c:v>
                </c:pt>
                <c:pt idx="3883">
                  <c:v>6.3683549999999967</c:v>
                </c:pt>
                <c:pt idx="3884">
                  <c:v>6.3702179999999995</c:v>
                </c:pt>
                <c:pt idx="3885">
                  <c:v>6.3714599999999999</c:v>
                </c:pt>
                <c:pt idx="3886">
                  <c:v>6.3727020000000003</c:v>
                </c:pt>
                <c:pt idx="3887">
                  <c:v>6.3739439999999998</c:v>
                </c:pt>
                <c:pt idx="3888">
                  <c:v>6.3751859999999967</c:v>
                </c:pt>
                <c:pt idx="3889">
                  <c:v>6.3764280000000024</c:v>
                </c:pt>
                <c:pt idx="3890">
                  <c:v>6.3776699999999993</c:v>
                </c:pt>
                <c:pt idx="3891">
                  <c:v>6.378911999999997</c:v>
                </c:pt>
                <c:pt idx="3892">
                  <c:v>6.3801539999999966</c:v>
                </c:pt>
                <c:pt idx="3893">
                  <c:v>6.3820169999999958</c:v>
                </c:pt>
                <c:pt idx="3894">
                  <c:v>6.3832589999999998</c:v>
                </c:pt>
                <c:pt idx="3895">
                  <c:v>6.3845009999999967</c:v>
                </c:pt>
                <c:pt idx="3896">
                  <c:v>6.3869849999999966</c:v>
                </c:pt>
                <c:pt idx="3897">
                  <c:v>6.3882270000000014</c:v>
                </c:pt>
                <c:pt idx="3898">
                  <c:v>6.3894690000000027</c:v>
                </c:pt>
                <c:pt idx="3899">
                  <c:v>6.3907110000000005</c:v>
                </c:pt>
                <c:pt idx="3900">
                  <c:v>6.3919529999999964</c:v>
                </c:pt>
                <c:pt idx="3901">
                  <c:v>6.3938159999999957</c:v>
                </c:pt>
                <c:pt idx="3902">
                  <c:v>6.395057999999997</c:v>
                </c:pt>
                <c:pt idx="3903">
                  <c:v>6.3963000000000001</c:v>
                </c:pt>
                <c:pt idx="3904">
                  <c:v>6.397541999999997</c:v>
                </c:pt>
                <c:pt idx="3905">
                  <c:v>6.3987839999999974</c:v>
                </c:pt>
                <c:pt idx="3906">
                  <c:v>6.4000259999999995</c:v>
                </c:pt>
                <c:pt idx="3907">
                  <c:v>6.4012680000000053</c:v>
                </c:pt>
                <c:pt idx="3908">
                  <c:v>6.4025099999999995</c:v>
                </c:pt>
                <c:pt idx="3909">
                  <c:v>6.4037519999999999</c:v>
                </c:pt>
                <c:pt idx="3910">
                  <c:v>6.4068570000000014</c:v>
                </c:pt>
                <c:pt idx="3911">
                  <c:v>6.4080990000000035</c:v>
                </c:pt>
                <c:pt idx="3912">
                  <c:v>6.4093410000000022</c:v>
                </c:pt>
                <c:pt idx="3913">
                  <c:v>6.4105829999999973</c:v>
                </c:pt>
                <c:pt idx="3914">
                  <c:v>6.4118249999999986</c:v>
                </c:pt>
                <c:pt idx="3915">
                  <c:v>6.4130669999999999</c:v>
                </c:pt>
                <c:pt idx="3916">
                  <c:v>6.4143090000000003</c:v>
                </c:pt>
                <c:pt idx="3917">
                  <c:v>6.4155509999999971</c:v>
                </c:pt>
                <c:pt idx="3918">
                  <c:v>6.4174139999999973</c:v>
                </c:pt>
                <c:pt idx="3919">
                  <c:v>6.4186560000000004</c:v>
                </c:pt>
                <c:pt idx="3920">
                  <c:v>6.4198979999999999</c:v>
                </c:pt>
                <c:pt idx="3921">
                  <c:v>6.4211400000000003</c:v>
                </c:pt>
                <c:pt idx="3922">
                  <c:v>6.4223820000000007</c:v>
                </c:pt>
                <c:pt idx="3923">
                  <c:v>6.4236239999999993</c:v>
                </c:pt>
                <c:pt idx="3924">
                  <c:v>6.4248659999999971</c:v>
                </c:pt>
                <c:pt idx="3925">
                  <c:v>6.4273499999999997</c:v>
                </c:pt>
                <c:pt idx="3926">
                  <c:v>6.4285920000000001</c:v>
                </c:pt>
                <c:pt idx="3927">
                  <c:v>6.4304550000000003</c:v>
                </c:pt>
                <c:pt idx="3928">
                  <c:v>6.4316970000000033</c:v>
                </c:pt>
                <c:pt idx="3929">
                  <c:v>6.4329390000000002</c:v>
                </c:pt>
                <c:pt idx="3930">
                  <c:v>6.4341810000000006</c:v>
                </c:pt>
                <c:pt idx="3931">
                  <c:v>6.4354230000000028</c:v>
                </c:pt>
                <c:pt idx="3932">
                  <c:v>6.4366650000000041</c:v>
                </c:pt>
                <c:pt idx="3933">
                  <c:v>6.4379070000000009</c:v>
                </c:pt>
                <c:pt idx="3934">
                  <c:v>6.4403910000000026</c:v>
                </c:pt>
                <c:pt idx="3935">
                  <c:v>6.4422540000000001</c:v>
                </c:pt>
                <c:pt idx="3936">
                  <c:v>6.4434959999999997</c:v>
                </c:pt>
                <c:pt idx="3937">
                  <c:v>6.4447380000000001</c:v>
                </c:pt>
                <c:pt idx="3938">
                  <c:v>6.4459800000000005</c:v>
                </c:pt>
                <c:pt idx="3939">
                  <c:v>6.4472220000000027</c:v>
                </c:pt>
                <c:pt idx="3940">
                  <c:v>6.4497059999999991</c:v>
                </c:pt>
                <c:pt idx="3941">
                  <c:v>6.4509479999999995</c:v>
                </c:pt>
                <c:pt idx="3942">
                  <c:v>6.4521900000000008</c:v>
                </c:pt>
                <c:pt idx="3943">
                  <c:v>6.454053</c:v>
                </c:pt>
                <c:pt idx="3944">
                  <c:v>6.4552949999999996</c:v>
                </c:pt>
                <c:pt idx="3945">
                  <c:v>6.456537</c:v>
                </c:pt>
                <c:pt idx="3946">
                  <c:v>6.4577789999999995</c:v>
                </c:pt>
                <c:pt idx="3947">
                  <c:v>6.4590209999999999</c:v>
                </c:pt>
                <c:pt idx="3948">
                  <c:v>6.460263000000003</c:v>
                </c:pt>
                <c:pt idx="3949">
                  <c:v>6.4615049999999972</c:v>
                </c:pt>
                <c:pt idx="3950">
                  <c:v>6.4627470000000002</c:v>
                </c:pt>
                <c:pt idx="3951">
                  <c:v>6.4639890000000007</c:v>
                </c:pt>
                <c:pt idx="3952">
                  <c:v>6.4658520000000008</c:v>
                </c:pt>
                <c:pt idx="3953">
                  <c:v>6.4670939999999995</c:v>
                </c:pt>
                <c:pt idx="3954">
                  <c:v>6.4683359999999972</c:v>
                </c:pt>
                <c:pt idx="3955">
                  <c:v>6.4708199999999998</c:v>
                </c:pt>
                <c:pt idx="3956">
                  <c:v>6.4720620000000029</c:v>
                </c:pt>
                <c:pt idx="3957">
                  <c:v>6.4733040000000024</c:v>
                </c:pt>
                <c:pt idx="3958">
                  <c:v>6.4745460000000001</c:v>
                </c:pt>
                <c:pt idx="3959">
                  <c:v>6.4757880000000014</c:v>
                </c:pt>
                <c:pt idx="3960">
                  <c:v>6.4770300000000001</c:v>
                </c:pt>
                <c:pt idx="3961">
                  <c:v>6.4788930000000029</c:v>
                </c:pt>
                <c:pt idx="3962">
                  <c:v>6.4801350000000006</c:v>
                </c:pt>
                <c:pt idx="3963">
                  <c:v>6.4813769999999993</c:v>
                </c:pt>
                <c:pt idx="3964">
                  <c:v>6.4826189999999997</c:v>
                </c:pt>
                <c:pt idx="3965">
                  <c:v>6.4838610000000028</c:v>
                </c:pt>
                <c:pt idx="3966">
                  <c:v>6.4851029999999996</c:v>
                </c:pt>
                <c:pt idx="3967">
                  <c:v>6.4875869999999969</c:v>
                </c:pt>
                <c:pt idx="3968">
                  <c:v>6.4888290000000026</c:v>
                </c:pt>
                <c:pt idx="3969">
                  <c:v>6.4906920000000028</c:v>
                </c:pt>
                <c:pt idx="3970">
                  <c:v>6.4919340000000005</c:v>
                </c:pt>
                <c:pt idx="3971">
                  <c:v>6.4931760000000001</c:v>
                </c:pt>
                <c:pt idx="3972">
                  <c:v>6.4944180000000005</c:v>
                </c:pt>
                <c:pt idx="3973">
                  <c:v>6.4956600000000035</c:v>
                </c:pt>
                <c:pt idx="3974">
                  <c:v>6.4969019999999995</c:v>
                </c:pt>
                <c:pt idx="3975">
                  <c:v>6.4981439999999999</c:v>
                </c:pt>
                <c:pt idx="3976">
                  <c:v>6.4993859999999986</c:v>
                </c:pt>
                <c:pt idx="3977">
                  <c:v>6.5006279999999999</c:v>
                </c:pt>
                <c:pt idx="3978">
                  <c:v>6.502491</c:v>
                </c:pt>
                <c:pt idx="3979">
                  <c:v>6.5037330000000004</c:v>
                </c:pt>
                <c:pt idx="3980">
                  <c:v>6.5037330000000004</c:v>
                </c:pt>
                <c:pt idx="3981">
                  <c:v>6.5049749999999955</c:v>
                </c:pt>
                <c:pt idx="3982">
                  <c:v>6.5062170000000004</c:v>
                </c:pt>
                <c:pt idx="3983">
                  <c:v>6.5074589999999972</c:v>
                </c:pt>
                <c:pt idx="3984">
                  <c:v>6.5087010000000003</c:v>
                </c:pt>
                <c:pt idx="3985">
                  <c:v>6.5099430000000034</c:v>
                </c:pt>
                <c:pt idx="3986">
                  <c:v>6.5111849999999958</c:v>
                </c:pt>
                <c:pt idx="3987">
                  <c:v>6.5124269999999971</c:v>
                </c:pt>
                <c:pt idx="3988">
                  <c:v>6.5142899999999972</c:v>
                </c:pt>
                <c:pt idx="3989">
                  <c:v>6.5155319999999968</c:v>
                </c:pt>
                <c:pt idx="3990">
                  <c:v>6.5167739999999998</c:v>
                </c:pt>
                <c:pt idx="3991">
                  <c:v>6.5180159999999967</c:v>
                </c:pt>
                <c:pt idx="3992">
                  <c:v>6.5192579999999998</c:v>
                </c:pt>
                <c:pt idx="3993">
                  <c:v>6.5204999999999975</c:v>
                </c:pt>
                <c:pt idx="3994">
                  <c:v>6.5217420000000024</c:v>
                </c:pt>
                <c:pt idx="3995">
                  <c:v>6.5229839999999957</c:v>
                </c:pt>
                <c:pt idx="3996">
                  <c:v>6.5242260000000005</c:v>
                </c:pt>
                <c:pt idx="3997">
                  <c:v>6.5254679999999965</c:v>
                </c:pt>
                <c:pt idx="3998">
                  <c:v>6.5273309999999958</c:v>
                </c:pt>
                <c:pt idx="3999">
                  <c:v>6.5285729999999971</c:v>
                </c:pt>
                <c:pt idx="4000">
                  <c:v>6.5298149999999966</c:v>
                </c:pt>
                <c:pt idx="4001">
                  <c:v>6.5310569999999997</c:v>
                </c:pt>
                <c:pt idx="4002">
                  <c:v>6.5322990000000027</c:v>
                </c:pt>
                <c:pt idx="4003">
                  <c:v>6.5335410000000014</c:v>
                </c:pt>
                <c:pt idx="4004">
                  <c:v>6.534783</c:v>
                </c:pt>
                <c:pt idx="4005">
                  <c:v>6.5360250000000004</c:v>
                </c:pt>
                <c:pt idx="4006">
                  <c:v>6.5372669999999999</c:v>
                </c:pt>
                <c:pt idx="4007">
                  <c:v>6.5391299999999992</c:v>
                </c:pt>
                <c:pt idx="4008">
                  <c:v>6.5403719999999996</c:v>
                </c:pt>
                <c:pt idx="4009">
                  <c:v>6.541614</c:v>
                </c:pt>
                <c:pt idx="4010">
                  <c:v>6.5428559999999969</c:v>
                </c:pt>
                <c:pt idx="4011">
                  <c:v>6.544098</c:v>
                </c:pt>
                <c:pt idx="4012">
                  <c:v>6.5453399999999995</c:v>
                </c:pt>
                <c:pt idx="4013">
                  <c:v>6.5465819999999972</c:v>
                </c:pt>
                <c:pt idx="4014">
                  <c:v>6.5478239999999985</c:v>
                </c:pt>
                <c:pt idx="4015">
                  <c:v>6.5490659999999998</c:v>
                </c:pt>
                <c:pt idx="4016">
                  <c:v>6.550929</c:v>
                </c:pt>
                <c:pt idx="4017">
                  <c:v>6.5521709999999977</c:v>
                </c:pt>
                <c:pt idx="4018">
                  <c:v>6.5534130000000008</c:v>
                </c:pt>
                <c:pt idx="4019">
                  <c:v>6.5546549999999968</c:v>
                </c:pt>
                <c:pt idx="4020">
                  <c:v>6.5558969999999972</c:v>
                </c:pt>
                <c:pt idx="4021">
                  <c:v>6.5571389999999958</c:v>
                </c:pt>
                <c:pt idx="4022">
                  <c:v>6.5583809999999971</c:v>
                </c:pt>
                <c:pt idx="4023">
                  <c:v>6.5596230000000029</c:v>
                </c:pt>
                <c:pt idx="4024">
                  <c:v>6.5608649999999971</c:v>
                </c:pt>
                <c:pt idx="4025">
                  <c:v>6.5627279999999972</c:v>
                </c:pt>
                <c:pt idx="4026">
                  <c:v>6.5639699999999985</c:v>
                </c:pt>
                <c:pt idx="4027">
                  <c:v>6.5652119999999972</c:v>
                </c:pt>
                <c:pt idx="4028">
                  <c:v>6.5664539999999985</c:v>
                </c:pt>
                <c:pt idx="4029">
                  <c:v>6.5676960000000006</c:v>
                </c:pt>
                <c:pt idx="4030">
                  <c:v>6.5689379999999957</c:v>
                </c:pt>
                <c:pt idx="4031">
                  <c:v>6.5701799999999997</c:v>
                </c:pt>
                <c:pt idx="4032">
                  <c:v>6.5714220000000028</c:v>
                </c:pt>
                <c:pt idx="4033">
                  <c:v>6.5726640000000014</c:v>
                </c:pt>
                <c:pt idx="4034">
                  <c:v>6.5745269999999971</c:v>
                </c:pt>
                <c:pt idx="4035">
                  <c:v>6.5757690000000029</c:v>
                </c:pt>
                <c:pt idx="4036">
                  <c:v>6.5770109999999971</c:v>
                </c:pt>
                <c:pt idx="4037">
                  <c:v>6.5782530000000028</c:v>
                </c:pt>
                <c:pt idx="4038">
                  <c:v>6.5794950000000014</c:v>
                </c:pt>
                <c:pt idx="4039">
                  <c:v>6.5807370000000001</c:v>
                </c:pt>
                <c:pt idx="4040">
                  <c:v>6.5819790000000014</c:v>
                </c:pt>
                <c:pt idx="4041">
                  <c:v>6.5832210000000035</c:v>
                </c:pt>
                <c:pt idx="4042">
                  <c:v>6.5844629999999995</c:v>
                </c:pt>
                <c:pt idx="4043">
                  <c:v>6.5857049999999973</c:v>
                </c:pt>
                <c:pt idx="4044">
                  <c:v>6.5875680000000001</c:v>
                </c:pt>
                <c:pt idx="4045">
                  <c:v>6.5888099999999996</c:v>
                </c:pt>
                <c:pt idx="4046">
                  <c:v>6.590052</c:v>
                </c:pt>
                <c:pt idx="4047">
                  <c:v>6.5912940000000004</c:v>
                </c:pt>
                <c:pt idx="4048">
                  <c:v>6.5925359999999955</c:v>
                </c:pt>
                <c:pt idx="4049">
                  <c:v>6.5937780000000004</c:v>
                </c:pt>
                <c:pt idx="4050">
                  <c:v>6.596262000000003</c:v>
                </c:pt>
                <c:pt idx="4051">
                  <c:v>6.597503999999998</c:v>
                </c:pt>
                <c:pt idx="4052">
                  <c:v>6.5993670000000026</c:v>
                </c:pt>
                <c:pt idx="4053">
                  <c:v>6.6006089999999995</c:v>
                </c:pt>
                <c:pt idx="4054">
                  <c:v>6.6018509999999972</c:v>
                </c:pt>
                <c:pt idx="4055">
                  <c:v>6.6030929999999985</c:v>
                </c:pt>
                <c:pt idx="4056">
                  <c:v>6.6043349999999945</c:v>
                </c:pt>
                <c:pt idx="4057">
                  <c:v>6.6055769999999967</c:v>
                </c:pt>
                <c:pt idx="4058">
                  <c:v>6.6068189999999971</c:v>
                </c:pt>
                <c:pt idx="4059">
                  <c:v>6.6093030000000024</c:v>
                </c:pt>
                <c:pt idx="4060">
                  <c:v>6.6111660000000008</c:v>
                </c:pt>
                <c:pt idx="4061">
                  <c:v>6.6124079999999958</c:v>
                </c:pt>
                <c:pt idx="4062">
                  <c:v>6.6136499999999998</c:v>
                </c:pt>
                <c:pt idx="4063">
                  <c:v>6.6148919999999958</c:v>
                </c:pt>
                <c:pt idx="4064">
                  <c:v>6.6161339999999971</c:v>
                </c:pt>
                <c:pt idx="4065">
                  <c:v>6.6173759999999966</c:v>
                </c:pt>
                <c:pt idx="4066">
                  <c:v>6.6198600000000001</c:v>
                </c:pt>
                <c:pt idx="4067">
                  <c:v>6.6211020000000005</c:v>
                </c:pt>
                <c:pt idx="4068">
                  <c:v>6.6229649999999944</c:v>
                </c:pt>
                <c:pt idx="4069">
                  <c:v>6.6254490000000006</c:v>
                </c:pt>
                <c:pt idx="4070">
                  <c:v>6.6266909999999966</c:v>
                </c:pt>
                <c:pt idx="4071">
                  <c:v>6.6279329999999943</c:v>
                </c:pt>
                <c:pt idx="4072">
                  <c:v>6.6304169999999969</c:v>
                </c:pt>
                <c:pt idx="4073">
                  <c:v>6.6316590000000026</c:v>
                </c:pt>
                <c:pt idx="4074">
                  <c:v>6.6329009999999968</c:v>
                </c:pt>
                <c:pt idx="4075">
                  <c:v>6.6360060000000001</c:v>
                </c:pt>
                <c:pt idx="4076">
                  <c:v>6.6372480000000014</c:v>
                </c:pt>
                <c:pt idx="4077">
                  <c:v>6.63849</c:v>
                </c:pt>
                <c:pt idx="4078">
                  <c:v>6.6409739999999982</c:v>
                </c:pt>
                <c:pt idx="4079">
                  <c:v>6.6422159999999968</c:v>
                </c:pt>
                <c:pt idx="4080">
                  <c:v>6.6446999999999985</c:v>
                </c:pt>
                <c:pt idx="4081">
                  <c:v>6.6459419999999971</c:v>
                </c:pt>
                <c:pt idx="4082">
                  <c:v>6.6490470000000004</c:v>
                </c:pt>
                <c:pt idx="4083">
                  <c:v>6.6502889999999972</c:v>
                </c:pt>
                <c:pt idx="4084">
                  <c:v>6.6527729999999972</c:v>
                </c:pt>
                <c:pt idx="4085">
                  <c:v>6.6540149999999949</c:v>
                </c:pt>
                <c:pt idx="4086">
                  <c:v>6.6564989999999975</c:v>
                </c:pt>
                <c:pt idx="4087">
                  <c:v>6.657740999999997</c:v>
                </c:pt>
                <c:pt idx="4088">
                  <c:v>6.6608459999999967</c:v>
                </c:pt>
                <c:pt idx="4089">
                  <c:v>6.6620879999999945</c:v>
                </c:pt>
                <c:pt idx="4090">
                  <c:v>6.6633299999999975</c:v>
                </c:pt>
                <c:pt idx="4091">
                  <c:v>6.6658139999999957</c:v>
                </c:pt>
                <c:pt idx="4092">
                  <c:v>6.6670559999999961</c:v>
                </c:pt>
                <c:pt idx="4093">
                  <c:v>6.6682980000000001</c:v>
                </c:pt>
                <c:pt idx="4094">
                  <c:v>6.6714029999999998</c:v>
                </c:pt>
                <c:pt idx="4095">
                  <c:v>6.6726449999999975</c:v>
                </c:pt>
                <c:pt idx="4096">
                  <c:v>6.673886999999997</c:v>
                </c:pt>
                <c:pt idx="4097">
                  <c:v>6.6763709999999996</c:v>
                </c:pt>
                <c:pt idx="4098">
                  <c:v>6.677613</c:v>
                </c:pt>
                <c:pt idx="4099">
                  <c:v>6.6788549999999978</c:v>
                </c:pt>
                <c:pt idx="4100">
                  <c:v>6.680097</c:v>
                </c:pt>
                <c:pt idx="4101">
                  <c:v>6.6825809999999946</c:v>
                </c:pt>
                <c:pt idx="4102">
                  <c:v>6.6844439999999965</c:v>
                </c:pt>
                <c:pt idx="4103">
                  <c:v>6.6856859999999969</c:v>
                </c:pt>
                <c:pt idx="4104">
                  <c:v>6.6881699999999995</c:v>
                </c:pt>
                <c:pt idx="4105">
                  <c:v>6.6894119999999972</c:v>
                </c:pt>
                <c:pt idx="4106">
                  <c:v>6.6906539999999985</c:v>
                </c:pt>
                <c:pt idx="4107">
                  <c:v>6.6931379999999967</c:v>
                </c:pt>
                <c:pt idx="4108">
                  <c:v>6.6943799999999971</c:v>
                </c:pt>
                <c:pt idx="4109">
                  <c:v>6.6962429999999999</c:v>
                </c:pt>
                <c:pt idx="4110">
                  <c:v>6.6987270000000008</c:v>
                </c:pt>
                <c:pt idx="4111">
                  <c:v>6.6999689999999985</c:v>
                </c:pt>
                <c:pt idx="4112">
                  <c:v>6.7012109999999998</c:v>
                </c:pt>
                <c:pt idx="4113">
                  <c:v>6.7036949999999997</c:v>
                </c:pt>
                <c:pt idx="4114">
                  <c:v>6.7049369999999966</c:v>
                </c:pt>
                <c:pt idx="4115">
                  <c:v>6.7061789999999997</c:v>
                </c:pt>
                <c:pt idx="4116">
                  <c:v>6.7092840000000002</c:v>
                </c:pt>
                <c:pt idx="4117">
                  <c:v>6.7105259999999971</c:v>
                </c:pt>
                <c:pt idx="4118">
                  <c:v>6.7117680000000028</c:v>
                </c:pt>
                <c:pt idx="4119">
                  <c:v>6.7142519999999966</c:v>
                </c:pt>
                <c:pt idx="4120">
                  <c:v>6.7154939999999996</c:v>
                </c:pt>
                <c:pt idx="4121">
                  <c:v>6.716736</c:v>
                </c:pt>
                <c:pt idx="4122">
                  <c:v>6.7179779999999969</c:v>
                </c:pt>
                <c:pt idx="4123">
                  <c:v>6.7210830000000001</c:v>
                </c:pt>
                <c:pt idx="4124">
                  <c:v>6.722324999999997</c:v>
                </c:pt>
                <c:pt idx="4125">
                  <c:v>6.7235670000000001</c:v>
                </c:pt>
                <c:pt idx="4126">
                  <c:v>6.726051</c:v>
                </c:pt>
                <c:pt idx="4127">
                  <c:v>6.7272930000000004</c:v>
                </c:pt>
                <c:pt idx="4128">
                  <c:v>6.7285349999999964</c:v>
                </c:pt>
                <c:pt idx="4129">
                  <c:v>6.7297769999999995</c:v>
                </c:pt>
                <c:pt idx="4130">
                  <c:v>6.732882</c:v>
                </c:pt>
                <c:pt idx="4131">
                  <c:v>6.7341239999999996</c:v>
                </c:pt>
                <c:pt idx="4132">
                  <c:v>6.7353660000000026</c:v>
                </c:pt>
                <c:pt idx="4133">
                  <c:v>6.7378499999999999</c:v>
                </c:pt>
                <c:pt idx="4134">
                  <c:v>6.739092000000003</c:v>
                </c:pt>
                <c:pt idx="4135">
                  <c:v>6.7403339999999998</c:v>
                </c:pt>
                <c:pt idx="4136">
                  <c:v>6.7428180000000006</c:v>
                </c:pt>
                <c:pt idx="4137">
                  <c:v>6.7446809999999973</c:v>
                </c:pt>
                <c:pt idx="4138">
                  <c:v>6.7459229999999986</c:v>
                </c:pt>
                <c:pt idx="4139">
                  <c:v>6.7471649999999972</c:v>
                </c:pt>
                <c:pt idx="4140">
                  <c:v>6.7484070000000003</c:v>
                </c:pt>
                <c:pt idx="4141">
                  <c:v>6.7508910000000002</c:v>
                </c:pt>
                <c:pt idx="4142">
                  <c:v>6.7521329999999971</c:v>
                </c:pt>
                <c:pt idx="4143">
                  <c:v>6.7533750000000001</c:v>
                </c:pt>
                <c:pt idx="4144">
                  <c:v>6.7546170000000005</c:v>
                </c:pt>
                <c:pt idx="4145">
                  <c:v>6.7564800000000007</c:v>
                </c:pt>
                <c:pt idx="4146">
                  <c:v>6.7589639999999997</c:v>
                </c:pt>
                <c:pt idx="4147">
                  <c:v>6.7602059999999975</c:v>
                </c:pt>
                <c:pt idx="4148">
                  <c:v>6.7614479999999997</c:v>
                </c:pt>
                <c:pt idx="4149">
                  <c:v>6.7626900000000001</c:v>
                </c:pt>
                <c:pt idx="4150">
                  <c:v>6.7639319999999969</c:v>
                </c:pt>
                <c:pt idx="4151">
                  <c:v>6.7651739999999974</c:v>
                </c:pt>
                <c:pt idx="4152">
                  <c:v>6.7664159999999978</c:v>
                </c:pt>
                <c:pt idx="4153">
                  <c:v>6.7695210000000001</c:v>
                </c:pt>
                <c:pt idx="4154">
                  <c:v>6.7707630000000041</c:v>
                </c:pt>
                <c:pt idx="4155">
                  <c:v>6.7720049999999965</c:v>
                </c:pt>
                <c:pt idx="4156">
                  <c:v>6.7732470000000031</c:v>
                </c:pt>
                <c:pt idx="4157">
                  <c:v>6.774489</c:v>
                </c:pt>
                <c:pt idx="4158">
                  <c:v>6.7757309999999995</c:v>
                </c:pt>
                <c:pt idx="4159">
                  <c:v>6.7769729999999999</c:v>
                </c:pt>
                <c:pt idx="4160">
                  <c:v>6.7782149999999985</c:v>
                </c:pt>
                <c:pt idx="4161">
                  <c:v>6.7813200000000027</c:v>
                </c:pt>
                <c:pt idx="4162">
                  <c:v>6.7825620000000004</c:v>
                </c:pt>
                <c:pt idx="4163">
                  <c:v>6.7838039999999999</c:v>
                </c:pt>
                <c:pt idx="4164">
                  <c:v>6.7850460000000004</c:v>
                </c:pt>
                <c:pt idx="4165">
                  <c:v>6.7862880000000034</c:v>
                </c:pt>
                <c:pt idx="4166">
                  <c:v>6.7875299999999985</c:v>
                </c:pt>
                <c:pt idx="4167">
                  <c:v>6.7887719999999998</c:v>
                </c:pt>
                <c:pt idx="4168">
                  <c:v>6.7900139999999976</c:v>
                </c:pt>
                <c:pt idx="4169">
                  <c:v>6.7912559999999997</c:v>
                </c:pt>
                <c:pt idx="4170">
                  <c:v>6.7931189999999972</c:v>
                </c:pt>
                <c:pt idx="4171">
                  <c:v>6.7943610000000003</c:v>
                </c:pt>
                <c:pt idx="4172">
                  <c:v>6.7968450000000002</c:v>
                </c:pt>
                <c:pt idx="4173">
                  <c:v>6.7980869999999971</c:v>
                </c:pt>
                <c:pt idx="4174">
                  <c:v>6.7993290000000028</c:v>
                </c:pt>
                <c:pt idx="4175">
                  <c:v>6.8005710000000006</c:v>
                </c:pt>
                <c:pt idx="4176">
                  <c:v>6.8018129999999966</c:v>
                </c:pt>
                <c:pt idx="4177">
                  <c:v>6.803054999999997</c:v>
                </c:pt>
                <c:pt idx="4178">
                  <c:v>6.8049179999999945</c:v>
                </c:pt>
                <c:pt idx="4179">
                  <c:v>6.8061600000000002</c:v>
                </c:pt>
                <c:pt idx="4180">
                  <c:v>6.8086440000000001</c:v>
                </c:pt>
                <c:pt idx="4181">
                  <c:v>6.809885999999997</c:v>
                </c:pt>
                <c:pt idx="4182">
                  <c:v>6.8111280000000001</c:v>
                </c:pt>
                <c:pt idx="4183">
                  <c:v>6.8123700000000005</c:v>
                </c:pt>
                <c:pt idx="4184">
                  <c:v>6.813612</c:v>
                </c:pt>
                <c:pt idx="4185">
                  <c:v>6.8148539999999969</c:v>
                </c:pt>
                <c:pt idx="4186">
                  <c:v>6.8167170000000006</c:v>
                </c:pt>
                <c:pt idx="4187">
                  <c:v>6.8179589999999948</c:v>
                </c:pt>
                <c:pt idx="4188">
                  <c:v>6.8192009999999996</c:v>
                </c:pt>
                <c:pt idx="4189">
                  <c:v>6.820443</c:v>
                </c:pt>
                <c:pt idx="4190">
                  <c:v>6.8229269999999955</c:v>
                </c:pt>
                <c:pt idx="4191">
                  <c:v>6.8241689999999977</c:v>
                </c:pt>
                <c:pt idx="4192">
                  <c:v>6.8254109999999946</c:v>
                </c:pt>
                <c:pt idx="4193">
                  <c:v>6.8266530000000003</c:v>
                </c:pt>
                <c:pt idx="4194">
                  <c:v>6.828515999999996</c:v>
                </c:pt>
                <c:pt idx="4195">
                  <c:v>6.8309999999999995</c:v>
                </c:pt>
                <c:pt idx="4196">
                  <c:v>6.8322420000000035</c:v>
                </c:pt>
                <c:pt idx="4197">
                  <c:v>6.8334839999999986</c:v>
                </c:pt>
                <c:pt idx="4198">
                  <c:v>6.8347259999999972</c:v>
                </c:pt>
                <c:pt idx="4199">
                  <c:v>6.8372099999999998</c:v>
                </c:pt>
                <c:pt idx="4200">
                  <c:v>6.8384520000000002</c:v>
                </c:pt>
                <c:pt idx="4201">
                  <c:v>6.8396940000000024</c:v>
                </c:pt>
                <c:pt idx="4202">
                  <c:v>6.8427990000000003</c:v>
                </c:pt>
                <c:pt idx="4203">
                  <c:v>6.8440410000000007</c:v>
                </c:pt>
                <c:pt idx="4204">
                  <c:v>6.8452829999999985</c:v>
                </c:pt>
                <c:pt idx="4205">
                  <c:v>6.8465249999999971</c:v>
                </c:pt>
                <c:pt idx="4206">
                  <c:v>6.8490089999999997</c:v>
                </c:pt>
                <c:pt idx="4207">
                  <c:v>6.8502510000000001</c:v>
                </c:pt>
                <c:pt idx="4208">
                  <c:v>6.8514929999999996</c:v>
                </c:pt>
                <c:pt idx="4209">
                  <c:v>6.8545979999999966</c:v>
                </c:pt>
                <c:pt idx="4210">
                  <c:v>6.855839999999997</c:v>
                </c:pt>
                <c:pt idx="4211">
                  <c:v>6.8570819999999966</c:v>
                </c:pt>
                <c:pt idx="4212">
                  <c:v>6.8595659999999965</c:v>
                </c:pt>
                <c:pt idx="4213">
                  <c:v>6.8608079999999969</c:v>
                </c:pt>
                <c:pt idx="4214">
                  <c:v>6.8620499999999973</c:v>
                </c:pt>
                <c:pt idx="4215">
                  <c:v>6.8651549999999943</c:v>
                </c:pt>
                <c:pt idx="4216">
                  <c:v>6.8663970000000001</c:v>
                </c:pt>
                <c:pt idx="4217">
                  <c:v>6.8676389999999969</c:v>
                </c:pt>
                <c:pt idx="4218">
                  <c:v>6.8701230000000004</c:v>
                </c:pt>
                <c:pt idx="4219">
                  <c:v>6.8713649999999999</c:v>
                </c:pt>
                <c:pt idx="4220">
                  <c:v>6.8726070000000004</c:v>
                </c:pt>
                <c:pt idx="4221">
                  <c:v>6.8750909999999985</c:v>
                </c:pt>
                <c:pt idx="4222">
                  <c:v>6.8769539999999996</c:v>
                </c:pt>
                <c:pt idx="4223">
                  <c:v>6.878196</c:v>
                </c:pt>
                <c:pt idx="4224">
                  <c:v>6.8794379999999995</c:v>
                </c:pt>
                <c:pt idx="4225">
                  <c:v>6.8819220000000003</c:v>
                </c:pt>
                <c:pt idx="4226">
                  <c:v>6.8831639999999998</c:v>
                </c:pt>
                <c:pt idx="4227">
                  <c:v>6.8844059999999967</c:v>
                </c:pt>
                <c:pt idx="4228">
                  <c:v>6.8856479999999998</c:v>
                </c:pt>
                <c:pt idx="4229">
                  <c:v>6.8881320000000006</c:v>
                </c:pt>
                <c:pt idx="4230">
                  <c:v>6.8899950000000008</c:v>
                </c:pt>
                <c:pt idx="4231">
                  <c:v>6.8912369999999985</c:v>
                </c:pt>
                <c:pt idx="4232">
                  <c:v>6.8924789999999971</c:v>
                </c:pt>
                <c:pt idx="4233">
                  <c:v>6.8949629999999971</c:v>
                </c:pt>
                <c:pt idx="4234">
                  <c:v>6.8962050000000001</c:v>
                </c:pt>
                <c:pt idx="4235">
                  <c:v>6.897446999999997</c:v>
                </c:pt>
                <c:pt idx="4236">
                  <c:v>6.8986890000000001</c:v>
                </c:pt>
                <c:pt idx="4237">
                  <c:v>6.9017940000000024</c:v>
                </c:pt>
                <c:pt idx="4238">
                  <c:v>6.9030360000000002</c:v>
                </c:pt>
                <c:pt idx="4239">
                  <c:v>6.9042780000000024</c:v>
                </c:pt>
                <c:pt idx="4240">
                  <c:v>6.9067620000000032</c:v>
                </c:pt>
                <c:pt idx="4241">
                  <c:v>6.908004</c:v>
                </c:pt>
                <c:pt idx="4242">
                  <c:v>6.9092460000000022</c:v>
                </c:pt>
                <c:pt idx="4243">
                  <c:v>6.910488</c:v>
                </c:pt>
                <c:pt idx="4244">
                  <c:v>6.9135929999999997</c:v>
                </c:pt>
                <c:pt idx="4245">
                  <c:v>6.9148349999999956</c:v>
                </c:pt>
                <c:pt idx="4246">
                  <c:v>6.9160770000000014</c:v>
                </c:pt>
                <c:pt idx="4247">
                  <c:v>6.917319</c:v>
                </c:pt>
                <c:pt idx="4248">
                  <c:v>6.9198030000000035</c:v>
                </c:pt>
                <c:pt idx="4249">
                  <c:v>6.9210449999999986</c:v>
                </c:pt>
                <c:pt idx="4250">
                  <c:v>6.9222869999999972</c:v>
                </c:pt>
                <c:pt idx="4251">
                  <c:v>6.9235289999999985</c:v>
                </c:pt>
                <c:pt idx="4252">
                  <c:v>6.9253919999999995</c:v>
                </c:pt>
                <c:pt idx="4253">
                  <c:v>6.926634</c:v>
                </c:pt>
                <c:pt idx="4254">
                  <c:v>6.9291179999999972</c:v>
                </c:pt>
                <c:pt idx="4255">
                  <c:v>6.930360000000003</c:v>
                </c:pt>
                <c:pt idx="4256">
                  <c:v>6.931602000000006</c:v>
                </c:pt>
                <c:pt idx="4257">
                  <c:v>6.9340859999999971</c:v>
                </c:pt>
                <c:pt idx="4258">
                  <c:v>6.9353279999999993</c:v>
                </c:pt>
                <c:pt idx="4259">
                  <c:v>6.9365700000000023</c:v>
                </c:pt>
                <c:pt idx="4260">
                  <c:v>6.9396750000000029</c:v>
                </c:pt>
                <c:pt idx="4261">
                  <c:v>6.9409169999999971</c:v>
                </c:pt>
                <c:pt idx="4262">
                  <c:v>6.9421590000000002</c:v>
                </c:pt>
                <c:pt idx="4263">
                  <c:v>6.9434009999999997</c:v>
                </c:pt>
                <c:pt idx="4264">
                  <c:v>6.9458850000000005</c:v>
                </c:pt>
                <c:pt idx="4265">
                  <c:v>6.9471269999999965</c:v>
                </c:pt>
                <c:pt idx="4266">
                  <c:v>6.9483690000000031</c:v>
                </c:pt>
                <c:pt idx="4267">
                  <c:v>6.9502319999999997</c:v>
                </c:pt>
                <c:pt idx="4268">
                  <c:v>6.9514740000000002</c:v>
                </c:pt>
                <c:pt idx="4269">
                  <c:v>6.9539580000000001</c:v>
                </c:pt>
                <c:pt idx="4270">
                  <c:v>6.9551999999999996</c:v>
                </c:pt>
                <c:pt idx="4271">
                  <c:v>6.9564420000000027</c:v>
                </c:pt>
                <c:pt idx="4272">
                  <c:v>6.9576839999999995</c:v>
                </c:pt>
                <c:pt idx="4273">
                  <c:v>6.9589259999999973</c:v>
                </c:pt>
                <c:pt idx="4274">
                  <c:v>6.9620310000000005</c:v>
                </c:pt>
                <c:pt idx="4275">
                  <c:v>6.9632729999999992</c:v>
                </c:pt>
                <c:pt idx="4276">
                  <c:v>6.9645149999999942</c:v>
                </c:pt>
                <c:pt idx="4277">
                  <c:v>6.965757</c:v>
                </c:pt>
                <c:pt idx="4278">
                  <c:v>6.9669989999999995</c:v>
                </c:pt>
                <c:pt idx="4279">
                  <c:v>6.9694830000000003</c:v>
                </c:pt>
                <c:pt idx="4280">
                  <c:v>6.9707249999999998</c:v>
                </c:pt>
                <c:pt idx="4281">
                  <c:v>6.9719670000000029</c:v>
                </c:pt>
                <c:pt idx="4282">
                  <c:v>6.9750719999999999</c:v>
                </c:pt>
                <c:pt idx="4283">
                  <c:v>6.9763140000000003</c:v>
                </c:pt>
                <c:pt idx="4284">
                  <c:v>6.9775560000000008</c:v>
                </c:pt>
                <c:pt idx="4285">
                  <c:v>6.9800399999999998</c:v>
                </c:pt>
                <c:pt idx="4286">
                  <c:v>6.9812820000000029</c:v>
                </c:pt>
                <c:pt idx="4287">
                  <c:v>6.9825239999999997</c:v>
                </c:pt>
                <c:pt idx="4288">
                  <c:v>6.9837660000000028</c:v>
                </c:pt>
                <c:pt idx="4289">
                  <c:v>6.9868709999999998</c:v>
                </c:pt>
                <c:pt idx="4290">
                  <c:v>6.9881130000000002</c:v>
                </c:pt>
                <c:pt idx="4291">
                  <c:v>6.9893550000000024</c:v>
                </c:pt>
                <c:pt idx="4292">
                  <c:v>6.9905970000000002</c:v>
                </c:pt>
                <c:pt idx="4293">
                  <c:v>6.9930809999999965</c:v>
                </c:pt>
                <c:pt idx="4294">
                  <c:v>6.9943229999999996</c:v>
                </c:pt>
                <c:pt idx="4295">
                  <c:v>6.995565</c:v>
                </c:pt>
                <c:pt idx="4296">
                  <c:v>6.9968069999999996</c:v>
                </c:pt>
                <c:pt idx="4297">
                  <c:v>6.9999120000000001</c:v>
                </c:pt>
                <c:pt idx="4298">
                  <c:v>7.0011539999999997</c:v>
                </c:pt>
                <c:pt idx="4299">
                  <c:v>7.0023960000000001</c:v>
                </c:pt>
                <c:pt idx="4300">
                  <c:v>7.0036380000000014</c:v>
                </c:pt>
                <c:pt idx="4301">
                  <c:v>7.0061220000000004</c:v>
                </c:pt>
                <c:pt idx="4302">
                  <c:v>7.0073640000000008</c:v>
                </c:pt>
                <c:pt idx="4303">
                  <c:v>7.0086059999999986</c:v>
                </c:pt>
                <c:pt idx="4304">
                  <c:v>7.0104689999999996</c:v>
                </c:pt>
                <c:pt idx="4305">
                  <c:v>7.0129529999999969</c:v>
                </c:pt>
                <c:pt idx="4306">
                  <c:v>7.0141949999999955</c:v>
                </c:pt>
                <c:pt idx="4307">
                  <c:v>7.0154369999999977</c:v>
                </c:pt>
                <c:pt idx="4308">
                  <c:v>7.0179209999999967</c:v>
                </c:pt>
                <c:pt idx="4309">
                  <c:v>7.0191630000000034</c:v>
                </c:pt>
                <c:pt idx="4310">
                  <c:v>7.0204049999999958</c:v>
                </c:pt>
                <c:pt idx="4311">
                  <c:v>7.0235099999999973</c:v>
                </c:pt>
                <c:pt idx="4312">
                  <c:v>7.0247519999999959</c:v>
                </c:pt>
                <c:pt idx="4313">
                  <c:v>7.0259939999999972</c:v>
                </c:pt>
                <c:pt idx="4314">
                  <c:v>7.0272359999999967</c:v>
                </c:pt>
                <c:pt idx="4315">
                  <c:v>7.0297200000000002</c:v>
                </c:pt>
                <c:pt idx="4316">
                  <c:v>7.0309619999999997</c:v>
                </c:pt>
                <c:pt idx="4317">
                  <c:v>7.0322040000000001</c:v>
                </c:pt>
                <c:pt idx="4318">
                  <c:v>7.0334460000000014</c:v>
                </c:pt>
                <c:pt idx="4319">
                  <c:v>7.0365509999999976</c:v>
                </c:pt>
                <c:pt idx="4320">
                  <c:v>7.0377929999999997</c:v>
                </c:pt>
                <c:pt idx="4321">
                  <c:v>7.0390350000000002</c:v>
                </c:pt>
                <c:pt idx="4322">
                  <c:v>7.0402769999999997</c:v>
                </c:pt>
                <c:pt idx="4323">
                  <c:v>7.0427609999999996</c:v>
                </c:pt>
                <c:pt idx="4324">
                  <c:v>7.044003</c:v>
                </c:pt>
                <c:pt idx="4325">
                  <c:v>7.0452450000000004</c:v>
                </c:pt>
                <c:pt idx="4326">
                  <c:v>7.0471080000000006</c:v>
                </c:pt>
                <c:pt idx="4327">
                  <c:v>7.0483500000000001</c:v>
                </c:pt>
                <c:pt idx="4328">
                  <c:v>7.0508339999999965</c:v>
                </c:pt>
                <c:pt idx="4329">
                  <c:v>7.0520759999999969</c:v>
                </c:pt>
                <c:pt idx="4330">
                  <c:v>7.053318</c:v>
                </c:pt>
                <c:pt idx="4331">
                  <c:v>7.0545599999999968</c:v>
                </c:pt>
                <c:pt idx="4332">
                  <c:v>7.0558019999999972</c:v>
                </c:pt>
                <c:pt idx="4333">
                  <c:v>7.0570439999999985</c:v>
                </c:pt>
                <c:pt idx="4334">
                  <c:v>7.060149</c:v>
                </c:pt>
                <c:pt idx="4335">
                  <c:v>7.0613910000000004</c:v>
                </c:pt>
                <c:pt idx="4336">
                  <c:v>7.0626329999999973</c:v>
                </c:pt>
                <c:pt idx="4337">
                  <c:v>7.0638749999999977</c:v>
                </c:pt>
                <c:pt idx="4338">
                  <c:v>7.0663589999999985</c:v>
                </c:pt>
                <c:pt idx="4339">
                  <c:v>7.0676009999999971</c:v>
                </c:pt>
                <c:pt idx="4340">
                  <c:v>7.0688429999999975</c:v>
                </c:pt>
                <c:pt idx="4341">
                  <c:v>7.0707059999999995</c:v>
                </c:pt>
                <c:pt idx="4342">
                  <c:v>7.0731900000000003</c:v>
                </c:pt>
                <c:pt idx="4343">
                  <c:v>7.0744319999999972</c:v>
                </c:pt>
                <c:pt idx="4344">
                  <c:v>7.0756740000000002</c:v>
                </c:pt>
                <c:pt idx="4345">
                  <c:v>7.0781580000000002</c:v>
                </c:pt>
                <c:pt idx="4346">
                  <c:v>7.0794000000000024</c:v>
                </c:pt>
                <c:pt idx="4347">
                  <c:v>7.0806419999999992</c:v>
                </c:pt>
                <c:pt idx="4348">
                  <c:v>7.0818839999999996</c:v>
                </c:pt>
                <c:pt idx="4349">
                  <c:v>7.0837469999999998</c:v>
                </c:pt>
                <c:pt idx="4350">
                  <c:v>7.0862309999999997</c:v>
                </c:pt>
                <c:pt idx="4351">
                  <c:v>7.0874730000000001</c:v>
                </c:pt>
                <c:pt idx="4352">
                  <c:v>7.088714999999997</c:v>
                </c:pt>
                <c:pt idx="4353">
                  <c:v>7.0899570000000001</c:v>
                </c:pt>
                <c:pt idx="4354">
                  <c:v>7.092441</c:v>
                </c:pt>
                <c:pt idx="4355">
                  <c:v>7.0936830000000004</c:v>
                </c:pt>
                <c:pt idx="4356">
                  <c:v>7.095545999999997</c:v>
                </c:pt>
                <c:pt idx="4357">
                  <c:v>7.0967880000000001</c:v>
                </c:pt>
                <c:pt idx="4358">
                  <c:v>7.0992720000000027</c:v>
                </c:pt>
                <c:pt idx="4359">
                  <c:v>7.1005139999999969</c:v>
                </c:pt>
                <c:pt idx="4360">
                  <c:v>7.101756</c:v>
                </c:pt>
                <c:pt idx="4361">
                  <c:v>7.1029979999999977</c:v>
                </c:pt>
                <c:pt idx="4362">
                  <c:v>7.1054819999999967</c:v>
                </c:pt>
                <c:pt idx="4363">
                  <c:v>7.1073450000000005</c:v>
                </c:pt>
                <c:pt idx="4364">
                  <c:v>7.1085869999999947</c:v>
                </c:pt>
                <c:pt idx="4365">
                  <c:v>7.1110709999999973</c:v>
                </c:pt>
                <c:pt idx="4366">
                  <c:v>7.1123129999999959</c:v>
                </c:pt>
                <c:pt idx="4367">
                  <c:v>7.1135549999999945</c:v>
                </c:pt>
                <c:pt idx="4368">
                  <c:v>7.1160389999999971</c:v>
                </c:pt>
                <c:pt idx="4369">
                  <c:v>7.1172809999999966</c:v>
                </c:pt>
                <c:pt idx="4370">
                  <c:v>7.1191439999999995</c:v>
                </c:pt>
                <c:pt idx="4371">
                  <c:v>7.1216280000000003</c:v>
                </c:pt>
                <c:pt idx="4372">
                  <c:v>7.122869999999998</c:v>
                </c:pt>
                <c:pt idx="4373">
                  <c:v>7.1241119999999931</c:v>
                </c:pt>
                <c:pt idx="4374">
                  <c:v>7.1265959999999966</c:v>
                </c:pt>
                <c:pt idx="4375">
                  <c:v>7.1278379999999943</c:v>
                </c:pt>
                <c:pt idx="4376">
                  <c:v>7.1290799999999974</c:v>
                </c:pt>
                <c:pt idx="4377">
                  <c:v>7.1303219999999996</c:v>
                </c:pt>
                <c:pt idx="4378">
                  <c:v>7.1334270000000002</c:v>
                </c:pt>
                <c:pt idx="4379">
                  <c:v>7.1346690000000024</c:v>
                </c:pt>
                <c:pt idx="4380">
                  <c:v>7.1359109999999966</c:v>
                </c:pt>
                <c:pt idx="4381">
                  <c:v>7.1371530000000005</c:v>
                </c:pt>
                <c:pt idx="4382">
                  <c:v>7.1396369999999996</c:v>
                </c:pt>
                <c:pt idx="4383">
                  <c:v>7.140879</c:v>
                </c:pt>
                <c:pt idx="4384">
                  <c:v>7.1421209999999968</c:v>
                </c:pt>
                <c:pt idx="4385">
                  <c:v>7.1452260000000001</c:v>
                </c:pt>
                <c:pt idx="4386">
                  <c:v>7.1464679999999996</c:v>
                </c:pt>
                <c:pt idx="4387">
                  <c:v>7.1477099999999973</c:v>
                </c:pt>
                <c:pt idx="4388">
                  <c:v>7.1489519999999978</c:v>
                </c:pt>
                <c:pt idx="4389">
                  <c:v>7.1514359999999977</c:v>
                </c:pt>
                <c:pt idx="4390">
                  <c:v>7.1526780000000008</c:v>
                </c:pt>
                <c:pt idx="4391">
                  <c:v>7.1539199999999958</c:v>
                </c:pt>
                <c:pt idx="4392">
                  <c:v>7.1570249999999955</c:v>
                </c:pt>
                <c:pt idx="4393">
                  <c:v>7.1582669999999995</c:v>
                </c:pt>
                <c:pt idx="4394">
                  <c:v>7.1595089999999972</c:v>
                </c:pt>
                <c:pt idx="4395">
                  <c:v>7.1607509999999968</c:v>
                </c:pt>
                <c:pt idx="4396">
                  <c:v>7.1619929999999972</c:v>
                </c:pt>
                <c:pt idx="4397">
                  <c:v>7.1644769999999962</c:v>
                </c:pt>
                <c:pt idx="4398">
                  <c:v>7.1657189999999966</c:v>
                </c:pt>
                <c:pt idx="4399">
                  <c:v>7.1675819999999941</c:v>
                </c:pt>
                <c:pt idx="4400">
                  <c:v>7.1700659999999985</c:v>
                </c:pt>
                <c:pt idx="4401">
                  <c:v>7.1713079999999998</c:v>
                </c:pt>
                <c:pt idx="4402">
                  <c:v>7.1725499999999975</c:v>
                </c:pt>
                <c:pt idx="4403">
                  <c:v>7.1750339999999975</c:v>
                </c:pt>
                <c:pt idx="4404">
                  <c:v>7.1762759999999997</c:v>
                </c:pt>
                <c:pt idx="4405">
                  <c:v>7.1775179999999956</c:v>
                </c:pt>
                <c:pt idx="4406">
                  <c:v>7.1806230000000024</c:v>
                </c:pt>
                <c:pt idx="4407">
                  <c:v>7.1818649999999975</c:v>
                </c:pt>
                <c:pt idx="4408">
                  <c:v>7.1843490000000001</c:v>
                </c:pt>
                <c:pt idx="4409">
                  <c:v>7.185590999999997</c:v>
                </c:pt>
                <c:pt idx="4410">
                  <c:v>7.186833</c:v>
                </c:pt>
                <c:pt idx="4411">
                  <c:v>7.189317</c:v>
                </c:pt>
                <c:pt idx="4412">
                  <c:v>7.1905589999999977</c:v>
                </c:pt>
                <c:pt idx="4413">
                  <c:v>7.1924220000000005</c:v>
                </c:pt>
                <c:pt idx="4414">
                  <c:v>7.194905999999996</c:v>
                </c:pt>
                <c:pt idx="4415">
                  <c:v>7.1961479999999964</c:v>
                </c:pt>
                <c:pt idx="4416">
                  <c:v>7.1986319999999973</c:v>
                </c:pt>
                <c:pt idx="4417">
                  <c:v>7.1998739999999986</c:v>
                </c:pt>
                <c:pt idx="4418">
                  <c:v>7.2011159999999972</c:v>
                </c:pt>
                <c:pt idx="4419">
                  <c:v>7.2042210000000004</c:v>
                </c:pt>
                <c:pt idx="4420">
                  <c:v>7.2054630000000026</c:v>
                </c:pt>
                <c:pt idx="4421">
                  <c:v>7.2079469999999972</c:v>
                </c:pt>
                <c:pt idx="4422">
                  <c:v>7.2091890000000003</c:v>
                </c:pt>
                <c:pt idx="4423">
                  <c:v>7.2104310000000007</c:v>
                </c:pt>
                <c:pt idx="4424">
                  <c:v>7.2129149999999944</c:v>
                </c:pt>
                <c:pt idx="4425">
                  <c:v>7.2141569999999966</c:v>
                </c:pt>
                <c:pt idx="4426">
                  <c:v>7.2172619999999998</c:v>
                </c:pt>
                <c:pt idx="4427">
                  <c:v>7.2185039999999985</c:v>
                </c:pt>
                <c:pt idx="4428">
                  <c:v>7.2197459999999998</c:v>
                </c:pt>
                <c:pt idx="4429">
                  <c:v>7.2222300000000006</c:v>
                </c:pt>
                <c:pt idx="4430">
                  <c:v>7.2234720000000001</c:v>
                </c:pt>
                <c:pt idx="4431">
                  <c:v>7.2247139999999979</c:v>
                </c:pt>
                <c:pt idx="4432">
                  <c:v>7.2271979999999969</c:v>
                </c:pt>
                <c:pt idx="4433">
                  <c:v>7.2290609999999997</c:v>
                </c:pt>
                <c:pt idx="4434">
                  <c:v>7.2315449999999997</c:v>
                </c:pt>
                <c:pt idx="4435">
                  <c:v>7.2327870000000001</c:v>
                </c:pt>
                <c:pt idx="4436">
                  <c:v>7.2340289999999996</c:v>
                </c:pt>
                <c:pt idx="4437">
                  <c:v>7.2365130000000004</c:v>
                </c:pt>
                <c:pt idx="4438">
                  <c:v>7.2377549999999973</c:v>
                </c:pt>
                <c:pt idx="4439">
                  <c:v>7.2408599999999996</c:v>
                </c:pt>
                <c:pt idx="4440">
                  <c:v>7.242102</c:v>
                </c:pt>
                <c:pt idx="4441">
                  <c:v>7.2433440000000004</c:v>
                </c:pt>
                <c:pt idx="4442">
                  <c:v>7.2458279999999995</c:v>
                </c:pt>
                <c:pt idx="4443">
                  <c:v>7.2470699999999999</c:v>
                </c:pt>
                <c:pt idx="4444">
                  <c:v>7.2483120000000003</c:v>
                </c:pt>
                <c:pt idx="4445">
                  <c:v>7.2507960000000002</c:v>
                </c:pt>
                <c:pt idx="4446">
                  <c:v>7.2526590000000004</c:v>
                </c:pt>
                <c:pt idx="4447">
                  <c:v>7.2539009999999964</c:v>
                </c:pt>
                <c:pt idx="4448">
                  <c:v>7.2563849999999972</c:v>
                </c:pt>
                <c:pt idx="4449">
                  <c:v>7.2576269999999985</c:v>
                </c:pt>
                <c:pt idx="4450">
                  <c:v>7.2588689999999998</c:v>
                </c:pt>
                <c:pt idx="4451">
                  <c:v>7.2613529999999997</c:v>
                </c:pt>
                <c:pt idx="4452">
                  <c:v>7.2625949999999966</c:v>
                </c:pt>
                <c:pt idx="4453">
                  <c:v>7.2644579999999968</c:v>
                </c:pt>
                <c:pt idx="4454">
                  <c:v>7.2669420000000002</c:v>
                </c:pt>
                <c:pt idx="4455">
                  <c:v>7.268183999999998</c:v>
                </c:pt>
                <c:pt idx="4456">
                  <c:v>7.2694259999999975</c:v>
                </c:pt>
                <c:pt idx="4457">
                  <c:v>7.2719100000000001</c:v>
                </c:pt>
                <c:pt idx="4458">
                  <c:v>7.2731519999999996</c:v>
                </c:pt>
                <c:pt idx="4459">
                  <c:v>7.274394</c:v>
                </c:pt>
                <c:pt idx="4460">
                  <c:v>7.2762570000000029</c:v>
                </c:pt>
                <c:pt idx="4461">
                  <c:v>7.2787410000000028</c:v>
                </c:pt>
                <c:pt idx="4462">
                  <c:v>7.2799830000000014</c:v>
                </c:pt>
                <c:pt idx="4463">
                  <c:v>7.2812250000000027</c:v>
                </c:pt>
                <c:pt idx="4464">
                  <c:v>7.2824670000000014</c:v>
                </c:pt>
                <c:pt idx="4465">
                  <c:v>7.2849509999999968</c:v>
                </c:pt>
                <c:pt idx="4466">
                  <c:v>7.2861929999999999</c:v>
                </c:pt>
                <c:pt idx="4467">
                  <c:v>7.2874349999999959</c:v>
                </c:pt>
                <c:pt idx="4468">
                  <c:v>7.2892980000000032</c:v>
                </c:pt>
                <c:pt idx="4469">
                  <c:v>7.2917820000000004</c:v>
                </c:pt>
                <c:pt idx="4470">
                  <c:v>7.293024</c:v>
                </c:pt>
                <c:pt idx="4471">
                  <c:v>7.2942660000000004</c:v>
                </c:pt>
                <c:pt idx="4472">
                  <c:v>7.2955079999999972</c:v>
                </c:pt>
                <c:pt idx="4473">
                  <c:v>7.2967500000000003</c:v>
                </c:pt>
                <c:pt idx="4474">
                  <c:v>7.2992339999999993</c:v>
                </c:pt>
                <c:pt idx="4475">
                  <c:v>7.3010969999999995</c:v>
                </c:pt>
                <c:pt idx="4476">
                  <c:v>7.3023389999999972</c:v>
                </c:pt>
                <c:pt idx="4477">
                  <c:v>7.3035809999999959</c:v>
                </c:pt>
                <c:pt idx="4478">
                  <c:v>7.3048229999999972</c:v>
                </c:pt>
                <c:pt idx="4479">
                  <c:v>7.3060650000000003</c:v>
                </c:pt>
                <c:pt idx="4480">
                  <c:v>7.3085490000000002</c:v>
                </c:pt>
                <c:pt idx="4481">
                  <c:v>7.3097910000000024</c:v>
                </c:pt>
                <c:pt idx="4482">
                  <c:v>7.3110330000000001</c:v>
                </c:pt>
                <c:pt idx="4483">
                  <c:v>7.3128959999999958</c:v>
                </c:pt>
                <c:pt idx="4484">
                  <c:v>7.3141379999999945</c:v>
                </c:pt>
                <c:pt idx="4485">
                  <c:v>7.3166219999999997</c:v>
                </c:pt>
                <c:pt idx="4486">
                  <c:v>7.3178639999999975</c:v>
                </c:pt>
                <c:pt idx="4487">
                  <c:v>7.319105999999997</c:v>
                </c:pt>
                <c:pt idx="4488">
                  <c:v>7.3203480000000001</c:v>
                </c:pt>
                <c:pt idx="4489">
                  <c:v>7.3228319999999956</c:v>
                </c:pt>
                <c:pt idx="4490">
                  <c:v>7.3246949999999966</c:v>
                </c:pt>
                <c:pt idx="4491">
                  <c:v>7.3259369999999961</c:v>
                </c:pt>
                <c:pt idx="4492">
                  <c:v>7.3271789999999948</c:v>
                </c:pt>
                <c:pt idx="4493">
                  <c:v>7.328420999999997</c:v>
                </c:pt>
                <c:pt idx="4494">
                  <c:v>7.3296630000000027</c:v>
                </c:pt>
                <c:pt idx="4495">
                  <c:v>7.332147</c:v>
                </c:pt>
                <c:pt idx="4496">
                  <c:v>7.3333889999999995</c:v>
                </c:pt>
                <c:pt idx="4497">
                  <c:v>7.3346309999999972</c:v>
                </c:pt>
                <c:pt idx="4498">
                  <c:v>7.3358730000000003</c:v>
                </c:pt>
                <c:pt idx="4499">
                  <c:v>7.3377360000000005</c:v>
                </c:pt>
                <c:pt idx="4500">
                  <c:v>7.3402200000000004</c:v>
                </c:pt>
                <c:pt idx="4501">
                  <c:v>7.341461999999999</c:v>
                </c:pt>
                <c:pt idx="4502">
                  <c:v>7.3427039999999995</c:v>
                </c:pt>
                <c:pt idx="4503">
                  <c:v>7.3451879999999958</c:v>
                </c:pt>
                <c:pt idx="4504">
                  <c:v>7.3464299999999998</c:v>
                </c:pt>
                <c:pt idx="4505">
                  <c:v>7.3476720000000002</c:v>
                </c:pt>
                <c:pt idx="4506">
                  <c:v>7.3495349999999977</c:v>
                </c:pt>
                <c:pt idx="4507">
                  <c:v>7.3520189999999968</c:v>
                </c:pt>
                <c:pt idx="4508">
                  <c:v>7.3532609999999998</c:v>
                </c:pt>
                <c:pt idx="4509">
                  <c:v>7.3545029999999967</c:v>
                </c:pt>
                <c:pt idx="4510">
                  <c:v>7.3557450000000006</c:v>
                </c:pt>
                <c:pt idx="4511">
                  <c:v>7.3582289999999997</c:v>
                </c:pt>
                <c:pt idx="4512">
                  <c:v>7.3594710000000001</c:v>
                </c:pt>
                <c:pt idx="4513">
                  <c:v>7.3613339999999985</c:v>
                </c:pt>
                <c:pt idx="4514">
                  <c:v>7.3625759999999945</c:v>
                </c:pt>
                <c:pt idx="4515">
                  <c:v>7.3650599999999971</c:v>
                </c:pt>
                <c:pt idx="4516">
                  <c:v>7.3663020000000001</c:v>
                </c:pt>
                <c:pt idx="4517">
                  <c:v>7.3675439999999979</c:v>
                </c:pt>
                <c:pt idx="4518">
                  <c:v>7.3687859999999956</c:v>
                </c:pt>
                <c:pt idx="4519">
                  <c:v>7.3712700000000018</c:v>
                </c:pt>
                <c:pt idx="4520">
                  <c:v>7.3731329999999975</c:v>
                </c:pt>
                <c:pt idx="4521">
                  <c:v>7.374374999999997</c:v>
                </c:pt>
                <c:pt idx="4522">
                  <c:v>7.3768589999999996</c:v>
                </c:pt>
                <c:pt idx="4523">
                  <c:v>7.378101</c:v>
                </c:pt>
                <c:pt idx="4524">
                  <c:v>7.3793430000000022</c:v>
                </c:pt>
                <c:pt idx="4525">
                  <c:v>7.3818270000000004</c:v>
                </c:pt>
                <c:pt idx="4526">
                  <c:v>7.3830689999999999</c:v>
                </c:pt>
                <c:pt idx="4527">
                  <c:v>7.3861740000000005</c:v>
                </c:pt>
                <c:pt idx="4528">
                  <c:v>7.3874159999999973</c:v>
                </c:pt>
                <c:pt idx="4529">
                  <c:v>7.3898999999999999</c:v>
                </c:pt>
                <c:pt idx="4530">
                  <c:v>7.3923839999999972</c:v>
                </c:pt>
                <c:pt idx="4531">
                  <c:v>7.3936260000000003</c:v>
                </c:pt>
                <c:pt idx="4532">
                  <c:v>7.3961099999999975</c:v>
                </c:pt>
                <c:pt idx="4533">
                  <c:v>7.3979729999999977</c:v>
                </c:pt>
                <c:pt idx="4534">
                  <c:v>7.4004570000000003</c:v>
                </c:pt>
                <c:pt idx="4535">
                  <c:v>7.401699000000006</c:v>
                </c:pt>
                <c:pt idx="4536">
                  <c:v>7.4041829999999971</c:v>
                </c:pt>
                <c:pt idx="4537">
                  <c:v>7.4054250000000001</c:v>
                </c:pt>
                <c:pt idx="4538">
                  <c:v>7.4079090000000001</c:v>
                </c:pt>
                <c:pt idx="4539">
                  <c:v>7.4097720000000029</c:v>
                </c:pt>
                <c:pt idx="4540">
                  <c:v>7.4122560000000002</c:v>
                </c:pt>
                <c:pt idx="4541">
                  <c:v>7.4134980000000024</c:v>
                </c:pt>
                <c:pt idx="4542">
                  <c:v>7.415981999999997</c:v>
                </c:pt>
                <c:pt idx="4543">
                  <c:v>7.417224</c:v>
                </c:pt>
                <c:pt idx="4544">
                  <c:v>7.4197080000000026</c:v>
                </c:pt>
                <c:pt idx="4545">
                  <c:v>7.4215710000000001</c:v>
                </c:pt>
                <c:pt idx="4546">
                  <c:v>7.4240549999999956</c:v>
                </c:pt>
                <c:pt idx="4547">
                  <c:v>7.4252970000000014</c:v>
                </c:pt>
                <c:pt idx="4548">
                  <c:v>7.4277809999999977</c:v>
                </c:pt>
                <c:pt idx="4549">
                  <c:v>7.429022999999999</c:v>
                </c:pt>
                <c:pt idx="4550">
                  <c:v>7.4315069999999999</c:v>
                </c:pt>
                <c:pt idx="4551">
                  <c:v>7.4327489999999994</c:v>
                </c:pt>
                <c:pt idx="4552">
                  <c:v>7.4346119999999996</c:v>
                </c:pt>
                <c:pt idx="4553">
                  <c:v>7.4370960000000004</c:v>
                </c:pt>
                <c:pt idx="4554">
                  <c:v>7.4383379999999999</c:v>
                </c:pt>
                <c:pt idx="4555">
                  <c:v>7.4408219999999998</c:v>
                </c:pt>
                <c:pt idx="4556">
                  <c:v>7.4420640000000002</c:v>
                </c:pt>
                <c:pt idx="4557">
                  <c:v>7.4433060000000024</c:v>
                </c:pt>
                <c:pt idx="4558">
                  <c:v>7.4464109999999986</c:v>
                </c:pt>
                <c:pt idx="4559">
                  <c:v>7.4476529999999999</c:v>
                </c:pt>
                <c:pt idx="4560">
                  <c:v>7.4488949999999985</c:v>
                </c:pt>
                <c:pt idx="4561">
                  <c:v>7.4501369999999971</c:v>
                </c:pt>
                <c:pt idx="4562">
                  <c:v>7.4526209999999997</c:v>
                </c:pt>
                <c:pt idx="4563">
                  <c:v>7.4538630000000028</c:v>
                </c:pt>
                <c:pt idx="4564">
                  <c:v>7.4551050000000005</c:v>
                </c:pt>
                <c:pt idx="4565">
                  <c:v>7.4563470000000027</c:v>
                </c:pt>
                <c:pt idx="4566">
                  <c:v>7.4582100000000002</c:v>
                </c:pt>
                <c:pt idx="4567">
                  <c:v>7.4606939999999993</c:v>
                </c:pt>
                <c:pt idx="4568">
                  <c:v>7.461935999999997</c:v>
                </c:pt>
                <c:pt idx="4569">
                  <c:v>7.4631780000000001</c:v>
                </c:pt>
                <c:pt idx="4570">
                  <c:v>7.4644199999999969</c:v>
                </c:pt>
                <c:pt idx="4571">
                  <c:v>7.4656620000000027</c:v>
                </c:pt>
                <c:pt idx="4572">
                  <c:v>7.4669039999999995</c:v>
                </c:pt>
                <c:pt idx="4573">
                  <c:v>7.4700090000000028</c:v>
                </c:pt>
                <c:pt idx="4574">
                  <c:v>7.4712510000000041</c:v>
                </c:pt>
                <c:pt idx="4575">
                  <c:v>7.4724930000000027</c:v>
                </c:pt>
                <c:pt idx="4576">
                  <c:v>7.4737350000000013</c:v>
                </c:pt>
                <c:pt idx="4577">
                  <c:v>7.4762190000000022</c:v>
                </c:pt>
                <c:pt idx="4578">
                  <c:v>7.4774609999999999</c:v>
                </c:pt>
                <c:pt idx="4579">
                  <c:v>7.4787029999999994</c:v>
                </c:pt>
                <c:pt idx="4580">
                  <c:v>7.4811870000000003</c:v>
                </c:pt>
                <c:pt idx="4581">
                  <c:v>7.4830500000000004</c:v>
                </c:pt>
                <c:pt idx="4582">
                  <c:v>7.4842919999999999</c:v>
                </c:pt>
                <c:pt idx="4583">
                  <c:v>7.4867759999999999</c:v>
                </c:pt>
                <c:pt idx="4584">
                  <c:v>7.4880180000000003</c:v>
                </c:pt>
                <c:pt idx="4585">
                  <c:v>7.489260000000006</c:v>
                </c:pt>
                <c:pt idx="4586">
                  <c:v>7.4917440000000024</c:v>
                </c:pt>
                <c:pt idx="4587">
                  <c:v>7.4929859999999966</c:v>
                </c:pt>
                <c:pt idx="4588">
                  <c:v>7.4948490000000003</c:v>
                </c:pt>
                <c:pt idx="4589">
                  <c:v>7.4973330000000002</c:v>
                </c:pt>
                <c:pt idx="4590">
                  <c:v>7.4985749999999971</c:v>
                </c:pt>
                <c:pt idx="4591">
                  <c:v>7.5010590000000024</c:v>
                </c:pt>
                <c:pt idx="4592">
                  <c:v>7.5023009999999966</c:v>
                </c:pt>
                <c:pt idx="4593">
                  <c:v>7.5035429999999996</c:v>
                </c:pt>
                <c:pt idx="4594">
                  <c:v>7.5066479999999993</c:v>
                </c:pt>
                <c:pt idx="4595">
                  <c:v>7.5078899999999971</c:v>
                </c:pt>
                <c:pt idx="4596">
                  <c:v>7.5103739999999997</c:v>
                </c:pt>
                <c:pt idx="4597">
                  <c:v>7.5116160000000001</c:v>
                </c:pt>
                <c:pt idx="4598">
                  <c:v>7.5140999999999973</c:v>
                </c:pt>
                <c:pt idx="4599">
                  <c:v>7.5153420000000004</c:v>
                </c:pt>
                <c:pt idx="4600">
                  <c:v>7.5184469999999965</c:v>
                </c:pt>
                <c:pt idx="4601">
                  <c:v>7.5196889999999996</c:v>
                </c:pt>
                <c:pt idx="4602">
                  <c:v>7.5221729999999969</c:v>
                </c:pt>
                <c:pt idx="4603">
                  <c:v>7.5246569999999977</c:v>
                </c:pt>
                <c:pt idx="4604">
                  <c:v>7.5258989999999972</c:v>
                </c:pt>
                <c:pt idx="4605">
                  <c:v>7.5283829999999972</c:v>
                </c:pt>
                <c:pt idx="4606">
                  <c:v>7.5296250000000002</c:v>
                </c:pt>
                <c:pt idx="4607">
                  <c:v>7.5327300000000008</c:v>
                </c:pt>
                <c:pt idx="4608">
                  <c:v>7.5339719999999986</c:v>
                </c:pt>
                <c:pt idx="4609">
                  <c:v>7.5352139999999999</c:v>
                </c:pt>
                <c:pt idx="4610">
                  <c:v>7.5376979999999998</c:v>
                </c:pt>
                <c:pt idx="4611">
                  <c:v>7.5389400000000002</c:v>
                </c:pt>
                <c:pt idx="4612">
                  <c:v>7.5414240000000001</c:v>
                </c:pt>
                <c:pt idx="4613">
                  <c:v>7.5432870000000003</c:v>
                </c:pt>
                <c:pt idx="4614">
                  <c:v>7.5445289999999972</c:v>
                </c:pt>
                <c:pt idx="4615">
                  <c:v>7.5457710000000002</c:v>
                </c:pt>
                <c:pt idx="4616">
                  <c:v>7.5482549999999975</c:v>
                </c:pt>
                <c:pt idx="4617">
                  <c:v>7.5494969999999997</c:v>
                </c:pt>
                <c:pt idx="4618">
                  <c:v>7.5507390000000001</c:v>
                </c:pt>
                <c:pt idx="4619">
                  <c:v>7.5519809999999969</c:v>
                </c:pt>
                <c:pt idx="4620">
                  <c:v>7.5550859999999966</c:v>
                </c:pt>
                <c:pt idx="4621">
                  <c:v>7.5563279999999997</c:v>
                </c:pt>
                <c:pt idx="4622">
                  <c:v>7.5575699999999975</c:v>
                </c:pt>
                <c:pt idx="4623">
                  <c:v>7.5600539999999974</c:v>
                </c:pt>
                <c:pt idx="4624">
                  <c:v>7.5612960000000013</c:v>
                </c:pt>
                <c:pt idx="4625">
                  <c:v>7.5637799999999995</c:v>
                </c:pt>
                <c:pt idx="4626">
                  <c:v>7.5650219999999972</c:v>
                </c:pt>
                <c:pt idx="4627">
                  <c:v>7.5681269999999969</c:v>
                </c:pt>
                <c:pt idx="4628">
                  <c:v>7.5693690000000027</c:v>
                </c:pt>
                <c:pt idx="4629">
                  <c:v>7.5718529999999999</c:v>
                </c:pt>
                <c:pt idx="4630">
                  <c:v>7.5730950000000004</c:v>
                </c:pt>
                <c:pt idx="4631">
                  <c:v>7.5743369999999972</c:v>
                </c:pt>
                <c:pt idx="4632">
                  <c:v>7.5768210000000034</c:v>
                </c:pt>
                <c:pt idx="4633">
                  <c:v>7.5780629999999993</c:v>
                </c:pt>
                <c:pt idx="4634">
                  <c:v>7.5811679999999999</c:v>
                </c:pt>
                <c:pt idx="4635">
                  <c:v>7.5824099999999985</c:v>
                </c:pt>
                <c:pt idx="4636">
                  <c:v>7.5848939999999985</c:v>
                </c:pt>
                <c:pt idx="4637">
                  <c:v>7.5861359999999971</c:v>
                </c:pt>
                <c:pt idx="4638">
                  <c:v>7.5886200000000024</c:v>
                </c:pt>
                <c:pt idx="4639">
                  <c:v>7.5898620000000028</c:v>
                </c:pt>
                <c:pt idx="4640">
                  <c:v>7.5929669999999971</c:v>
                </c:pt>
                <c:pt idx="4641">
                  <c:v>7.5942089999999975</c:v>
                </c:pt>
                <c:pt idx="4642">
                  <c:v>7.5966930000000028</c:v>
                </c:pt>
                <c:pt idx="4643">
                  <c:v>7.5979349999999943</c:v>
                </c:pt>
                <c:pt idx="4644">
                  <c:v>7.6004190000000005</c:v>
                </c:pt>
                <c:pt idx="4645">
                  <c:v>7.6016610000000027</c:v>
                </c:pt>
                <c:pt idx="4646">
                  <c:v>7.6047660000000006</c:v>
                </c:pt>
                <c:pt idx="4647">
                  <c:v>7.6060079999999965</c:v>
                </c:pt>
                <c:pt idx="4648">
                  <c:v>7.608492</c:v>
                </c:pt>
                <c:pt idx="4649">
                  <c:v>7.6109759999999955</c:v>
                </c:pt>
                <c:pt idx="4650">
                  <c:v>7.6122179999999968</c:v>
                </c:pt>
                <c:pt idx="4651">
                  <c:v>7.6153230000000001</c:v>
                </c:pt>
                <c:pt idx="4652">
                  <c:v>7.6178069999999956</c:v>
                </c:pt>
                <c:pt idx="4653">
                  <c:v>7.6202910000000008</c:v>
                </c:pt>
                <c:pt idx="4654">
                  <c:v>7.6227749999999945</c:v>
                </c:pt>
                <c:pt idx="4655">
                  <c:v>7.6252589999999971</c:v>
                </c:pt>
                <c:pt idx="4656">
                  <c:v>7.6283639999999995</c:v>
                </c:pt>
                <c:pt idx="4657">
                  <c:v>7.6308480000000003</c:v>
                </c:pt>
                <c:pt idx="4658">
                  <c:v>7.6333320000000002</c:v>
                </c:pt>
                <c:pt idx="4659">
                  <c:v>7.6358159999999957</c:v>
                </c:pt>
                <c:pt idx="4660">
                  <c:v>7.6383000000000001</c:v>
                </c:pt>
                <c:pt idx="4661">
                  <c:v>7.6401630000000003</c:v>
                </c:pt>
                <c:pt idx="4662">
                  <c:v>7.6426470000000002</c:v>
                </c:pt>
                <c:pt idx="4663">
                  <c:v>7.6451309999999966</c:v>
                </c:pt>
                <c:pt idx="4664">
                  <c:v>7.6476149999999956</c:v>
                </c:pt>
                <c:pt idx="4665">
                  <c:v>7.6488570000000005</c:v>
                </c:pt>
                <c:pt idx="4666">
                  <c:v>7.6519619999999975</c:v>
                </c:pt>
                <c:pt idx="4667">
                  <c:v>7.6544459999999956</c:v>
                </c:pt>
                <c:pt idx="4668">
                  <c:v>7.6569299999999973</c:v>
                </c:pt>
                <c:pt idx="4669">
                  <c:v>7.6581719999999978</c:v>
                </c:pt>
                <c:pt idx="4670">
                  <c:v>7.6606559999999977</c:v>
                </c:pt>
                <c:pt idx="4671">
                  <c:v>7.6618979999999972</c:v>
                </c:pt>
                <c:pt idx="4672">
                  <c:v>7.6650029999999969</c:v>
                </c:pt>
                <c:pt idx="4673">
                  <c:v>7.666245</c:v>
                </c:pt>
                <c:pt idx="4674">
                  <c:v>7.6687289999999972</c:v>
                </c:pt>
                <c:pt idx="4675">
                  <c:v>7.6699709999999968</c:v>
                </c:pt>
                <c:pt idx="4676">
                  <c:v>7.6724549999999967</c:v>
                </c:pt>
                <c:pt idx="4677">
                  <c:v>7.6736969999999998</c:v>
                </c:pt>
                <c:pt idx="4678">
                  <c:v>7.6768020000000003</c:v>
                </c:pt>
                <c:pt idx="4679">
                  <c:v>7.6780440000000008</c:v>
                </c:pt>
                <c:pt idx="4680">
                  <c:v>7.6805279999999971</c:v>
                </c:pt>
                <c:pt idx="4681">
                  <c:v>7.6817699999999993</c:v>
                </c:pt>
                <c:pt idx="4682">
                  <c:v>7.6842539999999975</c:v>
                </c:pt>
                <c:pt idx="4683">
                  <c:v>7.685495999999997</c:v>
                </c:pt>
                <c:pt idx="4684">
                  <c:v>7.6886010000000002</c:v>
                </c:pt>
                <c:pt idx="4685">
                  <c:v>7.6898429999999998</c:v>
                </c:pt>
                <c:pt idx="4686">
                  <c:v>7.6910849999999966</c:v>
                </c:pt>
                <c:pt idx="4687">
                  <c:v>7.6935689999999965</c:v>
                </c:pt>
                <c:pt idx="4688">
                  <c:v>7.6948109999999943</c:v>
                </c:pt>
                <c:pt idx="4689">
                  <c:v>7.6972949999999969</c:v>
                </c:pt>
                <c:pt idx="4690">
                  <c:v>7.6985369999999955</c:v>
                </c:pt>
                <c:pt idx="4691">
                  <c:v>7.7004000000000001</c:v>
                </c:pt>
                <c:pt idx="4692">
                  <c:v>7.7028839999999974</c:v>
                </c:pt>
                <c:pt idx="4693">
                  <c:v>7.7041260000000005</c:v>
                </c:pt>
                <c:pt idx="4694">
                  <c:v>7.7053680000000027</c:v>
                </c:pt>
                <c:pt idx="4695">
                  <c:v>7.7066100000000004</c:v>
                </c:pt>
                <c:pt idx="4696">
                  <c:v>7.7090939999999994</c:v>
                </c:pt>
                <c:pt idx="4697">
                  <c:v>7.7103359999999972</c:v>
                </c:pt>
                <c:pt idx="4698">
                  <c:v>7.712199</c:v>
                </c:pt>
                <c:pt idx="4699">
                  <c:v>7.7134409999999995</c:v>
                </c:pt>
                <c:pt idx="4700">
                  <c:v>7.7159249999999977</c:v>
                </c:pt>
                <c:pt idx="4701">
                  <c:v>7.7171669999999972</c:v>
                </c:pt>
                <c:pt idx="4702">
                  <c:v>7.7184090000000003</c:v>
                </c:pt>
                <c:pt idx="4703">
                  <c:v>7.7196509999999998</c:v>
                </c:pt>
                <c:pt idx="4704">
                  <c:v>7.7221349999999962</c:v>
                </c:pt>
                <c:pt idx="4705">
                  <c:v>7.7233769999999975</c:v>
                </c:pt>
                <c:pt idx="4706">
                  <c:v>7.7252399999999986</c:v>
                </c:pt>
                <c:pt idx="4707">
                  <c:v>7.7264819999999972</c:v>
                </c:pt>
                <c:pt idx="4708">
                  <c:v>7.7289659999999971</c:v>
                </c:pt>
                <c:pt idx="4709">
                  <c:v>7.7302080000000029</c:v>
                </c:pt>
                <c:pt idx="4710">
                  <c:v>7.7314500000000024</c:v>
                </c:pt>
                <c:pt idx="4711">
                  <c:v>7.7326920000000028</c:v>
                </c:pt>
                <c:pt idx="4712">
                  <c:v>7.7351760000000001</c:v>
                </c:pt>
                <c:pt idx="4713">
                  <c:v>7.7370389999999976</c:v>
                </c:pt>
                <c:pt idx="4714">
                  <c:v>7.7382809999999997</c:v>
                </c:pt>
                <c:pt idx="4715">
                  <c:v>7.7407649999999997</c:v>
                </c:pt>
                <c:pt idx="4716">
                  <c:v>7.7420070000000001</c:v>
                </c:pt>
                <c:pt idx="4717">
                  <c:v>7.7432490000000032</c:v>
                </c:pt>
                <c:pt idx="4718">
                  <c:v>7.7457330000000004</c:v>
                </c:pt>
                <c:pt idx="4719">
                  <c:v>7.7469749999999973</c:v>
                </c:pt>
                <c:pt idx="4720">
                  <c:v>7.7488380000000001</c:v>
                </c:pt>
                <c:pt idx="4721">
                  <c:v>7.7513219999999992</c:v>
                </c:pt>
                <c:pt idx="4722">
                  <c:v>7.7525639999999996</c:v>
                </c:pt>
                <c:pt idx="4723">
                  <c:v>7.7550479999999995</c:v>
                </c:pt>
                <c:pt idx="4724">
                  <c:v>7.7562899999999999</c:v>
                </c:pt>
                <c:pt idx="4725">
                  <c:v>7.7587739999999998</c:v>
                </c:pt>
                <c:pt idx="4726">
                  <c:v>7.760637</c:v>
                </c:pt>
                <c:pt idx="4727">
                  <c:v>7.7618790000000004</c:v>
                </c:pt>
                <c:pt idx="4728">
                  <c:v>7.7643630000000003</c:v>
                </c:pt>
                <c:pt idx="4729">
                  <c:v>7.7656050000000008</c:v>
                </c:pt>
                <c:pt idx="4730">
                  <c:v>7.7668469999999985</c:v>
                </c:pt>
                <c:pt idx="4731">
                  <c:v>7.7693309999999975</c:v>
                </c:pt>
                <c:pt idx="4732">
                  <c:v>7.7705729999999997</c:v>
                </c:pt>
                <c:pt idx="4733">
                  <c:v>7.773678000000003</c:v>
                </c:pt>
                <c:pt idx="4734">
                  <c:v>7.7761620000000029</c:v>
                </c:pt>
                <c:pt idx="4735">
                  <c:v>7.7774039999999998</c:v>
                </c:pt>
                <c:pt idx="4736">
                  <c:v>7.7786460000000028</c:v>
                </c:pt>
                <c:pt idx="4737">
                  <c:v>7.7786460000000028</c:v>
                </c:pt>
                <c:pt idx="4738">
                  <c:v>7.7786460000000028</c:v>
                </c:pt>
                <c:pt idx="4739">
                  <c:v>7.7786460000000028</c:v>
                </c:pt>
                <c:pt idx="4740">
                  <c:v>7.7786460000000028</c:v>
                </c:pt>
                <c:pt idx="4741">
                  <c:v>7.7786460000000028</c:v>
                </c:pt>
                <c:pt idx="4742">
                  <c:v>7.7798880000000024</c:v>
                </c:pt>
                <c:pt idx="4743">
                  <c:v>7.7798880000000024</c:v>
                </c:pt>
                <c:pt idx="4744">
                  <c:v>7.7798880000000024</c:v>
                </c:pt>
                <c:pt idx="4745">
                  <c:v>7.7811299999999992</c:v>
                </c:pt>
                <c:pt idx="4746">
                  <c:v>7.7811299999999992</c:v>
                </c:pt>
                <c:pt idx="4747">
                  <c:v>7.783614</c:v>
                </c:pt>
                <c:pt idx="4748">
                  <c:v>7.7854770000000002</c:v>
                </c:pt>
                <c:pt idx="4749">
                  <c:v>7.7854770000000002</c:v>
                </c:pt>
                <c:pt idx="4750">
                  <c:v>7.7854770000000002</c:v>
                </c:pt>
                <c:pt idx="4751">
                  <c:v>7.7854770000000002</c:v>
                </c:pt>
                <c:pt idx="4752">
                  <c:v>7.7854770000000002</c:v>
                </c:pt>
                <c:pt idx="4753">
                  <c:v>7.7867189999999997</c:v>
                </c:pt>
                <c:pt idx="4754">
                  <c:v>7.7879610000000001</c:v>
                </c:pt>
                <c:pt idx="4755">
                  <c:v>7.7879610000000001</c:v>
                </c:pt>
                <c:pt idx="4756">
                  <c:v>7.7892030000000032</c:v>
                </c:pt>
                <c:pt idx="4757">
                  <c:v>7.7904450000000001</c:v>
                </c:pt>
                <c:pt idx="4758">
                  <c:v>7.7904450000000001</c:v>
                </c:pt>
                <c:pt idx="4759">
                  <c:v>7.7904450000000001</c:v>
                </c:pt>
                <c:pt idx="4760">
                  <c:v>7.7904450000000001</c:v>
                </c:pt>
                <c:pt idx="4761">
                  <c:v>7.7904450000000001</c:v>
                </c:pt>
                <c:pt idx="4762">
                  <c:v>7.7904450000000001</c:v>
                </c:pt>
                <c:pt idx="4763">
                  <c:v>7.7904450000000001</c:v>
                </c:pt>
                <c:pt idx="4764">
                  <c:v>7.7904450000000001</c:v>
                </c:pt>
                <c:pt idx="4765">
                  <c:v>7.7904450000000001</c:v>
                </c:pt>
                <c:pt idx="4766">
                  <c:v>7.7904450000000001</c:v>
                </c:pt>
                <c:pt idx="4767">
                  <c:v>7.7904450000000001</c:v>
                </c:pt>
              </c:numCache>
            </c:numRef>
          </c:cat>
          <c:val>
            <c:numRef>
              <c:f>'08_08_13_mount_washington'!$F$2:$F$4769</c:f>
              <c:numCache>
                <c:formatCode>General</c:formatCode>
                <c:ptCount val="4768"/>
                <c:pt idx="0">
                  <c:v>43</c:v>
                </c:pt>
                <c:pt idx="1">
                  <c:v>40</c:v>
                </c:pt>
                <c:pt idx="2">
                  <c:v>39</c:v>
                </c:pt>
                <c:pt idx="3">
                  <c:v>53</c:v>
                </c:pt>
                <c:pt idx="4">
                  <c:v>81</c:v>
                </c:pt>
                <c:pt idx="5">
                  <c:v>76</c:v>
                </c:pt>
                <c:pt idx="6">
                  <c:v>65</c:v>
                </c:pt>
                <c:pt idx="7">
                  <c:v>59</c:v>
                </c:pt>
                <c:pt idx="8">
                  <c:v>69</c:v>
                </c:pt>
                <c:pt idx="9">
                  <c:v>75</c:v>
                </c:pt>
                <c:pt idx="10">
                  <c:v>0</c:v>
                </c:pt>
                <c:pt idx="11">
                  <c:v>0</c:v>
                </c:pt>
                <c:pt idx="12">
                  <c:v>0</c:v>
                </c:pt>
                <c:pt idx="13">
                  <c:v>0</c:v>
                </c:pt>
                <c:pt idx="14">
                  <c:v>77</c:v>
                </c:pt>
                <c:pt idx="15">
                  <c:v>82</c:v>
                </c:pt>
                <c:pt idx="16">
                  <c:v>70</c:v>
                </c:pt>
                <c:pt idx="17">
                  <c:v>0</c:v>
                </c:pt>
                <c:pt idx="18">
                  <c:v>0</c:v>
                </c:pt>
                <c:pt idx="19">
                  <c:v>102</c:v>
                </c:pt>
                <c:pt idx="20">
                  <c:v>89</c:v>
                </c:pt>
                <c:pt idx="21">
                  <c:v>0</c:v>
                </c:pt>
                <c:pt idx="22">
                  <c:v>133</c:v>
                </c:pt>
                <c:pt idx="23">
                  <c:v>84</c:v>
                </c:pt>
                <c:pt idx="24">
                  <c:v>99</c:v>
                </c:pt>
                <c:pt idx="25">
                  <c:v>126</c:v>
                </c:pt>
                <c:pt idx="26">
                  <c:v>81</c:v>
                </c:pt>
                <c:pt idx="27">
                  <c:v>111</c:v>
                </c:pt>
                <c:pt idx="28">
                  <c:v>136</c:v>
                </c:pt>
                <c:pt idx="29">
                  <c:v>86</c:v>
                </c:pt>
                <c:pt idx="30">
                  <c:v>64</c:v>
                </c:pt>
                <c:pt idx="31">
                  <c:v>76</c:v>
                </c:pt>
                <c:pt idx="32">
                  <c:v>0</c:v>
                </c:pt>
                <c:pt idx="33">
                  <c:v>0</c:v>
                </c:pt>
                <c:pt idx="34">
                  <c:v>111</c:v>
                </c:pt>
                <c:pt idx="35">
                  <c:v>111</c:v>
                </c:pt>
                <c:pt idx="36">
                  <c:v>109</c:v>
                </c:pt>
                <c:pt idx="37">
                  <c:v>128</c:v>
                </c:pt>
                <c:pt idx="38">
                  <c:v>128</c:v>
                </c:pt>
                <c:pt idx="39">
                  <c:v>0</c:v>
                </c:pt>
                <c:pt idx="40">
                  <c:v>74</c:v>
                </c:pt>
                <c:pt idx="41">
                  <c:v>102</c:v>
                </c:pt>
                <c:pt idx="42">
                  <c:v>149</c:v>
                </c:pt>
                <c:pt idx="43">
                  <c:v>118</c:v>
                </c:pt>
                <c:pt idx="44">
                  <c:v>105</c:v>
                </c:pt>
                <c:pt idx="45">
                  <c:v>141</c:v>
                </c:pt>
                <c:pt idx="46">
                  <c:v>89</c:v>
                </c:pt>
                <c:pt idx="47">
                  <c:v>152</c:v>
                </c:pt>
                <c:pt idx="48">
                  <c:v>0</c:v>
                </c:pt>
                <c:pt idx="49">
                  <c:v>0</c:v>
                </c:pt>
                <c:pt idx="50">
                  <c:v>146</c:v>
                </c:pt>
                <c:pt idx="51">
                  <c:v>106</c:v>
                </c:pt>
                <c:pt idx="52">
                  <c:v>120</c:v>
                </c:pt>
                <c:pt idx="53">
                  <c:v>96</c:v>
                </c:pt>
                <c:pt idx="54">
                  <c:v>193</c:v>
                </c:pt>
                <c:pt idx="55">
                  <c:v>109</c:v>
                </c:pt>
                <c:pt idx="56">
                  <c:v>111</c:v>
                </c:pt>
                <c:pt idx="57">
                  <c:v>86</c:v>
                </c:pt>
                <c:pt idx="58">
                  <c:v>114</c:v>
                </c:pt>
                <c:pt idx="59">
                  <c:v>98</c:v>
                </c:pt>
                <c:pt idx="60">
                  <c:v>82</c:v>
                </c:pt>
                <c:pt idx="61">
                  <c:v>80</c:v>
                </c:pt>
                <c:pt idx="62">
                  <c:v>77</c:v>
                </c:pt>
                <c:pt idx="63">
                  <c:v>86</c:v>
                </c:pt>
                <c:pt idx="64">
                  <c:v>86</c:v>
                </c:pt>
                <c:pt idx="65">
                  <c:v>88</c:v>
                </c:pt>
                <c:pt idx="66">
                  <c:v>75</c:v>
                </c:pt>
                <c:pt idx="67">
                  <c:v>102</c:v>
                </c:pt>
                <c:pt idx="68">
                  <c:v>72</c:v>
                </c:pt>
                <c:pt idx="69">
                  <c:v>70</c:v>
                </c:pt>
                <c:pt idx="70">
                  <c:v>71</c:v>
                </c:pt>
                <c:pt idx="71">
                  <c:v>70</c:v>
                </c:pt>
                <c:pt idx="72">
                  <c:v>76</c:v>
                </c:pt>
                <c:pt idx="73">
                  <c:v>68</c:v>
                </c:pt>
                <c:pt idx="74">
                  <c:v>80</c:v>
                </c:pt>
                <c:pt idx="75">
                  <c:v>63</c:v>
                </c:pt>
                <c:pt idx="76">
                  <c:v>65</c:v>
                </c:pt>
                <c:pt idx="77">
                  <c:v>67</c:v>
                </c:pt>
                <c:pt idx="78">
                  <c:v>67</c:v>
                </c:pt>
                <c:pt idx="79">
                  <c:v>69</c:v>
                </c:pt>
                <c:pt idx="80">
                  <c:v>72</c:v>
                </c:pt>
                <c:pt idx="81">
                  <c:v>75</c:v>
                </c:pt>
                <c:pt idx="82">
                  <c:v>75</c:v>
                </c:pt>
                <c:pt idx="83">
                  <c:v>75</c:v>
                </c:pt>
                <c:pt idx="84">
                  <c:v>75</c:v>
                </c:pt>
                <c:pt idx="85">
                  <c:v>76</c:v>
                </c:pt>
                <c:pt idx="86">
                  <c:v>77</c:v>
                </c:pt>
                <c:pt idx="87">
                  <c:v>76</c:v>
                </c:pt>
                <c:pt idx="88">
                  <c:v>74</c:v>
                </c:pt>
                <c:pt idx="89">
                  <c:v>83</c:v>
                </c:pt>
                <c:pt idx="90">
                  <c:v>70</c:v>
                </c:pt>
                <c:pt idx="91">
                  <c:v>74</c:v>
                </c:pt>
                <c:pt idx="92">
                  <c:v>70</c:v>
                </c:pt>
                <c:pt idx="93">
                  <c:v>70</c:v>
                </c:pt>
                <c:pt idx="94">
                  <c:v>71</c:v>
                </c:pt>
                <c:pt idx="95">
                  <c:v>102</c:v>
                </c:pt>
                <c:pt idx="96">
                  <c:v>82</c:v>
                </c:pt>
                <c:pt idx="97">
                  <c:v>82</c:v>
                </c:pt>
                <c:pt idx="98">
                  <c:v>79</c:v>
                </c:pt>
                <c:pt idx="99">
                  <c:v>71</c:v>
                </c:pt>
                <c:pt idx="100">
                  <c:v>72</c:v>
                </c:pt>
                <c:pt idx="101">
                  <c:v>159</c:v>
                </c:pt>
                <c:pt idx="102">
                  <c:v>93</c:v>
                </c:pt>
                <c:pt idx="103">
                  <c:v>68</c:v>
                </c:pt>
                <c:pt idx="104">
                  <c:v>90</c:v>
                </c:pt>
                <c:pt idx="105">
                  <c:v>68</c:v>
                </c:pt>
                <c:pt idx="106">
                  <c:v>66</c:v>
                </c:pt>
                <c:pt idx="107">
                  <c:v>64</c:v>
                </c:pt>
                <c:pt idx="108">
                  <c:v>65</c:v>
                </c:pt>
                <c:pt idx="109">
                  <c:v>73</c:v>
                </c:pt>
                <c:pt idx="110">
                  <c:v>72</c:v>
                </c:pt>
                <c:pt idx="111">
                  <c:v>84</c:v>
                </c:pt>
                <c:pt idx="112">
                  <c:v>61</c:v>
                </c:pt>
                <c:pt idx="113">
                  <c:v>59</c:v>
                </c:pt>
                <c:pt idx="114">
                  <c:v>59</c:v>
                </c:pt>
                <c:pt idx="115">
                  <c:v>61</c:v>
                </c:pt>
                <c:pt idx="116">
                  <c:v>62</c:v>
                </c:pt>
                <c:pt idx="117">
                  <c:v>62</c:v>
                </c:pt>
                <c:pt idx="118">
                  <c:v>62</c:v>
                </c:pt>
                <c:pt idx="119">
                  <c:v>63</c:v>
                </c:pt>
                <c:pt idx="120">
                  <c:v>63</c:v>
                </c:pt>
                <c:pt idx="121">
                  <c:v>61</c:v>
                </c:pt>
                <c:pt idx="122">
                  <c:v>63</c:v>
                </c:pt>
                <c:pt idx="123">
                  <c:v>62</c:v>
                </c:pt>
                <c:pt idx="124">
                  <c:v>61</c:v>
                </c:pt>
                <c:pt idx="125">
                  <c:v>62</c:v>
                </c:pt>
                <c:pt idx="126">
                  <c:v>61</c:v>
                </c:pt>
                <c:pt idx="127">
                  <c:v>62</c:v>
                </c:pt>
                <c:pt idx="128">
                  <c:v>61</c:v>
                </c:pt>
                <c:pt idx="129">
                  <c:v>62</c:v>
                </c:pt>
                <c:pt idx="130">
                  <c:v>63</c:v>
                </c:pt>
                <c:pt idx="131">
                  <c:v>64</c:v>
                </c:pt>
                <c:pt idx="132">
                  <c:v>63</c:v>
                </c:pt>
                <c:pt idx="133">
                  <c:v>62</c:v>
                </c:pt>
                <c:pt idx="134">
                  <c:v>63</c:v>
                </c:pt>
                <c:pt idx="135">
                  <c:v>64</c:v>
                </c:pt>
                <c:pt idx="136">
                  <c:v>64</c:v>
                </c:pt>
                <c:pt idx="137">
                  <c:v>63</c:v>
                </c:pt>
                <c:pt idx="138">
                  <c:v>65</c:v>
                </c:pt>
                <c:pt idx="139">
                  <c:v>70</c:v>
                </c:pt>
                <c:pt idx="140">
                  <c:v>67</c:v>
                </c:pt>
                <c:pt idx="141">
                  <c:v>63</c:v>
                </c:pt>
                <c:pt idx="142">
                  <c:v>62</c:v>
                </c:pt>
                <c:pt idx="143">
                  <c:v>67</c:v>
                </c:pt>
                <c:pt idx="144">
                  <c:v>68</c:v>
                </c:pt>
                <c:pt idx="145">
                  <c:v>59</c:v>
                </c:pt>
                <c:pt idx="146">
                  <c:v>58</c:v>
                </c:pt>
                <c:pt idx="147">
                  <c:v>63</c:v>
                </c:pt>
                <c:pt idx="148">
                  <c:v>62</c:v>
                </c:pt>
                <c:pt idx="149">
                  <c:v>60</c:v>
                </c:pt>
                <c:pt idx="150">
                  <c:v>64</c:v>
                </c:pt>
                <c:pt idx="151">
                  <c:v>66</c:v>
                </c:pt>
                <c:pt idx="152">
                  <c:v>65</c:v>
                </c:pt>
                <c:pt idx="153">
                  <c:v>64</c:v>
                </c:pt>
                <c:pt idx="154">
                  <c:v>63</c:v>
                </c:pt>
                <c:pt idx="155">
                  <c:v>64</c:v>
                </c:pt>
                <c:pt idx="156">
                  <c:v>63</c:v>
                </c:pt>
                <c:pt idx="157">
                  <c:v>64</c:v>
                </c:pt>
                <c:pt idx="158">
                  <c:v>63</c:v>
                </c:pt>
                <c:pt idx="159">
                  <c:v>62</c:v>
                </c:pt>
                <c:pt idx="160">
                  <c:v>62</c:v>
                </c:pt>
                <c:pt idx="161">
                  <c:v>63</c:v>
                </c:pt>
                <c:pt idx="162">
                  <c:v>62</c:v>
                </c:pt>
                <c:pt idx="163">
                  <c:v>59</c:v>
                </c:pt>
                <c:pt idx="164">
                  <c:v>61</c:v>
                </c:pt>
                <c:pt idx="165">
                  <c:v>63</c:v>
                </c:pt>
                <c:pt idx="166">
                  <c:v>63</c:v>
                </c:pt>
                <c:pt idx="167">
                  <c:v>70</c:v>
                </c:pt>
                <c:pt idx="168">
                  <c:v>64</c:v>
                </c:pt>
                <c:pt idx="169">
                  <c:v>64</c:v>
                </c:pt>
                <c:pt idx="170">
                  <c:v>64</c:v>
                </c:pt>
                <c:pt idx="171">
                  <c:v>63</c:v>
                </c:pt>
                <c:pt idx="172">
                  <c:v>59</c:v>
                </c:pt>
                <c:pt idx="173">
                  <c:v>61</c:v>
                </c:pt>
                <c:pt idx="174">
                  <c:v>64</c:v>
                </c:pt>
                <c:pt idx="175">
                  <c:v>63</c:v>
                </c:pt>
                <c:pt idx="176">
                  <c:v>63</c:v>
                </c:pt>
                <c:pt idx="177">
                  <c:v>73</c:v>
                </c:pt>
                <c:pt idx="178">
                  <c:v>64</c:v>
                </c:pt>
                <c:pt idx="179">
                  <c:v>64</c:v>
                </c:pt>
                <c:pt idx="180">
                  <c:v>59</c:v>
                </c:pt>
                <c:pt idx="181">
                  <c:v>59</c:v>
                </c:pt>
                <c:pt idx="182">
                  <c:v>62</c:v>
                </c:pt>
                <c:pt idx="183">
                  <c:v>61</c:v>
                </c:pt>
                <c:pt idx="184">
                  <c:v>60</c:v>
                </c:pt>
                <c:pt idx="185">
                  <c:v>58</c:v>
                </c:pt>
                <c:pt idx="186">
                  <c:v>57</c:v>
                </c:pt>
                <c:pt idx="187">
                  <c:v>59</c:v>
                </c:pt>
                <c:pt idx="188">
                  <c:v>59</c:v>
                </c:pt>
                <c:pt idx="189">
                  <c:v>59</c:v>
                </c:pt>
                <c:pt idx="190">
                  <c:v>60</c:v>
                </c:pt>
                <c:pt idx="191">
                  <c:v>62</c:v>
                </c:pt>
                <c:pt idx="192">
                  <c:v>61</c:v>
                </c:pt>
                <c:pt idx="193">
                  <c:v>60</c:v>
                </c:pt>
                <c:pt idx="194">
                  <c:v>61</c:v>
                </c:pt>
                <c:pt idx="195">
                  <c:v>61</c:v>
                </c:pt>
                <c:pt idx="196">
                  <c:v>55</c:v>
                </c:pt>
                <c:pt idx="197">
                  <c:v>57</c:v>
                </c:pt>
                <c:pt idx="198">
                  <c:v>58</c:v>
                </c:pt>
                <c:pt idx="199">
                  <c:v>59</c:v>
                </c:pt>
                <c:pt idx="200">
                  <c:v>59</c:v>
                </c:pt>
                <c:pt idx="201">
                  <c:v>59</c:v>
                </c:pt>
                <c:pt idx="202">
                  <c:v>59</c:v>
                </c:pt>
                <c:pt idx="203">
                  <c:v>61</c:v>
                </c:pt>
                <c:pt idx="204">
                  <c:v>63</c:v>
                </c:pt>
                <c:pt idx="205">
                  <c:v>63</c:v>
                </c:pt>
                <c:pt idx="206">
                  <c:v>63</c:v>
                </c:pt>
                <c:pt idx="207">
                  <c:v>66</c:v>
                </c:pt>
                <c:pt idx="208">
                  <c:v>68</c:v>
                </c:pt>
                <c:pt idx="209">
                  <c:v>70</c:v>
                </c:pt>
                <c:pt idx="210">
                  <c:v>70</c:v>
                </c:pt>
                <c:pt idx="211">
                  <c:v>72</c:v>
                </c:pt>
                <c:pt idx="212">
                  <c:v>73</c:v>
                </c:pt>
                <c:pt idx="213">
                  <c:v>73</c:v>
                </c:pt>
                <c:pt idx="214">
                  <c:v>72</c:v>
                </c:pt>
                <c:pt idx="215">
                  <c:v>68</c:v>
                </c:pt>
                <c:pt idx="216">
                  <c:v>69</c:v>
                </c:pt>
                <c:pt idx="217">
                  <c:v>70</c:v>
                </c:pt>
                <c:pt idx="218">
                  <c:v>70</c:v>
                </c:pt>
                <c:pt idx="219">
                  <c:v>68</c:v>
                </c:pt>
                <c:pt idx="220">
                  <c:v>70</c:v>
                </c:pt>
                <c:pt idx="221">
                  <c:v>71</c:v>
                </c:pt>
                <c:pt idx="222">
                  <c:v>71</c:v>
                </c:pt>
                <c:pt idx="223">
                  <c:v>72</c:v>
                </c:pt>
                <c:pt idx="224">
                  <c:v>71</c:v>
                </c:pt>
                <c:pt idx="225">
                  <c:v>75</c:v>
                </c:pt>
                <c:pt idx="226">
                  <c:v>72</c:v>
                </c:pt>
                <c:pt idx="227">
                  <c:v>69</c:v>
                </c:pt>
                <c:pt idx="228">
                  <c:v>68</c:v>
                </c:pt>
                <c:pt idx="229">
                  <c:v>69</c:v>
                </c:pt>
                <c:pt idx="230">
                  <c:v>71</c:v>
                </c:pt>
                <c:pt idx="231">
                  <c:v>71</c:v>
                </c:pt>
                <c:pt idx="232">
                  <c:v>70</c:v>
                </c:pt>
                <c:pt idx="233">
                  <c:v>68</c:v>
                </c:pt>
                <c:pt idx="234">
                  <c:v>69</c:v>
                </c:pt>
                <c:pt idx="235">
                  <c:v>68</c:v>
                </c:pt>
                <c:pt idx="236">
                  <c:v>68</c:v>
                </c:pt>
                <c:pt idx="237">
                  <c:v>68</c:v>
                </c:pt>
                <c:pt idx="238">
                  <c:v>68</c:v>
                </c:pt>
                <c:pt idx="239">
                  <c:v>67</c:v>
                </c:pt>
                <c:pt idx="240">
                  <c:v>66</c:v>
                </c:pt>
                <c:pt idx="241">
                  <c:v>73</c:v>
                </c:pt>
                <c:pt idx="242">
                  <c:v>73</c:v>
                </c:pt>
                <c:pt idx="243">
                  <c:v>70</c:v>
                </c:pt>
                <c:pt idx="244">
                  <c:v>68</c:v>
                </c:pt>
                <c:pt idx="245">
                  <c:v>70</c:v>
                </c:pt>
                <c:pt idx="246">
                  <c:v>70</c:v>
                </c:pt>
                <c:pt idx="247">
                  <c:v>72</c:v>
                </c:pt>
                <c:pt idx="248">
                  <c:v>70</c:v>
                </c:pt>
                <c:pt idx="249">
                  <c:v>70</c:v>
                </c:pt>
                <c:pt idx="250">
                  <c:v>72</c:v>
                </c:pt>
                <c:pt idx="251">
                  <c:v>75</c:v>
                </c:pt>
                <c:pt idx="252">
                  <c:v>74</c:v>
                </c:pt>
                <c:pt idx="253">
                  <c:v>74</c:v>
                </c:pt>
                <c:pt idx="254">
                  <c:v>75</c:v>
                </c:pt>
                <c:pt idx="255">
                  <c:v>72</c:v>
                </c:pt>
                <c:pt idx="256">
                  <c:v>72</c:v>
                </c:pt>
                <c:pt idx="257">
                  <c:v>71</c:v>
                </c:pt>
                <c:pt idx="258">
                  <c:v>72</c:v>
                </c:pt>
                <c:pt idx="259">
                  <c:v>72</c:v>
                </c:pt>
                <c:pt idx="260">
                  <c:v>71</c:v>
                </c:pt>
                <c:pt idx="261">
                  <c:v>71</c:v>
                </c:pt>
                <c:pt idx="262">
                  <c:v>71</c:v>
                </c:pt>
                <c:pt idx="263">
                  <c:v>69</c:v>
                </c:pt>
                <c:pt idx="264">
                  <c:v>68</c:v>
                </c:pt>
                <c:pt idx="265">
                  <c:v>68</c:v>
                </c:pt>
                <c:pt idx="266">
                  <c:v>69</c:v>
                </c:pt>
                <c:pt idx="267">
                  <c:v>70</c:v>
                </c:pt>
                <c:pt idx="268">
                  <c:v>72</c:v>
                </c:pt>
                <c:pt idx="269">
                  <c:v>70</c:v>
                </c:pt>
                <c:pt idx="270">
                  <c:v>68</c:v>
                </c:pt>
                <c:pt idx="271">
                  <c:v>68</c:v>
                </c:pt>
                <c:pt idx="272">
                  <c:v>68</c:v>
                </c:pt>
                <c:pt idx="273">
                  <c:v>69</c:v>
                </c:pt>
                <c:pt idx="274">
                  <c:v>69</c:v>
                </c:pt>
                <c:pt idx="275">
                  <c:v>64</c:v>
                </c:pt>
                <c:pt idx="276">
                  <c:v>62</c:v>
                </c:pt>
                <c:pt idx="277">
                  <c:v>63</c:v>
                </c:pt>
                <c:pt idx="278">
                  <c:v>64</c:v>
                </c:pt>
                <c:pt idx="279">
                  <c:v>64</c:v>
                </c:pt>
                <c:pt idx="280">
                  <c:v>64</c:v>
                </c:pt>
                <c:pt idx="281">
                  <c:v>67</c:v>
                </c:pt>
                <c:pt idx="282">
                  <c:v>70</c:v>
                </c:pt>
                <c:pt idx="283">
                  <c:v>69</c:v>
                </c:pt>
                <c:pt idx="284">
                  <c:v>70</c:v>
                </c:pt>
                <c:pt idx="285">
                  <c:v>73</c:v>
                </c:pt>
                <c:pt idx="286">
                  <c:v>75</c:v>
                </c:pt>
                <c:pt idx="287">
                  <c:v>77</c:v>
                </c:pt>
                <c:pt idx="288">
                  <c:v>75</c:v>
                </c:pt>
                <c:pt idx="289">
                  <c:v>73</c:v>
                </c:pt>
                <c:pt idx="290">
                  <c:v>75</c:v>
                </c:pt>
                <c:pt idx="291">
                  <c:v>81</c:v>
                </c:pt>
                <c:pt idx="292">
                  <c:v>108</c:v>
                </c:pt>
                <c:pt idx="293">
                  <c:v>89</c:v>
                </c:pt>
                <c:pt idx="294">
                  <c:v>80</c:v>
                </c:pt>
                <c:pt idx="295">
                  <c:v>77</c:v>
                </c:pt>
                <c:pt idx="296">
                  <c:v>77</c:v>
                </c:pt>
                <c:pt idx="297">
                  <c:v>77</c:v>
                </c:pt>
                <c:pt idx="298">
                  <c:v>79</c:v>
                </c:pt>
                <c:pt idx="299">
                  <c:v>78</c:v>
                </c:pt>
                <c:pt idx="300">
                  <c:v>77</c:v>
                </c:pt>
                <c:pt idx="301">
                  <c:v>75</c:v>
                </c:pt>
                <c:pt idx="302">
                  <c:v>75</c:v>
                </c:pt>
                <c:pt idx="303">
                  <c:v>75</c:v>
                </c:pt>
                <c:pt idx="304">
                  <c:v>74</c:v>
                </c:pt>
                <c:pt idx="305">
                  <c:v>71</c:v>
                </c:pt>
                <c:pt idx="306">
                  <c:v>70</c:v>
                </c:pt>
                <c:pt idx="307">
                  <c:v>70</c:v>
                </c:pt>
                <c:pt idx="308">
                  <c:v>69</c:v>
                </c:pt>
                <c:pt idx="309">
                  <c:v>74</c:v>
                </c:pt>
                <c:pt idx="310">
                  <c:v>73</c:v>
                </c:pt>
                <c:pt idx="311">
                  <c:v>75</c:v>
                </c:pt>
                <c:pt idx="312">
                  <c:v>75</c:v>
                </c:pt>
                <c:pt idx="313">
                  <c:v>74</c:v>
                </c:pt>
                <c:pt idx="314">
                  <c:v>72</c:v>
                </c:pt>
                <c:pt idx="315">
                  <c:v>73</c:v>
                </c:pt>
                <c:pt idx="316">
                  <c:v>75</c:v>
                </c:pt>
                <c:pt idx="317">
                  <c:v>78</c:v>
                </c:pt>
                <c:pt idx="318">
                  <c:v>78</c:v>
                </c:pt>
                <c:pt idx="319">
                  <c:v>76</c:v>
                </c:pt>
                <c:pt idx="320">
                  <c:v>79</c:v>
                </c:pt>
                <c:pt idx="321">
                  <c:v>79</c:v>
                </c:pt>
                <c:pt idx="322">
                  <c:v>79</c:v>
                </c:pt>
                <c:pt idx="323">
                  <c:v>77</c:v>
                </c:pt>
                <c:pt idx="324">
                  <c:v>78</c:v>
                </c:pt>
                <c:pt idx="325">
                  <c:v>79</c:v>
                </c:pt>
                <c:pt idx="326">
                  <c:v>77</c:v>
                </c:pt>
                <c:pt idx="327">
                  <c:v>75</c:v>
                </c:pt>
                <c:pt idx="328">
                  <c:v>77</c:v>
                </c:pt>
                <c:pt idx="329">
                  <c:v>78</c:v>
                </c:pt>
                <c:pt idx="330">
                  <c:v>78</c:v>
                </c:pt>
                <c:pt idx="331">
                  <c:v>77</c:v>
                </c:pt>
                <c:pt idx="332">
                  <c:v>79</c:v>
                </c:pt>
                <c:pt idx="333">
                  <c:v>77</c:v>
                </c:pt>
                <c:pt idx="334">
                  <c:v>77</c:v>
                </c:pt>
                <c:pt idx="335">
                  <c:v>78</c:v>
                </c:pt>
                <c:pt idx="336">
                  <c:v>76</c:v>
                </c:pt>
                <c:pt idx="337">
                  <c:v>79</c:v>
                </c:pt>
                <c:pt idx="338">
                  <c:v>78</c:v>
                </c:pt>
                <c:pt idx="339">
                  <c:v>79</c:v>
                </c:pt>
                <c:pt idx="340">
                  <c:v>75</c:v>
                </c:pt>
                <c:pt idx="341">
                  <c:v>78</c:v>
                </c:pt>
                <c:pt idx="342">
                  <c:v>77</c:v>
                </c:pt>
                <c:pt idx="343">
                  <c:v>75</c:v>
                </c:pt>
                <c:pt idx="344">
                  <c:v>75</c:v>
                </c:pt>
                <c:pt idx="345">
                  <c:v>76</c:v>
                </c:pt>
                <c:pt idx="346">
                  <c:v>76</c:v>
                </c:pt>
                <c:pt idx="347">
                  <c:v>75</c:v>
                </c:pt>
                <c:pt idx="348">
                  <c:v>75</c:v>
                </c:pt>
                <c:pt idx="349">
                  <c:v>72</c:v>
                </c:pt>
                <c:pt idx="350">
                  <c:v>70</c:v>
                </c:pt>
                <c:pt idx="351">
                  <c:v>73</c:v>
                </c:pt>
                <c:pt idx="352">
                  <c:v>74</c:v>
                </c:pt>
                <c:pt idx="353">
                  <c:v>78</c:v>
                </c:pt>
                <c:pt idx="354">
                  <c:v>83</c:v>
                </c:pt>
                <c:pt idx="355">
                  <c:v>79</c:v>
                </c:pt>
                <c:pt idx="356">
                  <c:v>84</c:v>
                </c:pt>
                <c:pt idx="357">
                  <c:v>83</c:v>
                </c:pt>
                <c:pt idx="358">
                  <c:v>87</c:v>
                </c:pt>
                <c:pt idx="359">
                  <c:v>89</c:v>
                </c:pt>
                <c:pt idx="360">
                  <c:v>90</c:v>
                </c:pt>
                <c:pt idx="361">
                  <c:v>103</c:v>
                </c:pt>
                <c:pt idx="362">
                  <c:v>89</c:v>
                </c:pt>
                <c:pt idx="363">
                  <c:v>88</c:v>
                </c:pt>
                <c:pt idx="364">
                  <c:v>93</c:v>
                </c:pt>
                <c:pt idx="365">
                  <c:v>88</c:v>
                </c:pt>
                <c:pt idx="366">
                  <c:v>89</c:v>
                </c:pt>
                <c:pt idx="367">
                  <c:v>88</c:v>
                </c:pt>
                <c:pt idx="368">
                  <c:v>88</c:v>
                </c:pt>
                <c:pt idx="369">
                  <c:v>94</c:v>
                </c:pt>
                <c:pt idx="370">
                  <c:v>90</c:v>
                </c:pt>
                <c:pt idx="371">
                  <c:v>90</c:v>
                </c:pt>
                <c:pt idx="372">
                  <c:v>89</c:v>
                </c:pt>
                <c:pt idx="373">
                  <c:v>86</c:v>
                </c:pt>
                <c:pt idx="374">
                  <c:v>84</c:v>
                </c:pt>
                <c:pt idx="375">
                  <c:v>82</c:v>
                </c:pt>
                <c:pt idx="376">
                  <c:v>85</c:v>
                </c:pt>
                <c:pt idx="377">
                  <c:v>84</c:v>
                </c:pt>
                <c:pt idx="378">
                  <c:v>80</c:v>
                </c:pt>
                <c:pt idx="379">
                  <c:v>80</c:v>
                </c:pt>
                <c:pt idx="380">
                  <c:v>94</c:v>
                </c:pt>
                <c:pt idx="381">
                  <c:v>108</c:v>
                </c:pt>
                <c:pt idx="382">
                  <c:v>80</c:v>
                </c:pt>
                <c:pt idx="383">
                  <c:v>81</c:v>
                </c:pt>
                <c:pt idx="384">
                  <c:v>85</c:v>
                </c:pt>
                <c:pt idx="385">
                  <c:v>84</c:v>
                </c:pt>
                <c:pt idx="386">
                  <c:v>80</c:v>
                </c:pt>
                <c:pt idx="387">
                  <c:v>80</c:v>
                </c:pt>
                <c:pt idx="388">
                  <c:v>83</c:v>
                </c:pt>
                <c:pt idx="389">
                  <c:v>80</c:v>
                </c:pt>
                <c:pt idx="390">
                  <c:v>81</c:v>
                </c:pt>
                <c:pt idx="391">
                  <c:v>82</c:v>
                </c:pt>
                <c:pt idx="392">
                  <c:v>81</c:v>
                </c:pt>
                <c:pt idx="393">
                  <c:v>98</c:v>
                </c:pt>
                <c:pt idx="394">
                  <c:v>80</c:v>
                </c:pt>
                <c:pt idx="395">
                  <c:v>94</c:v>
                </c:pt>
                <c:pt idx="396">
                  <c:v>83</c:v>
                </c:pt>
                <c:pt idx="397">
                  <c:v>84</c:v>
                </c:pt>
                <c:pt idx="398">
                  <c:v>87</c:v>
                </c:pt>
                <c:pt idx="399">
                  <c:v>87</c:v>
                </c:pt>
                <c:pt idx="400">
                  <c:v>85</c:v>
                </c:pt>
                <c:pt idx="401">
                  <c:v>85</c:v>
                </c:pt>
                <c:pt idx="402">
                  <c:v>85</c:v>
                </c:pt>
                <c:pt idx="403">
                  <c:v>88</c:v>
                </c:pt>
                <c:pt idx="404">
                  <c:v>88</c:v>
                </c:pt>
                <c:pt idx="405">
                  <c:v>88</c:v>
                </c:pt>
                <c:pt idx="406">
                  <c:v>85</c:v>
                </c:pt>
                <c:pt idx="407">
                  <c:v>89</c:v>
                </c:pt>
                <c:pt idx="408">
                  <c:v>84</c:v>
                </c:pt>
                <c:pt idx="409">
                  <c:v>83</c:v>
                </c:pt>
                <c:pt idx="410">
                  <c:v>81</c:v>
                </c:pt>
                <c:pt idx="411">
                  <c:v>81</c:v>
                </c:pt>
                <c:pt idx="412">
                  <c:v>82</c:v>
                </c:pt>
                <c:pt idx="413">
                  <c:v>86</c:v>
                </c:pt>
                <c:pt idx="414">
                  <c:v>82</c:v>
                </c:pt>
                <c:pt idx="415">
                  <c:v>84</c:v>
                </c:pt>
                <c:pt idx="416">
                  <c:v>81</c:v>
                </c:pt>
                <c:pt idx="417">
                  <c:v>83</c:v>
                </c:pt>
                <c:pt idx="418">
                  <c:v>84</c:v>
                </c:pt>
                <c:pt idx="419">
                  <c:v>87</c:v>
                </c:pt>
                <c:pt idx="420">
                  <c:v>87</c:v>
                </c:pt>
                <c:pt idx="421">
                  <c:v>86</c:v>
                </c:pt>
                <c:pt idx="422">
                  <c:v>87</c:v>
                </c:pt>
                <c:pt idx="423">
                  <c:v>89</c:v>
                </c:pt>
                <c:pt idx="424">
                  <c:v>96</c:v>
                </c:pt>
                <c:pt idx="425">
                  <c:v>93</c:v>
                </c:pt>
                <c:pt idx="426">
                  <c:v>95</c:v>
                </c:pt>
                <c:pt idx="427">
                  <c:v>93</c:v>
                </c:pt>
                <c:pt idx="428">
                  <c:v>94</c:v>
                </c:pt>
                <c:pt idx="429">
                  <c:v>96</c:v>
                </c:pt>
                <c:pt idx="430">
                  <c:v>95</c:v>
                </c:pt>
                <c:pt idx="431">
                  <c:v>91</c:v>
                </c:pt>
                <c:pt idx="432">
                  <c:v>87</c:v>
                </c:pt>
                <c:pt idx="433">
                  <c:v>87</c:v>
                </c:pt>
                <c:pt idx="434">
                  <c:v>98</c:v>
                </c:pt>
                <c:pt idx="435">
                  <c:v>87</c:v>
                </c:pt>
                <c:pt idx="436">
                  <c:v>85</c:v>
                </c:pt>
                <c:pt idx="437">
                  <c:v>87</c:v>
                </c:pt>
                <c:pt idx="438">
                  <c:v>87</c:v>
                </c:pt>
                <c:pt idx="439">
                  <c:v>89</c:v>
                </c:pt>
                <c:pt idx="440">
                  <c:v>91</c:v>
                </c:pt>
                <c:pt idx="441">
                  <c:v>93</c:v>
                </c:pt>
                <c:pt idx="442">
                  <c:v>91</c:v>
                </c:pt>
                <c:pt idx="443">
                  <c:v>88</c:v>
                </c:pt>
                <c:pt idx="444">
                  <c:v>90</c:v>
                </c:pt>
                <c:pt idx="445">
                  <c:v>88</c:v>
                </c:pt>
                <c:pt idx="446">
                  <c:v>88</c:v>
                </c:pt>
                <c:pt idx="447">
                  <c:v>93</c:v>
                </c:pt>
                <c:pt idx="448">
                  <c:v>102</c:v>
                </c:pt>
                <c:pt idx="449">
                  <c:v>86</c:v>
                </c:pt>
                <c:pt idx="450">
                  <c:v>98</c:v>
                </c:pt>
                <c:pt idx="451">
                  <c:v>85</c:v>
                </c:pt>
                <c:pt idx="452">
                  <c:v>86</c:v>
                </c:pt>
                <c:pt idx="453">
                  <c:v>85</c:v>
                </c:pt>
                <c:pt idx="454">
                  <c:v>85</c:v>
                </c:pt>
                <c:pt idx="455">
                  <c:v>85</c:v>
                </c:pt>
                <c:pt idx="456">
                  <c:v>85</c:v>
                </c:pt>
                <c:pt idx="457">
                  <c:v>85</c:v>
                </c:pt>
                <c:pt idx="458">
                  <c:v>85</c:v>
                </c:pt>
                <c:pt idx="459">
                  <c:v>87</c:v>
                </c:pt>
                <c:pt idx="460">
                  <c:v>87</c:v>
                </c:pt>
                <c:pt idx="461">
                  <c:v>96</c:v>
                </c:pt>
                <c:pt idx="462">
                  <c:v>84</c:v>
                </c:pt>
                <c:pt idx="463">
                  <c:v>84</c:v>
                </c:pt>
                <c:pt idx="464">
                  <c:v>84</c:v>
                </c:pt>
                <c:pt idx="465">
                  <c:v>87</c:v>
                </c:pt>
                <c:pt idx="466">
                  <c:v>86</c:v>
                </c:pt>
                <c:pt idx="467">
                  <c:v>87</c:v>
                </c:pt>
                <c:pt idx="468">
                  <c:v>85</c:v>
                </c:pt>
                <c:pt idx="469">
                  <c:v>86</c:v>
                </c:pt>
                <c:pt idx="470">
                  <c:v>85</c:v>
                </c:pt>
                <c:pt idx="471">
                  <c:v>90</c:v>
                </c:pt>
                <c:pt idx="472">
                  <c:v>88</c:v>
                </c:pt>
                <c:pt idx="473">
                  <c:v>88</c:v>
                </c:pt>
                <c:pt idx="474">
                  <c:v>94</c:v>
                </c:pt>
                <c:pt idx="475">
                  <c:v>96</c:v>
                </c:pt>
                <c:pt idx="476">
                  <c:v>89</c:v>
                </c:pt>
                <c:pt idx="477">
                  <c:v>95</c:v>
                </c:pt>
                <c:pt idx="478">
                  <c:v>88</c:v>
                </c:pt>
                <c:pt idx="479">
                  <c:v>87</c:v>
                </c:pt>
                <c:pt idx="480">
                  <c:v>89</c:v>
                </c:pt>
                <c:pt idx="481">
                  <c:v>91</c:v>
                </c:pt>
                <c:pt idx="482">
                  <c:v>88</c:v>
                </c:pt>
                <c:pt idx="483">
                  <c:v>95</c:v>
                </c:pt>
                <c:pt idx="484">
                  <c:v>89</c:v>
                </c:pt>
                <c:pt idx="485">
                  <c:v>91</c:v>
                </c:pt>
                <c:pt idx="486">
                  <c:v>91</c:v>
                </c:pt>
                <c:pt idx="487">
                  <c:v>91</c:v>
                </c:pt>
                <c:pt idx="488">
                  <c:v>90</c:v>
                </c:pt>
                <c:pt idx="489">
                  <c:v>89</c:v>
                </c:pt>
                <c:pt idx="490">
                  <c:v>93</c:v>
                </c:pt>
                <c:pt idx="491">
                  <c:v>86</c:v>
                </c:pt>
                <c:pt idx="492">
                  <c:v>88</c:v>
                </c:pt>
                <c:pt idx="493">
                  <c:v>86</c:v>
                </c:pt>
                <c:pt idx="494">
                  <c:v>86</c:v>
                </c:pt>
                <c:pt idx="495">
                  <c:v>87</c:v>
                </c:pt>
                <c:pt idx="496">
                  <c:v>87</c:v>
                </c:pt>
                <c:pt idx="497">
                  <c:v>98</c:v>
                </c:pt>
                <c:pt idx="498">
                  <c:v>87</c:v>
                </c:pt>
                <c:pt idx="499">
                  <c:v>88</c:v>
                </c:pt>
                <c:pt idx="500">
                  <c:v>88</c:v>
                </c:pt>
                <c:pt idx="501">
                  <c:v>93</c:v>
                </c:pt>
                <c:pt idx="502">
                  <c:v>96</c:v>
                </c:pt>
                <c:pt idx="503">
                  <c:v>106</c:v>
                </c:pt>
                <c:pt idx="504">
                  <c:v>89</c:v>
                </c:pt>
                <c:pt idx="505">
                  <c:v>106</c:v>
                </c:pt>
                <c:pt idx="506">
                  <c:v>99</c:v>
                </c:pt>
                <c:pt idx="507">
                  <c:v>95</c:v>
                </c:pt>
                <c:pt idx="508">
                  <c:v>102</c:v>
                </c:pt>
                <c:pt idx="509">
                  <c:v>106</c:v>
                </c:pt>
                <c:pt idx="510">
                  <c:v>102</c:v>
                </c:pt>
                <c:pt idx="511">
                  <c:v>100</c:v>
                </c:pt>
                <c:pt idx="512">
                  <c:v>99</c:v>
                </c:pt>
                <c:pt idx="513">
                  <c:v>100</c:v>
                </c:pt>
                <c:pt idx="514">
                  <c:v>90</c:v>
                </c:pt>
                <c:pt idx="515">
                  <c:v>99</c:v>
                </c:pt>
                <c:pt idx="516">
                  <c:v>93</c:v>
                </c:pt>
                <c:pt idx="517">
                  <c:v>91</c:v>
                </c:pt>
                <c:pt idx="518">
                  <c:v>94</c:v>
                </c:pt>
                <c:pt idx="519">
                  <c:v>94</c:v>
                </c:pt>
                <c:pt idx="520">
                  <c:v>95</c:v>
                </c:pt>
                <c:pt idx="521">
                  <c:v>98</c:v>
                </c:pt>
                <c:pt idx="522">
                  <c:v>93</c:v>
                </c:pt>
                <c:pt idx="523">
                  <c:v>91</c:v>
                </c:pt>
                <c:pt idx="524">
                  <c:v>86</c:v>
                </c:pt>
                <c:pt idx="525">
                  <c:v>89</c:v>
                </c:pt>
                <c:pt idx="526">
                  <c:v>90</c:v>
                </c:pt>
                <c:pt idx="527">
                  <c:v>89</c:v>
                </c:pt>
                <c:pt idx="528">
                  <c:v>96</c:v>
                </c:pt>
                <c:pt idx="529">
                  <c:v>93</c:v>
                </c:pt>
                <c:pt idx="530">
                  <c:v>95</c:v>
                </c:pt>
                <c:pt idx="531">
                  <c:v>94</c:v>
                </c:pt>
                <c:pt idx="532">
                  <c:v>94</c:v>
                </c:pt>
                <c:pt idx="533">
                  <c:v>95</c:v>
                </c:pt>
                <c:pt idx="534">
                  <c:v>94</c:v>
                </c:pt>
                <c:pt idx="535">
                  <c:v>98</c:v>
                </c:pt>
                <c:pt idx="536">
                  <c:v>88</c:v>
                </c:pt>
                <c:pt idx="537">
                  <c:v>89</c:v>
                </c:pt>
                <c:pt idx="538">
                  <c:v>87</c:v>
                </c:pt>
                <c:pt idx="539">
                  <c:v>87</c:v>
                </c:pt>
                <c:pt idx="540">
                  <c:v>88</c:v>
                </c:pt>
                <c:pt idx="541">
                  <c:v>88</c:v>
                </c:pt>
                <c:pt idx="542">
                  <c:v>90</c:v>
                </c:pt>
                <c:pt idx="543">
                  <c:v>89</c:v>
                </c:pt>
                <c:pt idx="544">
                  <c:v>86</c:v>
                </c:pt>
                <c:pt idx="545">
                  <c:v>85</c:v>
                </c:pt>
                <c:pt idx="546">
                  <c:v>87</c:v>
                </c:pt>
                <c:pt idx="547">
                  <c:v>86</c:v>
                </c:pt>
                <c:pt idx="548">
                  <c:v>82</c:v>
                </c:pt>
                <c:pt idx="549">
                  <c:v>85</c:v>
                </c:pt>
                <c:pt idx="550">
                  <c:v>83</c:v>
                </c:pt>
                <c:pt idx="551">
                  <c:v>82</c:v>
                </c:pt>
                <c:pt idx="552">
                  <c:v>80</c:v>
                </c:pt>
                <c:pt idx="553">
                  <c:v>80</c:v>
                </c:pt>
                <c:pt idx="554">
                  <c:v>80</c:v>
                </c:pt>
                <c:pt idx="555">
                  <c:v>78</c:v>
                </c:pt>
                <c:pt idx="556">
                  <c:v>73</c:v>
                </c:pt>
                <c:pt idx="557">
                  <c:v>78</c:v>
                </c:pt>
                <c:pt idx="558">
                  <c:v>91</c:v>
                </c:pt>
                <c:pt idx="559">
                  <c:v>88</c:v>
                </c:pt>
                <c:pt idx="560">
                  <c:v>86</c:v>
                </c:pt>
                <c:pt idx="561">
                  <c:v>85</c:v>
                </c:pt>
                <c:pt idx="562">
                  <c:v>83</c:v>
                </c:pt>
                <c:pt idx="563">
                  <c:v>83</c:v>
                </c:pt>
                <c:pt idx="564">
                  <c:v>81</c:v>
                </c:pt>
                <c:pt idx="565">
                  <c:v>80</c:v>
                </c:pt>
                <c:pt idx="566">
                  <c:v>80</c:v>
                </c:pt>
                <c:pt idx="567">
                  <c:v>80</c:v>
                </c:pt>
                <c:pt idx="568">
                  <c:v>80</c:v>
                </c:pt>
                <c:pt idx="569">
                  <c:v>80</c:v>
                </c:pt>
                <c:pt idx="570">
                  <c:v>81</c:v>
                </c:pt>
                <c:pt idx="571">
                  <c:v>80</c:v>
                </c:pt>
                <c:pt idx="572">
                  <c:v>80</c:v>
                </c:pt>
                <c:pt idx="573">
                  <c:v>80</c:v>
                </c:pt>
                <c:pt idx="574">
                  <c:v>79</c:v>
                </c:pt>
                <c:pt idx="575">
                  <c:v>80</c:v>
                </c:pt>
                <c:pt idx="576">
                  <c:v>80</c:v>
                </c:pt>
                <c:pt idx="577">
                  <c:v>80</c:v>
                </c:pt>
                <c:pt idx="578">
                  <c:v>80</c:v>
                </c:pt>
                <c:pt idx="579">
                  <c:v>80</c:v>
                </c:pt>
                <c:pt idx="580">
                  <c:v>80</c:v>
                </c:pt>
                <c:pt idx="581">
                  <c:v>80</c:v>
                </c:pt>
                <c:pt idx="582">
                  <c:v>82</c:v>
                </c:pt>
                <c:pt idx="583">
                  <c:v>81</c:v>
                </c:pt>
                <c:pt idx="584">
                  <c:v>80</c:v>
                </c:pt>
                <c:pt idx="585">
                  <c:v>80</c:v>
                </c:pt>
                <c:pt idx="586">
                  <c:v>82</c:v>
                </c:pt>
                <c:pt idx="587">
                  <c:v>82</c:v>
                </c:pt>
                <c:pt idx="588">
                  <c:v>88</c:v>
                </c:pt>
                <c:pt idx="589">
                  <c:v>87</c:v>
                </c:pt>
                <c:pt idx="590">
                  <c:v>91</c:v>
                </c:pt>
                <c:pt idx="591">
                  <c:v>91</c:v>
                </c:pt>
                <c:pt idx="592">
                  <c:v>89</c:v>
                </c:pt>
                <c:pt idx="593">
                  <c:v>90</c:v>
                </c:pt>
                <c:pt idx="594">
                  <c:v>88</c:v>
                </c:pt>
                <c:pt idx="595">
                  <c:v>86</c:v>
                </c:pt>
                <c:pt idx="596">
                  <c:v>84</c:v>
                </c:pt>
                <c:pt idx="597">
                  <c:v>85</c:v>
                </c:pt>
                <c:pt idx="598">
                  <c:v>82</c:v>
                </c:pt>
                <c:pt idx="599">
                  <c:v>81</c:v>
                </c:pt>
                <c:pt idx="600">
                  <c:v>81</c:v>
                </c:pt>
                <c:pt idx="601">
                  <c:v>79</c:v>
                </c:pt>
                <c:pt idx="602">
                  <c:v>80</c:v>
                </c:pt>
                <c:pt idx="603">
                  <c:v>80</c:v>
                </c:pt>
                <c:pt idx="604">
                  <c:v>83</c:v>
                </c:pt>
                <c:pt idx="605">
                  <c:v>87</c:v>
                </c:pt>
                <c:pt idx="606">
                  <c:v>82</c:v>
                </c:pt>
                <c:pt idx="607">
                  <c:v>83</c:v>
                </c:pt>
                <c:pt idx="608">
                  <c:v>84</c:v>
                </c:pt>
                <c:pt idx="609">
                  <c:v>85</c:v>
                </c:pt>
                <c:pt idx="610">
                  <c:v>89</c:v>
                </c:pt>
                <c:pt idx="611">
                  <c:v>88</c:v>
                </c:pt>
                <c:pt idx="612">
                  <c:v>103</c:v>
                </c:pt>
                <c:pt idx="613">
                  <c:v>116</c:v>
                </c:pt>
                <c:pt idx="614">
                  <c:v>95</c:v>
                </c:pt>
                <c:pt idx="615">
                  <c:v>87</c:v>
                </c:pt>
                <c:pt idx="616">
                  <c:v>83</c:v>
                </c:pt>
                <c:pt idx="617">
                  <c:v>83</c:v>
                </c:pt>
                <c:pt idx="618">
                  <c:v>82</c:v>
                </c:pt>
                <c:pt idx="619">
                  <c:v>80</c:v>
                </c:pt>
                <c:pt idx="620">
                  <c:v>79</c:v>
                </c:pt>
                <c:pt idx="621">
                  <c:v>80</c:v>
                </c:pt>
                <c:pt idx="622">
                  <c:v>79</c:v>
                </c:pt>
                <c:pt idx="623">
                  <c:v>81</c:v>
                </c:pt>
                <c:pt idx="624">
                  <c:v>82</c:v>
                </c:pt>
                <c:pt idx="625">
                  <c:v>100</c:v>
                </c:pt>
                <c:pt idx="626">
                  <c:v>106</c:v>
                </c:pt>
                <c:pt idx="627">
                  <c:v>88</c:v>
                </c:pt>
                <c:pt idx="628">
                  <c:v>90</c:v>
                </c:pt>
                <c:pt idx="629">
                  <c:v>88</c:v>
                </c:pt>
                <c:pt idx="630">
                  <c:v>93</c:v>
                </c:pt>
                <c:pt idx="631">
                  <c:v>95</c:v>
                </c:pt>
                <c:pt idx="632">
                  <c:v>94</c:v>
                </c:pt>
                <c:pt idx="633">
                  <c:v>94</c:v>
                </c:pt>
                <c:pt idx="634">
                  <c:v>96</c:v>
                </c:pt>
                <c:pt idx="635">
                  <c:v>113</c:v>
                </c:pt>
                <c:pt idx="636">
                  <c:v>90</c:v>
                </c:pt>
                <c:pt idx="637">
                  <c:v>94</c:v>
                </c:pt>
                <c:pt idx="638">
                  <c:v>90</c:v>
                </c:pt>
                <c:pt idx="639">
                  <c:v>91</c:v>
                </c:pt>
                <c:pt idx="640">
                  <c:v>89</c:v>
                </c:pt>
                <c:pt idx="641">
                  <c:v>93</c:v>
                </c:pt>
                <c:pt idx="642">
                  <c:v>88</c:v>
                </c:pt>
                <c:pt idx="643">
                  <c:v>86</c:v>
                </c:pt>
                <c:pt idx="644">
                  <c:v>85</c:v>
                </c:pt>
                <c:pt idx="645">
                  <c:v>85</c:v>
                </c:pt>
                <c:pt idx="646">
                  <c:v>84</c:v>
                </c:pt>
                <c:pt idx="647">
                  <c:v>82</c:v>
                </c:pt>
                <c:pt idx="648">
                  <c:v>83</c:v>
                </c:pt>
                <c:pt idx="649">
                  <c:v>84</c:v>
                </c:pt>
                <c:pt idx="650">
                  <c:v>98</c:v>
                </c:pt>
                <c:pt idx="651">
                  <c:v>141</c:v>
                </c:pt>
                <c:pt idx="652">
                  <c:v>89</c:v>
                </c:pt>
                <c:pt idx="653">
                  <c:v>90</c:v>
                </c:pt>
                <c:pt idx="654">
                  <c:v>93</c:v>
                </c:pt>
                <c:pt idx="655">
                  <c:v>120</c:v>
                </c:pt>
                <c:pt idx="656">
                  <c:v>96</c:v>
                </c:pt>
                <c:pt idx="657">
                  <c:v>108</c:v>
                </c:pt>
                <c:pt idx="658">
                  <c:v>100</c:v>
                </c:pt>
                <c:pt idx="659">
                  <c:v>108</c:v>
                </c:pt>
                <c:pt idx="660">
                  <c:v>106</c:v>
                </c:pt>
                <c:pt idx="661">
                  <c:v>109</c:v>
                </c:pt>
                <c:pt idx="662">
                  <c:v>100</c:v>
                </c:pt>
                <c:pt idx="663">
                  <c:v>95</c:v>
                </c:pt>
                <c:pt idx="664">
                  <c:v>94</c:v>
                </c:pt>
                <c:pt idx="665">
                  <c:v>93</c:v>
                </c:pt>
                <c:pt idx="666">
                  <c:v>91</c:v>
                </c:pt>
                <c:pt idx="667">
                  <c:v>89</c:v>
                </c:pt>
                <c:pt idx="668">
                  <c:v>88</c:v>
                </c:pt>
                <c:pt idx="669">
                  <c:v>90</c:v>
                </c:pt>
                <c:pt idx="670">
                  <c:v>94</c:v>
                </c:pt>
                <c:pt idx="671">
                  <c:v>98</c:v>
                </c:pt>
                <c:pt idx="672">
                  <c:v>94</c:v>
                </c:pt>
                <c:pt idx="673">
                  <c:v>95</c:v>
                </c:pt>
                <c:pt idx="674">
                  <c:v>89</c:v>
                </c:pt>
                <c:pt idx="675">
                  <c:v>90</c:v>
                </c:pt>
                <c:pt idx="676">
                  <c:v>86</c:v>
                </c:pt>
                <c:pt idx="677">
                  <c:v>86</c:v>
                </c:pt>
                <c:pt idx="678">
                  <c:v>86</c:v>
                </c:pt>
                <c:pt idx="679">
                  <c:v>85</c:v>
                </c:pt>
                <c:pt idx="680">
                  <c:v>89</c:v>
                </c:pt>
                <c:pt idx="681">
                  <c:v>93</c:v>
                </c:pt>
                <c:pt idx="682">
                  <c:v>90</c:v>
                </c:pt>
                <c:pt idx="683">
                  <c:v>91</c:v>
                </c:pt>
                <c:pt idx="684">
                  <c:v>95</c:v>
                </c:pt>
                <c:pt idx="685">
                  <c:v>89</c:v>
                </c:pt>
                <c:pt idx="686">
                  <c:v>91</c:v>
                </c:pt>
                <c:pt idx="687">
                  <c:v>91</c:v>
                </c:pt>
                <c:pt idx="688">
                  <c:v>87</c:v>
                </c:pt>
                <c:pt idx="689">
                  <c:v>90</c:v>
                </c:pt>
                <c:pt idx="690">
                  <c:v>90</c:v>
                </c:pt>
                <c:pt idx="691">
                  <c:v>90</c:v>
                </c:pt>
                <c:pt idx="692">
                  <c:v>89</c:v>
                </c:pt>
                <c:pt idx="693">
                  <c:v>87</c:v>
                </c:pt>
                <c:pt idx="694">
                  <c:v>87</c:v>
                </c:pt>
                <c:pt idx="695">
                  <c:v>94</c:v>
                </c:pt>
                <c:pt idx="696">
                  <c:v>84</c:v>
                </c:pt>
                <c:pt idx="697">
                  <c:v>84</c:v>
                </c:pt>
                <c:pt idx="698">
                  <c:v>85</c:v>
                </c:pt>
                <c:pt idx="699">
                  <c:v>86</c:v>
                </c:pt>
                <c:pt idx="700">
                  <c:v>87</c:v>
                </c:pt>
                <c:pt idx="701">
                  <c:v>86</c:v>
                </c:pt>
                <c:pt idx="702">
                  <c:v>85</c:v>
                </c:pt>
                <c:pt idx="703">
                  <c:v>84</c:v>
                </c:pt>
                <c:pt idx="704">
                  <c:v>82</c:v>
                </c:pt>
                <c:pt idx="705">
                  <c:v>80</c:v>
                </c:pt>
                <c:pt idx="706">
                  <c:v>81</c:v>
                </c:pt>
                <c:pt idx="707">
                  <c:v>79</c:v>
                </c:pt>
                <c:pt idx="708">
                  <c:v>79</c:v>
                </c:pt>
                <c:pt idx="709">
                  <c:v>80</c:v>
                </c:pt>
                <c:pt idx="710">
                  <c:v>81</c:v>
                </c:pt>
                <c:pt idx="711">
                  <c:v>86</c:v>
                </c:pt>
                <c:pt idx="712">
                  <c:v>89</c:v>
                </c:pt>
                <c:pt idx="713">
                  <c:v>85</c:v>
                </c:pt>
                <c:pt idx="714">
                  <c:v>90</c:v>
                </c:pt>
                <c:pt idx="715">
                  <c:v>86</c:v>
                </c:pt>
                <c:pt idx="716">
                  <c:v>84</c:v>
                </c:pt>
                <c:pt idx="717">
                  <c:v>96</c:v>
                </c:pt>
                <c:pt idx="718">
                  <c:v>116</c:v>
                </c:pt>
                <c:pt idx="719">
                  <c:v>82</c:v>
                </c:pt>
                <c:pt idx="720">
                  <c:v>89</c:v>
                </c:pt>
                <c:pt idx="721">
                  <c:v>88</c:v>
                </c:pt>
                <c:pt idx="722">
                  <c:v>90</c:v>
                </c:pt>
                <c:pt idx="723">
                  <c:v>94</c:v>
                </c:pt>
                <c:pt idx="724">
                  <c:v>95</c:v>
                </c:pt>
                <c:pt idx="725">
                  <c:v>90</c:v>
                </c:pt>
                <c:pt idx="726">
                  <c:v>89</c:v>
                </c:pt>
                <c:pt idx="727">
                  <c:v>86</c:v>
                </c:pt>
                <c:pt idx="728">
                  <c:v>89</c:v>
                </c:pt>
                <c:pt idx="729">
                  <c:v>90</c:v>
                </c:pt>
                <c:pt idx="730">
                  <c:v>90</c:v>
                </c:pt>
                <c:pt idx="731">
                  <c:v>85</c:v>
                </c:pt>
                <c:pt idx="732">
                  <c:v>85</c:v>
                </c:pt>
                <c:pt idx="733">
                  <c:v>83</c:v>
                </c:pt>
                <c:pt idx="734">
                  <c:v>83</c:v>
                </c:pt>
                <c:pt idx="735">
                  <c:v>82</c:v>
                </c:pt>
                <c:pt idx="736">
                  <c:v>84</c:v>
                </c:pt>
                <c:pt idx="737">
                  <c:v>116</c:v>
                </c:pt>
                <c:pt idx="738">
                  <c:v>94</c:v>
                </c:pt>
                <c:pt idx="739">
                  <c:v>75</c:v>
                </c:pt>
                <c:pt idx="740">
                  <c:v>73</c:v>
                </c:pt>
                <c:pt idx="741">
                  <c:v>72</c:v>
                </c:pt>
                <c:pt idx="742">
                  <c:v>72</c:v>
                </c:pt>
                <c:pt idx="743">
                  <c:v>70</c:v>
                </c:pt>
                <c:pt idx="744">
                  <c:v>71</c:v>
                </c:pt>
                <c:pt idx="745">
                  <c:v>69</c:v>
                </c:pt>
                <c:pt idx="746">
                  <c:v>68</c:v>
                </c:pt>
                <c:pt idx="747">
                  <c:v>68</c:v>
                </c:pt>
                <c:pt idx="748">
                  <c:v>70</c:v>
                </c:pt>
                <c:pt idx="749">
                  <c:v>70</c:v>
                </c:pt>
                <c:pt idx="750">
                  <c:v>72</c:v>
                </c:pt>
                <c:pt idx="751">
                  <c:v>80</c:v>
                </c:pt>
                <c:pt idx="752">
                  <c:v>83</c:v>
                </c:pt>
                <c:pt idx="753">
                  <c:v>82</c:v>
                </c:pt>
                <c:pt idx="754">
                  <c:v>80</c:v>
                </c:pt>
                <c:pt idx="755">
                  <c:v>78</c:v>
                </c:pt>
                <c:pt idx="756">
                  <c:v>80</c:v>
                </c:pt>
                <c:pt idx="757">
                  <c:v>80</c:v>
                </c:pt>
                <c:pt idx="758">
                  <c:v>75</c:v>
                </c:pt>
                <c:pt idx="759">
                  <c:v>75</c:v>
                </c:pt>
                <c:pt idx="760">
                  <c:v>79</c:v>
                </c:pt>
                <c:pt idx="761">
                  <c:v>78</c:v>
                </c:pt>
                <c:pt idx="762">
                  <c:v>77</c:v>
                </c:pt>
                <c:pt idx="763">
                  <c:v>77</c:v>
                </c:pt>
                <c:pt idx="764">
                  <c:v>86</c:v>
                </c:pt>
                <c:pt idx="765">
                  <c:v>87</c:v>
                </c:pt>
                <c:pt idx="766">
                  <c:v>79</c:v>
                </c:pt>
                <c:pt idx="767">
                  <c:v>75</c:v>
                </c:pt>
                <c:pt idx="768">
                  <c:v>73</c:v>
                </c:pt>
                <c:pt idx="769">
                  <c:v>72</c:v>
                </c:pt>
                <c:pt idx="770">
                  <c:v>72</c:v>
                </c:pt>
                <c:pt idx="771">
                  <c:v>72</c:v>
                </c:pt>
                <c:pt idx="772">
                  <c:v>70</c:v>
                </c:pt>
                <c:pt idx="773">
                  <c:v>68</c:v>
                </c:pt>
                <c:pt idx="774">
                  <c:v>68</c:v>
                </c:pt>
                <c:pt idx="775">
                  <c:v>68</c:v>
                </c:pt>
                <c:pt idx="776">
                  <c:v>69</c:v>
                </c:pt>
                <c:pt idx="777">
                  <c:v>70</c:v>
                </c:pt>
                <c:pt idx="778">
                  <c:v>69</c:v>
                </c:pt>
                <c:pt idx="779">
                  <c:v>70</c:v>
                </c:pt>
                <c:pt idx="780">
                  <c:v>72</c:v>
                </c:pt>
                <c:pt idx="781">
                  <c:v>69</c:v>
                </c:pt>
                <c:pt idx="782">
                  <c:v>76</c:v>
                </c:pt>
                <c:pt idx="783">
                  <c:v>90</c:v>
                </c:pt>
                <c:pt idx="784">
                  <c:v>86</c:v>
                </c:pt>
                <c:pt idx="785">
                  <c:v>80</c:v>
                </c:pt>
                <c:pt idx="786">
                  <c:v>80</c:v>
                </c:pt>
                <c:pt idx="787">
                  <c:v>80</c:v>
                </c:pt>
                <c:pt idx="788">
                  <c:v>78</c:v>
                </c:pt>
                <c:pt idx="789">
                  <c:v>77</c:v>
                </c:pt>
                <c:pt idx="790">
                  <c:v>78</c:v>
                </c:pt>
                <c:pt idx="791">
                  <c:v>78</c:v>
                </c:pt>
                <c:pt idx="792">
                  <c:v>81</c:v>
                </c:pt>
                <c:pt idx="793">
                  <c:v>82</c:v>
                </c:pt>
                <c:pt idx="794">
                  <c:v>88</c:v>
                </c:pt>
                <c:pt idx="795">
                  <c:v>96</c:v>
                </c:pt>
                <c:pt idx="796">
                  <c:v>68</c:v>
                </c:pt>
                <c:pt idx="797">
                  <c:v>91</c:v>
                </c:pt>
                <c:pt idx="798">
                  <c:v>95</c:v>
                </c:pt>
                <c:pt idx="799">
                  <c:v>96</c:v>
                </c:pt>
                <c:pt idx="800">
                  <c:v>91</c:v>
                </c:pt>
                <c:pt idx="801">
                  <c:v>98</c:v>
                </c:pt>
                <c:pt idx="802">
                  <c:v>96</c:v>
                </c:pt>
                <c:pt idx="803">
                  <c:v>100</c:v>
                </c:pt>
                <c:pt idx="804">
                  <c:v>108</c:v>
                </c:pt>
                <c:pt idx="805">
                  <c:v>170</c:v>
                </c:pt>
                <c:pt idx="806">
                  <c:v>102</c:v>
                </c:pt>
                <c:pt idx="807">
                  <c:v>103</c:v>
                </c:pt>
                <c:pt idx="808">
                  <c:v>99</c:v>
                </c:pt>
                <c:pt idx="809">
                  <c:v>96</c:v>
                </c:pt>
                <c:pt idx="810">
                  <c:v>99</c:v>
                </c:pt>
                <c:pt idx="811">
                  <c:v>91</c:v>
                </c:pt>
                <c:pt idx="812">
                  <c:v>93</c:v>
                </c:pt>
                <c:pt idx="813">
                  <c:v>93</c:v>
                </c:pt>
                <c:pt idx="814">
                  <c:v>89</c:v>
                </c:pt>
                <c:pt idx="815">
                  <c:v>93</c:v>
                </c:pt>
                <c:pt idx="816">
                  <c:v>86</c:v>
                </c:pt>
                <c:pt idx="817">
                  <c:v>87</c:v>
                </c:pt>
                <c:pt idx="818">
                  <c:v>87</c:v>
                </c:pt>
                <c:pt idx="819">
                  <c:v>100</c:v>
                </c:pt>
                <c:pt idx="820">
                  <c:v>85</c:v>
                </c:pt>
                <c:pt idx="821">
                  <c:v>85</c:v>
                </c:pt>
                <c:pt idx="822">
                  <c:v>84</c:v>
                </c:pt>
                <c:pt idx="823">
                  <c:v>83</c:v>
                </c:pt>
                <c:pt idx="824">
                  <c:v>84</c:v>
                </c:pt>
                <c:pt idx="825">
                  <c:v>84</c:v>
                </c:pt>
                <c:pt idx="826">
                  <c:v>80</c:v>
                </c:pt>
                <c:pt idx="827">
                  <c:v>79</c:v>
                </c:pt>
                <c:pt idx="828">
                  <c:v>78</c:v>
                </c:pt>
                <c:pt idx="829">
                  <c:v>77</c:v>
                </c:pt>
                <c:pt idx="830">
                  <c:v>78</c:v>
                </c:pt>
                <c:pt idx="831">
                  <c:v>80</c:v>
                </c:pt>
                <c:pt idx="832">
                  <c:v>80</c:v>
                </c:pt>
                <c:pt idx="833">
                  <c:v>80</c:v>
                </c:pt>
                <c:pt idx="834">
                  <c:v>80</c:v>
                </c:pt>
                <c:pt idx="835">
                  <c:v>79</c:v>
                </c:pt>
                <c:pt idx="836">
                  <c:v>78</c:v>
                </c:pt>
                <c:pt idx="837">
                  <c:v>79</c:v>
                </c:pt>
                <c:pt idx="838">
                  <c:v>78</c:v>
                </c:pt>
                <c:pt idx="839">
                  <c:v>77</c:v>
                </c:pt>
                <c:pt idx="840">
                  <c:v>80</c:v>
                </c:pt>
                <c:pt idx="841">
                  <c:v>75</c:v>
                </c:pt>
                <c:pt idx="842">
                  <c:v>76</c:v>
                </c:pt>
                <c:pt idx="843">
                  <c:v>75</c:v>
                </c:pt>
                <c:pt idx="844">
                  <c:v>79</c:v>
                </c:pt>
                <c:pt idx="845">
                  <c:v>79</c:v>
                </c:pt>
                <c:pt idx="846">
                  <c:v>80</c:v>
                </c:pt>
                <c:pt idx="847">
                  <c:v>80</c:v>
                </c:pt>
                <c:pt idx="848">
                  <c:v>73</c:v>
                </c:pt>
                <c:pt idx="849">
                  <c:v>77</c:v>
                </c:pt>
                <c:pt idx="850">
                  <c:v>88</c:v>
                </c:pt>
                <c:pt idx="851">
                  <c:v>80</c:v>
                </c:pt>
                <c:pt idx="852">
                  <c:v>80</c:v>
                </c:pt>
                <c:pt idx="853">
                  <c:v>78</c:v>
                </c:pt>
                <c:pt idx="854">
                  <c:v>76</c:v>
                </c:pt>
                <c:pt idx="855">
                  <c:v>76</c:v>
                </c:pt>
                <c:pt idx="856">
                  <c:v>73</c:v>
                </c:pt>
                <c:pt idx="857">
                  <c:v>72</c:v>
                </c:pt>
                <c:pt idx="858">
                  <c:v>71</c:v>
                </c:pt>
                <c:pt idx="859">
                  <c:v>71</c:v>
                </c:pt>
                <c:pt idx="860">
                  <c:v>70</c:v>
                </c:pt>
                <c:pt idx="861">
                  <c:v>70</c:v>
                </c:pt>
                <c:pt idx="862">
                  <c:v>71</c:v>
                </c:pt>
                <c:pt idx="863">
                  <c:v>84</c:v>
                </c:pt>
                <c:pt idx="864">
                  <c:v>79</c:v>
                </c:pt>
                <c:pt idx="865">
                  <c:v>69</c:v>
                </c:pt>
                <c:pt idx="866">
                  <c:v>70</c:v>
                </c:pt>
                <c:pt idx="867">
                  <c:v>69</c:v>
                </c:pt>
                <c:pt idx="868">
                  <c:v>72</c:v>
                </c:pt>
                <c:pt idx="869">
                  <c:v>74</c:v>
                </c:pt>
                <c:pt idx="870">
                  <c:v>70</c:v>
                </c:pt>
                <c:pt idx="871">
                  <c:v>71</c:v>
                </c:pt>
                <c:pt idx="872">
                  <c:v>69</c:v>
                </c:pt>
                <c:pt idx="873">
                  <c:v>68</c:v>
                </c:pt>
                <c:pt idx="874">
                  <c:v>66</c:v>
                </c:pt>
                <c:pt idx="875">
                  <c:v>68</c:v>
                </c:pt>
                <c:pt idx="876">
                  <c:v>66</c:v>
                </c:pt>
                <c:pt idx="877">
                  <c:v>63</c:v>
                </c:pt>
                <c:pt idx="878">
                  <c:v>65</c:v>
                </c:pt>
                <c:pt idx="879">
                  <c:v>67</c:v>
                </c:pt>
                <c:pt idx="880">
                  <c:v>66</c:v>
                </c:pt>
                <c:pt idx="881">
                  <c:v>65</c:v>
                </c:pt>
                <c:pt idx="882">
                  <c:v>66</c:v>
                </c:pt>
                <c:pt idx="883">
                  <c:v>69</c:v>
                </c:pt>
                <c:pt idx="884">
                  <c:v>68</c:v>
                </c:pt>
                <c:pt idx="885">
                  <c:v>68</c:v>
                </c:pt>
                <c:pt idx="886">
                  <c:v>67</c:v>
                </c:pt>
                <c:pt idx="887">
                  <c:v>64</c:v>
                </c:pt>
                <c:pt idx="888">
                  <c:v>62</c:v>
                </c:pt>
                <c:pt idx="889">
                  <c:v>63</c:v>
                </c:pt>
                <c:pt idx="890">
                  <c:v>64</c:v>
                </c:pt>
                <c:pt idx="891">
                  <c:v>63</c:v>
                </c:pt>
                <c:pt idx="892">
                  <c:v>64</c:v>
                </c:pt>
                <c:pt idx="893">
                  <c:v>73</c:v>
                </c:pt>
                <c:pt idx="894">
                  <c:v>76</c:v>
                </c:pt>
                <c:pt idx="895">
                  <c:v>75</c:v>
                </c:pt>
                <c:pt idx="896">
                  <c:v>77</c:v>
                </c:pt>
                <c:pt idx="897">
                  <c:v>77</c:v>
                </c:pt>
                <c:pt idx="898">
                  <c:v>75</c:v>
                </c:pt>
                <c:pt idx="899">
                  <c:v>75</c:v>
                </c:pt>
                <c:pt idx="900">
                  <c:v>75</c:v>
                </c:pt>
                <c:pt idx="901">
                  <c:v>74</c:v>
                </c:pt>
                <c:pt idx="902">
                  <c:v>75</c:v>
                </c:pt>
                <c:pt idx="903">
                  <c:v>78</c:v>
                </c:pt>
                <c:pt idx="904">
                  <c:v>80</c:v>
                </c:pt>
                <c:pt idx="905">
                  <c:v>79</c:v>
                </c:pt>
                <c:pt idx="906">
                  <c:v>79</c:v>
                </c:pt>
                <c:pt idx="907">
                  <c:v>78</c:v>
                </c:pt>
                <c:pt idx="908">
                  <c:v>76</c:v>
                </c:pt>
                <c:pt idx="909">
                  <c:v>78</c:v>
                </c:pt>
                <c:pt idx="910">
                  <c:v>74</c:v>
                </c:pt>
                <c:pt idx="911">
                  <c:v>74</c:v>
                </c:pt>
                <c:pt idx="912">
                  <c:v>75</c:v>
                </c:pt>
                <c:pt idx="913">
                  <c:v>75</c:v>
                </c:pt>
                <c:pt idx="914">
                  <c:v>77</c:v>
                </c:pt>
                <c:pt idx="915">
                  <c:v>75</c:v>
                </c:pt>
                <c:pt idx="916">
                  <c:v>76</c:v>
                </c:pt>
                <c:pt idx="917">
                  <c:v>75</c:v>
                </c:pt>
                <c:pt idx="918">
                  <c:v>78</c:v>
                </c:pt>
                <c:pt idx="919">
                  <c:v>79</c:v>
                </c:pt>
                <c:pt idx="920">
                  <c:v>79</c:v>
                </c:pt>
                <c:pt idx="921">
                  <c:v>80</c:v>
                </c:pt>
                <c:pt idx="922">
                  <c:v>80</c:v>
                </c:pt>
                <c:pt idx="923">
                  <c:v>76</c:v>
                </c:pt>
                <c:pt idx="924">
                  <c:v>75</c:v>
                </c:pt>
                <c:pt idx="925">
                  <c:v>75</c:v>
                </c:pt>
                <c:pt idx="926">
                  <c:v>73</c:v>
                </c:pt>
                <c:pt idx="927">
                  <c:v>72</c:v>
                </c:pt>
                <c:pt idx="928">
                  <c:v>72</c:v>
                </c:pt>
                <c:pt idx="929">
                  <c:v>72</c:v>
                </c:pt>
                <c:pt idx="930">
                  <c:v>73</c:v>
                </c:pt>
                <c:pt idx="931">
                  <c:v>74</c:v>
                </c:pt>
                <c:pt idx="932">
                  <c:v>76</c:v>
                </c:pt>
                <c:pt idx="933">
                  <c:v>74</c:v>
                </c:pt>
                <c:pt idx="934">
                  <c:v>75</c:v>
                </c:pt>
                <c:pt idx="935">
                  <c:v>74</c:v>
                </c:pt>
                <c:pt idx="936">
                  <c:v>75</c:v>
                </c:pt>
                <c:pt idx="937">
                  <c:v>74</c:v>
                </c:pt>
                <c:pt idx="938">
                  <c:v>75</c:v>
                </c:pt>
                <c:pt idx="939">
                  <c:v>78</c:v>
                </c:pt>
                <c:pt idx="940">
                  <c:v>78</c:v>
                </c:pt>
                <c:pt idx="941">
                  <c:v>90</c:v>
                </c:pt>
                <c:pt idx="942">
                  <c:v>100</c:v>
                </c:pt>
                <c:pt idx="943">
                  <c:v>77</c:v>
                </c:pt>
                <c:pt idx="944">
                  <c:v>81</c:v>
                </c:pt>
                <c:pt idx="945">
                  <c:v>136</c:v>
                </c:pt>
                <c:pt idx="946">
                  <c:v>90</c:v>
                </c:pt>
                <c:pt idx="947">
                  <c:v>77</c:v>
                </c:pt>
                <c:pt idx="948">
                  <c:v>75</c:v>
                </c:pt>
                <c:pt idx="949">
                  <c:v>79</c:v>
                </c:pt>
                <c:pt idx="950">
                  <c:v>77</c:v>
                </c:pt>
                <c:pt idx="951">
                  <c:v>75</c:v>
                </c:pt>
                <c:pt idx="952">
                  <c:v>74</c:v>
                </c:pt>
                <c:pt idx="953">
                  <c:v>75</c:v>
                </c:pt>
                <c:pt idx="954">
                  <c:v>78</c:v>
                </c:pt>
                <c:pt idx="955">
                  <c:v>80</c:v>
                </c:pt>
                <c:pt idx="956">
                  <c:v>80</c:v>
                </c:pt>
                <c:pt idx="957">
                  <c:v>80</c:v>
                </c:pt>
                <c:pt idx="958">
                  <c:v>94</c:v>
                </c:pt>
                <c:pt idx="959">
                  <c:v>103</c:v>
                </c:pt>
                <c:pt idx="960">
                  <c:v>90</c:v>
                </c:pt>
                <c:pt idx="961">
                  <c:v>88</c:v>
                </c:pt>
                <c:pt idx="962">
                  <c:v>82</c:v>
                </c:pt>
                <c:pt idx="963">
                  <c:v>81</c:v>
                </c:pt>
                <c:pt idx="964">
                  <c:v>78</c:v>
                </c:pt>
                <c:pt idx="965">
                  <c:v>76</c:v>
                </c:pt>
                <c:pt idx="966">
                  <c:v>78</c:v>
                </c:pt>
                <c:pt idx="967">
                  <c:v>79</c:v>
                </c:pt>
                <c:pt idx="968">
                  <c:v>89</c:v>
                </c:pt>
                <c:pt idx="969">
                  <c:v>91</c:v>
                </c:pt>
                <c:pt idx="970">
                  <c:v>89</c:v>
                </c:pt>
                <c:pt idx="971">
                  <c:v>86</c:v>
                </c:pt>
                <c:pt idx="972">
                  <c:v>88</c:v>
                </c:pt>
                <c:pt idx="973">
                  <c:v>94</c:v>
                </c:pt>
                <c:pt idx="974">
                  <c:v>90</c:v>
                </c:pt>
                <c:pt idx="975">
                  <c:v>95</c:v>
                </c:pt>
                <c:pt idx="976">
                  <c:v>95</c:v>
                </c:pt>
                <c:pt idx="977">
                  <c:v>93</c:v>
                </c:pt>
                <c:pt idx="978">
                  <c:v>84</c:v>
                </c:pt>
                <c:pt idx="979">
                  <c:v>81</c:v>
                </c:pt>
                <c:pt idx="980">
                  <c:v>83</c:v>
                </c:pt>
                <c:pt idx="981">
                  <c:v>113</c:v>
                </c:pt>
                <c:pt idx="982">
                  <c:v>98</c:v>
                </c:pt>
                <c:pt idx="983">
                  <c:v>84</c:v>
                </c:pt>
                <c:pt idx="984">
                  <c:v>86</c:v>
                </c:pt>
                <c:pt idx="985">
                  <c:v>83</c:v>
                </c:pt>
                <c:pt idx="986">
                  <c:v>89</c:v>
                </c:pt>
                <c:pt idx="987">
                  <c:v>83</c:v>
                </c:pt>
                <c:pt idx="988">
                  <c:v>84</c:v>
                </c:pt>
                <c:pt idx="989">
                  <c:v>87</c:v>
                </c:pt>
                <c:pt idx="990">
                  <c:v>88</c:v>
                </c:pt>
                <c:pt idx="991">
                  <c:v>84</c:v>
                </c:pt>
                <c:pt idx="992">
                  <c:v>83</c:v>
                </c:pt>
                <c:pt idx="993">
                  <c:v>85</c:v>
                </c:pt>
                <c:pt idx="994">
                  <c:v>85</c:v>
                </c:pt>
                <c:pt idx="995">
                  <c:v>87</c:v>
                </c:pt>
                <c:pt idx="996">
                  <c:v>90</c:v>
                </c:pt>
                <c:pt idx="997">
                  <c:v>91</c:v>
                </c:pt>
                <c:pt idx="998">
                  <c:v>88</c:v>
                </c:pt>
                <c:pt idx="999">
                  <c:v>102</c:v>
                </c:pt>
                <c:pt idx="1000">
                  <c:v>98</c:v>
                </c:pt>
                <c:pt idx="1001">
                  <c:v>113</c:v>
                </c:pt>
                <c:pt idx="1002">
                  <c:v>84</c:v>
                </c:pt>
                <c:pt idx="1003">
                  <c:v>83</c:v>
                </c:pt>
                <c:pt idx="1004">
                  <c:v>94</c:v>
                </c:pt>
                <c:pt idx="1005">
                  <c:v>98</c:v>
                </c:pt>
                <c:pt idx="1006">
                  <c:v>98</c:v>
                </c:pt>
                <c:pt idx="1007">
                  <c:v>113</c:v>
                </c:pt>
                <c:pt idx="1008">
                  <c:v>85</c:v>
                </c:pt>
                <c:pt idx="1009">
                  <c:v>85</c:v>
                </c:pt>
                <c:pt idx="1010">
                  <c:v>84</c:v>
                </c:pt>
                <c:pt idx="1011">
                  <c:v>88</c:v>
                </c:pt>
                <c:pt idx="1012">
                  <c:v>102</c:v>
                </c:pt>
                <c:pt idx="1013">
                  <c:v>86</c:v>
                </c:pt>
                <c:pt idx="1014">
                  <c:v>91</c:v>
                </c:pt>
                <c:pt idx="1015">
                  <c:v>89</c:v>
                </c:pt>
                <c:pt idx="1016">
                  <c:v>114</c:v>
                </c:pt>
                <c:pt idx="1017">
                  <c:v>99</c:v>
                </c:pt>
                <c:pt idx="1018">
                  <c:v>87</c:v>
                </c:pt>
                <c:pt idx="1019">
                  <c:v>128</c:v>
                </c:pt>
                <c:pt idx="1020">
                  <c:v>86</c:v>
                </c:pt>
                <c:pt idx="1021">
                  <c:v>98</c:v>
                </c:pt>
                <c:pt idx="1022">
                  <c:v>86</c:v>
                </c:pt>
                <c:pt idx="1023">
                  <c:v>88</c:v>
                </c:pt>
                <c:pt idx="1024">
                  <c:v>94</c:v>
                </c:pt>
                <c:pt idx="1025">
                  <c:v>98</c:v>
                </c:pt>
                <c:pt idx="1026">
                  <c:v>203</c:v>
                </c:pt>
                <c:pt idx="1027">
                  <c:v>0</c:v>
                </c:pt>
                <c:pt idx="1028">
                  <c:v>141</c:v>
                </c:pt>
                <c:pt idx="1029">
                  <c:v>102</c:v>
                </c:pt>
                <c:pt idx="1030">
                  <c:v>133</c:v>
                </c:pt>
                <c:pt idx="1031">
                  <c:v>102</c:v>
                </c:pt>
                <c:pt idx="1032">
                  <c:v>111</c:v>
                </c:pt>
                <c:pt idx="1033">
                  <c:v>100</c:v>
                </c:pt>
                <c:pt idx="1034">
                  <c:v>105</c:v>
                </c:pt>
                <c:pt idx="1035">
                  <c:v>108</c:v>
                </c:pt>
                <c:pt idx="1036">
                  <c:v>93</c:v>
                </c:pt>
                <c:pt idx="1037">
                  <c:v>105</c:v>
                </c:pt>
                <c:pt idx="1038">
                  <c:v>80</c:v>
                </c:pt>
                <c:pt idx="1039">
                  <c:v>116</c:v>
                </c:pt>
                <c:pt idx="1040">
                  <c:v>102</c:v>
                </c:pt>
                <c:pt idx="1041">
                  <c:v>90</c:v>
                </c:pt>
                <c:pt idx="1042">
                  <c:v>124</c:v>
                </c:pt>
                <c:pt idx="1043">
                  <c:v>105</c:v>
                </c:pt>
                <c:pt idx="1044">
                  <c:v>64</c:v>
                </c:pt>
                <c:pt idx="1045">
                  <c:v>146</c:v>
                </c:pt>
                <c:pt idx="1046">
                  <c:v>99</c:v>
                </c:pt>
                <c:pt idx="1047">
                  <c:v>100</c:v>
                </c:pt>
                <c:pt idx="1048">
                  <c:v>95</c:v>
                </c:pt>
                <c:pt idx="1049">
                  <c:v>95</c:v>
                </c:pt>
                <c:pt idx="1050">
                  <c:v>91</c:v>
                </c:pt>
                <c:pt idx="1051">
                  <c:v>95</c:v>
                </c:pt>
                <c:pt idx="1052">
                  <c:v>136</c:v>
                </c:pt>
                <c:pt idx="1053">
                  <c:v>96</c:v>
                </c:pt>
                <c:pt idx="1054">
                  <c:v>89</c:v>
                </c:pt>
                <c:pt idx="1055">
                  <c:v>103</c:v>
                </c:pt>
                <c:pt idx="1056">
                  <c:v>124</c:v>
                </c:pt>
                <c:pt idx="1057">
                  <c:v>0</c:v>
                </c:pt>
                <c:pt idx="1058">
                  <c:v>0</c:v>
                </c:pt>
                <c:pt idx="1059">
                  <c:v>0</c:v>
                </c:pt>
                <c:pt idx="1060">
                  <c:v>133</c:v>
                </c:pt>
                <c:pt idx="1061">
                  <c:v>149</c:v>
                </c:pt>
                <c:pt idx="1062">
                  <c:v>83</c:v>
                </c:pt>
                <c:pt idx="1063">
                  <c:v>100</c:v>
                </c:pt>
                <c:pt idx="1064">
                  <c:v>118</c:v>
                </c:pt>
                <c:pt idx="1065">
                  <c:v>111</c:v>
                </c:pt>
                <c:pt idx="1066">
                  <c:v>116</c:v>
                </c:pt>
                <c:pt idx="1067">
                  <c:v>106</c:v>
                </c:pt>
                <c:pt idx="1068">
                  <c:v>103</c:v>
                </c:pt>
                <c:pt idx="1069">
                  <c:v>99</c:v>
                </c:pt>
                <c:pt idx="1070">
                  <c:v>98</c:v>
                </c:pt>
                <c:pt idx="1071">
                  <c:v>98</c:v>
                </c:pt>
                <c:pt idx="1072">
                  <c:v>96</c:v>
                </c:pt>
                <c:pt idx="1073">
                  <c:v>93</c:v>
                </c:pt>
                <c:pt idx="1074">
                  <c:v>91</c:v>
                </c:pt>
                <c:pt idx="1075">
                  <c:v>90</c:v>
                </c:pt>
                <c:pt idx="1076">
                  <c:v>89</c:v>
                </c:pt>
                <c:pt idx="1077">
                  <c:v>91</c:v>
                </c:pt>
                <c:pt idx="1078">
                  <c:v>88</c:v>
                </c:pt>
                <c:pt idx="1079">
                  <c:v>95</c:v>
                </c:pt>
                <c:pt idx="1080">
                  <c:v>94</c:v>
                </c:pt>
                <c:pt idx="1081">
                  <c:v>93</c:v>
                </c:pt>
                <c:pt idx="1082">
                  <c:v>89</c:v>
                </c:pt>
                <c:pt idx="1083">
                  <c:v>89</c:v>
                </c:pt>
                <c:pt idx="1084">
                  <c:v>91</c:v>
                </c:pt>
                <c:pt idx="1085">
                  <c:v>85</c:v>
                </c:pt>
                <c:pt idx="1086">
                  <c:v>83</c:v>
                </c:pt>
                <c:pt idx="1087">
                  <c:v>82</c:v>
                </c:pt>
                <c:pt idx="1088">
                  <c:v>86</c:v>
                </c:pt>
                <c:pt idx="1089">
                  <c:v>87</c:v>
                </c:pt>
                <c:pt idx="1090">
                  <c:v>82</c:v>
                </c:pt>
                <c:pt idx="1091">
                  <c:v>82</c:v>
                </c:pt>
                <c:pt idx="1092">
                  <c:v>93</c:v>
                </c:pt>
                <c:pt idx="1093">
                  <c:v>82</c:v>
                </c:pt>
                <c:pt idx="1094">
                  <c:v>93</c:v>
                </c:pt>
                <c:pt idx="1095">
                  <c:v>84</c:v>
                </c:pt>
                <c:pt idx="1096">
                  <c:v>85</c:v>
                </c:pt>
                <c:pt idx="1097">
                  <c:v>156</c:v>
                </c:pt>
                <c:pt idx="1098">
                  <c:v>86</c:v>
                </c:pt>
                <c:pt idx="1099">
                  <c:v>84</c:v>
                </c:pt>
                <c:pt idx="1100">
                  <c:v>83</c:v>
                </c:pt>
                <c:pt idx="1101">
                  <c:v>83</c:v>
                </c:pt>
                <c:pt idx="1102">
                  <c:v>80</c:v>
                </c:pt>
                <c:pt idx="1103">
                  <c:v>78</c:v>
                </c:pt>
                <c:pt idx="1104">
                  <c:v>80</c:v>
                </c:pt>
                <c:pt idx="1105">
                  <c:v>81</c:v>
                </c:pt>
                <c:pt idx="1106">
                  <c:v>81</c:v>
                </c:pt>
                <c:pt idx="1107">
                  <c:v>83</c:v>
                </c:pt>
                <c:pt idx="1108">
                  <c:v>83</c:v>
                </c:pt>
                <c:pt idx="1109">
                  <c:v>84</c:v>
                </c:pt>
                <c:pt idx="1110">
                  <c:v>87</c:v>
                </c:pt>
                <c:pt idx="1111">
                  <c:v>89</c:v>
                </c:pt>
                <c:pt idx="1112">
                  <c:v>85</c:v>
                </c:pt>
                <c:pt idx="1113">
                  <c:v>103</c:v>
                </c:pt>
                <c:pt idx="1114">
                  <c:v>85</c:v>
                </c:pt>
                <c:pt idx="1115">
                  <c:v>87</c:v>
                </c:pt>
                <c:pt idx="1116">
                  <c:v>85</c:v>
                </c:pt>
                <c:pt idx="1117">
                  <c:v>88</c:v>
                </c:pt>
                <c:pt idx="1118">
                  <c:v>99</c:v>
                </c:pt>
                <c:pt idx="1119">
                  <c:v>100</c:v>
                </c:pt>
                <c:pt idx="1120">
                  <c:v>86</c:v>
                </c:pt>
                <c:pt idx="1121">
                  <c:v>87</c:v>
                </c:pt>
                <c:pt idx="1122">
                  <c:v>114</c:v>
                </c:pt>
                <c:pt idx="1123">
                  <c:v>88</c:v>
                </c:pt>
                <c:pt idx="1124">
                  <c:v>90</c:v>
                </c:pt>
                <c:pt idx="1125">
                  <c:v>91</c:v>
                </c:pt>
                <c:pt idx="1126">
                  <c:v>93</c:v>
                </c:pt>
                <c:pt idx="1127">
                  <c:v>88</c:v>
                </c:pt>
                <c:pt idx="1128">
                  <c:v>89</c:v>
                </c:pt>
                <c:pt idx="1129">
                  <c:v>88</c:v>
                </c:pt>
                <c:pt idx="1130">
                  <c:v>88</c:v>
                </c:pt>
                <c:pt idx="1131">
                  <c:v>87</c:v>
                </c:pt>
                <c:pt idx="1132">
                  <c:v>88</c:v>
                </c:pt>
                <c:pt idx="1133">
                  <c:v>103</c:v>
                </c:pt>
                <c:pt idx="1134">
                  <c:v>93</c:v>
                </c:pt>
                <c:pt idx="1135">
                  <c:v>85</c:v>
                </c:pt>
                <c:pt idx="1136">
                  <c:v>80</c:v>
                </c:pt>
                <c:pt idx="1137">
                  <c:v>87</c:v>
                </c:pt>
                <c:pt idx="1138">
                  <c:v>89</c:v>
                </c:pt>
                <c:pt idx="1139">
                  <c:v>124</c:v>
                </c:pt>
                <c:pt idx="1140">
                  <c:v>90</c:v>
                </c:pt>
                <c:pt idx="1141">
                  <c:v>156</c:v>
                </c:pt>
                <c:pt idx="1142">
                  <c:v>103</c:v>
                </c:pt>
                <c:pt idx="1143">
                  <c:v>100</c:v>
                </c:pt>
                <c:pt idx="1144">
                  <c:v>90</c:v>
                </c:pt>
                <c:pt idx="1145">
                  <c:v>84</c:v>
                </c:pt>
                <c:pt idx="1146">
                  <c:v>82</c:v>
                </c:pt>
                <c:pt idx="1147">
                  <c:v>80</c:v>
                </c:pt>
                <c:pt idx="1148">
                  <c:v>83</c:v>
                </c:pt>
                <c:pt idx="1149">
                  <c:v>83</c:v>
                </c:pt>
                <c:pt idx="1150">
                  <c:v>84</c:v>
                </c:pt>
                <c:pt idx="1151">
                  <c:v>87</c:v>
                </c:pt>
                <c:pt idx="1152">
                  <c:v>86</c:v>
                </c:pt>
                <c:pt idx="1153">
                  <c:v>83</c:v>
                </c:pt>
                <c:pt idx="1154">
                  <c:v>83</c:v>
                </c:pt>
                <c:pt idx="1155">
                  <c:v>81</c:v>
                </c:pt>
                <c:pt idx="1156">
                  <c:v>81</c:v>
                </c:pt>
                <c:pt idx="1157">
                  <c:v>81</c:v>
                </c:pt>
                <c:pt idx="1158">
                  <c:v>90</c:v>
                </c:pt>
                <c:pt idx="1159">
                  <c:v>96</c:v>
                </c:pt>
                <c:pt idx="1160">
                  <c:v>87</c:v>
                </c:pt>
                <c:pt idx="1161">
                  <c:v>86</c:v>
                </c:pt>
                <c:pt idx="1162">
                  <c:v>90</c:v>
                </c:pt>
                <c:pt idx="1163">
                  <c:v>106</c:v>
                </c:pt>
                <c:pt idx="1164">
                  <c:v>82</c:v>
                </c:pt>
                <c:pt idx="1165">
                  <c:v>82</c:v>
                </c:pt>
                <c:pt idx="1166">
                  <c:v>82</c:v>
                </c:pt>
                <c:pt idx="1167">
                  <c:v>90</c:v>
                </c:pt>
                <c:pt idx="1168">
                  <c:v>83</c:v>
                </c:pt>
                <c:pt idx="1169">
                  <c:v>82</c:v>
                </c:pt>
                <c:pt idx="1170">
                  <c:v>81</c:v>
                </c:pt>
                <c:pt idx="1171">
                  <c:v>83</c:v>
                </c:pt>
                <c:pt idx="1172">
                  <c:v>81</c:v>
                </c:pt>
                <c:pt idx="1173">
                  <c:v>84</c:v>
                </c:pt>
                <c:pt idx="1174">
                  <c:v>85</c:v>
                </c:pt>
                <c:pt idx="1175">
                  <c:v>85</c:v>
                </c:pt>
                <c:pt idx="1176">
                  <c:v>87</c:v>
                </c:pt>
                <c:pt idx="1177">
                  <c:v>88</c:v>
                </c:pt>
                <c:pt idx="1178">
                  <c:v>86</c:v>
                </c:pt>
                <c:pt idx="1179">
                  <c:v>86</c:v>
                </c:pt>
                <c:pt idx="1180">
                  <c:v>86</c:v>
                </c:pt>
                <c:pt idx="1181">
                  <c:v>88</c:v>
                </c:pt>
                <c:pt idx="1182">
                  <c:v>84</c:v>
                </c:pt>
                <c:pt idx="1183">
                  <c:v>85</c:v>
                </c:pt>
                <c:pt idx="1184">
                  <c:v>82</c:v>
                </c:pt>
                <c:pt idx="1185">
                  <c:v>82</c:v>
                </c:pt>
                <c:pt idx="1186">
                  <c:v>81</c:v>
                </c:pt>
                <c:pt idx="1187">
                  <c:v>80</c:v>
                </c:pt>
                <c:pt idx="1188">
                  <c:v>82</c:v>
                </c:pt>
                <c:pt idx="1189">
                  <c:v>83</c:v>
                </c:pt>
                <c:pt idx="1190">
                  <c:v>88</c:v>
                </c:pt>
                <c:pt idx="1191">
                  <c:v>88</c:v>
                </c:pt>
                <c:pt idx="1192">
                  <c:v>89</c:v>
                </c:pt>
                <c:pt idx="1193">
                  <c:v>91</c:v>
                </c:pt>
                <c:pt idx="1194">
                  <c:v>88</c:v>
                </c:pt>
                <c:pt idx="1195">
                  <c:v>91</c:v>
                </c:pt>
                <c:pt idx="1196">
                  <c:v>87</c:v>
                </c:pt>
                <c:pt idx="1197">
                  <c:v>88</c:v>
                </c:pt>
                <c:pt idx="1198">
                  <c:v>86</c:v>
                </c:pt>
                <c:pt idx="1199">
                  <c:v>87</c:v>
                </c:pt>
                <c:pt idx="1200">
                  <c:v>99</c:v>
                </c:pt>
                <c:pt idx="1201">
                  <c:v>114</c:v>
                </c:pt>
                <c:pt idx="1202">
                  <c:v>120</c:v>
                </c:pt>
                <c:pt idx="1203">
                  <c:v>86</c:v>
                </c:pt>
                <c:pt idx="1204">
                  <c:v>85</c:v>
                </c:pt>
                <c:pt idx="1205">
                  <c:v>84</c:v>
                </c:pt>
                <c:pt idx="1206">
                  <c:v>83</c:v>
                </c:pt>
                <c:pt idx="1207">
                  <c:v>82</c:v>
                </c:pt>
                <c:pt idx="1208">
                  <c:v>84</c:v>
                </c:pt>
                <c:pt idx="1209">
                  <c:v>84</c:v>
                </c:pt>
                <c:pt idx="1210">
                  <c:v>82</c:v>
                </c:pt>
                <c:pt idx="1211">
                  <c:v>83</c:v>
                </c:pt>
                <c:pt idx="1212">
                  <c:v>84</c:v>
                </c:pt>
                <c:pt idx="1213">
                  <c:v>86</c:v>
                </c:pt>
                <c:pt idx="1214">
                  <c:v>84</c:v>
                </c:pt>
                <c:pt idx="1215">
                  <c:v>85</c:v>
                </c:pt>
                <c:pt idx="1216">
                  <c:v>85</c:v>
                </c:pt>
                <c:pt idx="1217">
                  <c:v>87</c:v>
                </c:pt>
                <c:pt idx="1218">
                  <c:v>88</c:v>
                </c:pt>
                <c:pt idx="1219">
                  <c:v>93</c:v>
                </c:pt>
                <c:pt idx="1220">
                  <c:v>93</c:v>
                </c:pt>
                <c:pt idx="1221">
                  <c:v>89</c:v>
                </c:pt>
                <c:pt idx="1222">
                  <c:v>93</c:v>
                </c:pt>
                <c:pt idx="1223">
                  <c:v>99</c:v>
                </c:pt>
                <c:pt idx="1224">
                  <c:v>98</c:v>
                </c:pt>
                <c:pt idx="1225">
                  <c:v>98</c:v>
                </c:pt>
                <c:pt idx="1226">
                  <c:v>94</c:v>
                </c:pt>
                <c:pt idx="1227">
                  <c:v>91</c:v>
                </c:pt>
                <c:pt idx="1228">
                  <c:v>103</c:v>
                </c:pt>
                <c:pt idx="1229">
                  <c:v>93</c:v>
                </c:pt>
                <c:pt idx="1230">
                  <c:v>87</c:v>
                </c:pt>
                <c:pt idx="1231">
                  <c:v>86</c:v>
                </c:pt>
                <c:pt idx="1232">
                  <c:v>82</c:v>
                </c:pt>
                <c:pt idx="1233">
                  <c:v>80</c:v>
                </c:pt>
                <c:pt idx="1234">
                  <c:v>80</c:v>
                </c:pt>
                <c:pt idx="1235">
                  <c:v>109</c:v>
                </c:pt>
                <c:pt idx="1236">
                  <c:v>83</c:v>
                </c:pt>
                <c:pt idx="1237">
                  <c:v>83</c:v>
                </c:pt>
                <c:pt idx="1238">
                  <c:v>85</c:v>
                </c:pt>
                <c:pt idx="1239">
                  <c:v>84</c:v>
                </c:pt>
                <c:pt idx="1240">
                  <c:v>83</c:v>
                </c:pt>
                <c:pt idx="1241">
                  <c:v>118</c:v>
                </c:pt>
                <c:pt idx="1242">
                  <c:v>96</c:v>
                </c:pt>
                <c:pt idx="1243">
                  <c:v>84</c:v>
                </c:pt>
                <c:pt idx="1244">
                  <c:v>85</c:v>
                </c:pt>
                <c:pt idx="1245">
                  <c:v>83</c:v>
                </c:pt>
                <c:pt idx="1246">
                  <c:v>81</c:v>
                </c:pt>
                <c:pt idx="1247">
                  <c:v>81</c:v>
                </c:pt>
                <c:pt idx="1248">
                  <c:v>80</c:v>
                </c:pt>
                <c:pt idx="1249">
                  <c:v>81</c:v>
                </c:pt>
                <c:pt idx="1250">
                  <c:v>82</c:v>
                </c:pt>
                <c:pt idx="1251">
                  <c:v>83</c:v>
                </c:pt>
                <c:pt idx="1252">
                  <c:v>82</c:v>
                </c:pt>
                <c:pt idx="1253">
                  <c:v>80</c:v>
                </c:pt>
                <c:pt idx="1254">
                  <c:v>83</c:v>
                </c:pt>
                <c:pt idx="1255">
                  <c:v>80</c:v>
                </c:pt>
                <c:pt idx="1256">
                  <c:v>79</c:v>
                </c:pt>
                <c:pt idx="1257">
                  <c:v>79</c:v>
                </c:pt>
                <c:pt idx="1258">
                  <c:v>76</c:v>
                </c:pt>
                <c:pt idx="1259">
                  <c:v>77</c:v>
                </c:pt>
                <c:pt idx="1260">
                  <c:v>76</c:v>
                </c:pt>
                <c:pt idx="1261">
                  <c:v>75</c:v>
                </c:pt>
                <c:pt idx="1262">
                  <c:v>76</c:v>
                </c:pt>
                <c:pt idx="1263">
                  <c:v>77</c:v>
                </c:pt>
                <c:pt idx="1264">
                  <c:v>76</c:v>
                </c:pt>
                <c:pt idx="1265">
                  <c:v>75</c:v>
                </c:pt>
                <c:pt idx="1266">
                  <c:v>77</c:v>
                </c:pt>
                <c:pt idx="1267">
                  <c:v>77</c:v>
                </c:pt>
                <c:pt idx="1268">
                  <c:v>77</c:v>
                </c:pt>
                <c:pt idx="1269">
                  <c:v>73</c:v>
                </c:pt>
                <c:pt idx="1270">
                  <c:v>74</c:v>
                </c:pt>
                <c:pt idx="1271">
                  <c:v>74</c:v>
                </c:pt>
                <c:pt idx="1272">
                  <c:v>78</c:v>
                </c:pt>
                <c:pt idx="1273">
                  <c:v>80</c:v>
                </c:pt>
                <c:pt idx="1274">
                  <c:v>76</c:v>
                </c:pt>
                <c:pt idx="1275">
                  <c:v>75</c:v>
                </c:pt>
                <c:pt idx="1276">
                  <c:v>75</c:v>
                </c:pt>
                <c:pt idx="1277">
                  <c:v>76</c:v>
                </c:pt>
                <c:pt idx="1278">
                  <c:v>77</c:v>
                </c:pt>
                <c:pt idx="1279">
                  <c:v>75</c:v>
                </c:pt>
                <c:pt idx="1280">
                  <c:v>75</c:v>
                </c:pt>
                <c:pt idx="1281">
                  <c:v>74</c:v>
                </c:pt>
                <c:pt idx="1282">
                  <c:v>73</c:v>
                </c:pt>
                <c:pt idx="1283">
                  <c:v>75</c:v>
                </c:pt>
                <c:pt idx="1284">
                  <c:v>75</c:v>
                </c:pt>
                <c:pt idx="1285">
                  <c:v>75</c:v>
                </c:pt>
                <c:pt idx="1286">
                  <c:v>79</c:v>
                </c:pt>
                <c:pt idx="1287">
                  <c:v>77</c:v>
                </c:pt>
                <c:pt idx="1288">
                  <c:v>75</c:v>
                </c:pt>
                <c:pt idx="1289">
                  <c:v>75</c:v>
                </c:pt>
                <c:pt idx="1290">
                  <c:v>75</c:v>
                </c:pt>
                <c:pt idx="1291">
                  <c:v>75</c:v>
                </c:pt>
                <c:pt idx="1292">
                  <c:v>75</c:v>
                </c:pt>
                <c:pt idx="1293">
                  <c:v>74</c:v>
                </c:pt>
                <c:pt idx="1294">
                  <c:v>72</c:v>
                </c:pt>
                <c:pt idx="1295">
                  <c:v>84</c:v>
                </c:pt>
                <c:pt idx="1296">
                  <c:v>75</c:v>
                </c:pt>
                <c:pt idx="1297">
                  <c:v>75</c:v>
                </c:pt>
                <c:pt idx="1298">
                  <c:v>76</c:v>
                </c:pt>
                <c:pt idx="1299">
                  <c:v>75</c:v>
                </c:pt>
                <c:pt idx="1300">
                  <c:v>76</c:v>
                </c:pt>
                <c:pt idx="1301">
                  <c:v>77</c:v>
                </c:pt>
                <c:pt idx="1302">
                  <c:v>78</c:v>
                </c:pt>
                <c:pt idx="1303">
                  <c:v>75</c:v>
                </c:pt>
                <c:pt idx="1304">
                  <c:v>74</c:v>
                </c:pt>
                <c:pt idx="1305">
                  <c:v>74</c:v>
                </c:pt>
                <c:pt idx="1306">
                  <c:v>75</c:v>
                </c:pt>
                <c:pt idx="1307">
                  <c:v>72</c:v>
                </c:pt>
                <c:pt idx="1308">
                  <c:v>70</c:v>
                </c:pt>
                <c:pt idx="1309">
                  <c:v>70</c:v>
                </c:pt>
                <c:pt idx="1310">
                  <c:v>70</c:v>
                </c:pt>
                <c:pt idx="1311">
                  <c:v>72</c:v>
                </c:pt>
                <c:pt idx="1312">
                  <c:v>71</c:v>
                </c:pt>
                <c:pt idx="1313">
                  <c:v>72</c:v>
                </c:pt>
                <c:pt idx="1314">
                  <c:v>72</c:v>
                </c:pt>
                <c:pt idx="1315">
                  <c:v>72</c:v>
                </c:pt>
                <c:pt idx="1316">
                  <c:v>70</c:v>
                </c:pt>
                <c:pt idx="1317">
                  <c:v>71</c:v>
                </c:pt>
                <c:pt idx="1318">
                  <c:v>68</c:v>
                </c:pt>
                <c:pt idx="1319">
                  <c:v>71</c:v>
                </c:pt>
                <c:pt idx="1320">
                  <c:v>72</c:v>
                </c:pt>
                <c:pt idx="1321">
                  <c:v>72</c:v>
                </c:pt>
                <c:pt idx="1322">
                  <c:v>71</c:v>
                </c:pt>
                <c:pt idx="1323">
                  <c:v>70</c:v>
                </c:pt>
                <c:pt idx="1324">
                  <c:v>69</c:v>
                </c:pt>
                <c:pt idx="1325">
                  <c:v>70</c:v>
                </c:pt>
                <c:pt idx="1326">
                  <c:v>70</c:v>
                </c:pt>
                <c:pt idx="1327">
                  <c:v>71</c:v>
                </c:pt>
                <c:pt idx="1328">
                  <c:v>72</c:v>
                </c:pt>
                <c:pt idx="1329">
                  <c:v>73</c:v>
                </c:pt>
                <c:pt idx="1330">
                  <c:v>75</c:v>
                </c:pt>
                <c:pt idx="1331">
                  <c:v>75</c:v>
                </c:pt>
                <c:pt idx="1332">
                  <c:v>74</c:v>
                </c:pt>
                <c:pt idx="1333">
                  <c:v>77</c:v>
                </c:pt>
                <c:pt idx="1334">
                  <c:v>75</c:v>
                </c:pt>
                <c:pt idx="1335">
                  <c:v>73</c:v>
                </c:pt>
                <c:pt idx="1336">
                  <c:v>74</c:v>
                </c:pt>
                <c:pt idx="1337">
                  <c:v>73</c:v>
                </c:pt>
                <c:pt idx="1338">
                  <c:v>100</c:v>
                </c:pt>
                <c:pt idx="1339">
                  <c:v>98</c:v>
                </c:pt>
                <c:pt idx="1340">
                  <c:v>73</c:v>
                </c:pt>
                <c:pt idx="1341">
                  <c:v>72</c:v>
                </c:pt>
                <c:pt idx="1342">
                  <c:v>74</c:v>
                </c:pt>
                <c:pt idx="1343">
                  <c:v>80</c:v>
                </c:pt>
                <c:pt idx="1344">
                  <c:v>80</c:v>
                </c:pt>
                <c:pt idx="1345">
                  <c:v>76</c:v>
                </c:pt>
                <c:pt idx="1346">
                  <c:v>77</c:v>
                </c:pt>
                <c:pt idx="1347">
                  <c:v>77</c:v>
                </c:pt>
                <c:pt idx="1348">
                  <c:v>79</c:v>
                </c:pt>
                <c:pt idx="1349">
                  <c:v>73</c:v>
                </c:pt>
                <c:pt idx="1350">
                  <c:v>74</c:v>
                </c:pt>
                <c:pt idx="1351">
                  <c:v>74</c:v>
                </c:pt>
                <c:pt idx="1352">
                  <c:v>74</c:v>
                </c:pt>
                <c:pt idx="1353">
                  <c:v>72</c:v>
                </c:pt>
                <c:pt idx="1354">
                  <c:v>72</c:v>
                </c:pt>
                <c:pt idx="1355">
                  <c:v>73</c:v>
                </c:pt>
                <c:pt idx="1356">
                  <c:v>71</c:v>
                </c:pt>
                <c:pt idx="1357">
                  <c:v>72</c:v>
                </c:pt>
                <c:pt idx="1358">
                  <c:v>72</c:v>
                </c:pt>
                <c:pt idx="1359">
                  <c:v>73</c:v>
                </c:pt>
                <c:pt idx="1360">
                  <c:v>80</c:v>
                </c:pt>
                <c:pt idx="1361">
                  <c:v>80</c:v>
                </c:pt>
                <c:pt idx="1362">
                  <c:v>103</c:v>
                </c:pt>
                <c:pt idx="1363">
                  <c:v>80</c:v>
                </c:pt>
                <c:pt idx="1364">
                  <c:v>80</c:v>
                </c:pt>
                <c:pt idx="1365">
                  <c:v>78</c:v>
                </c:pt>
                <c:pt idx="1366">
                  <c:v>78</c:v>
                </c:pt>
                <c:pt idx="1367">
                  <c:v>78</c:v>
                </c:pt>
                <c:pt idx="1368">
                  <c:v>80</c:v>
                </c:pt>
                <c:pt idx="1369">
                  <c:v>89</c:v>
                </c:pt>
                <c:pt idx="1370">
                  <c:v>109</c:v>
                </c:pt>
                <c:pt idx="1371">
                  <c:v>80</c:v>
                </c:pt>
                <c:pt idx="1372">
                  <c:v>76</c:v>
                </c:pt>
                <c:pt idx="1373">
                  <c:v>79</c:v>
                </c:pt>
                <c:pt idx="1374">
                  <c:v>84</c:v>
                </c:pt>
                <c:pt idx="1375">
                  <c:v>76</c:v>
                </c:pt>
                <c:pt idx="1376">
                  <c:v>77</c:v>
                </c:pt>
                <c:pt idx="1377">
                  <c:v>76</c:v>
                </c:pt>
                <c:pt idx="1378">
                  <c:v>75</c:v>
                </c:pt>
                <c:pt idx="1379">
                  <c:v>74</c:v>
                </c:pt>
                <c:pt idx="1380">
                  <c:v>73</c:v>
                </c:pt>
                <c:pt idx="1381">
                  <c:v>73</c:v>
                </c:pt>
                <c:pt idx="1382">
                  <c:v>73</c:v>
                </c:pt>
                <c:pt idx="1383">
                  <c:v>75</c:v>
                </c:pt>
                <c:pt idx="1384">
                  <c:v>73</c:v>
                </c:pt>
                <c:pt idx="1385">
                  <c:v>75</c:v>
                </c:pt>
                <c:pt idx="1386">
                  <c:v>75</c:v>
                </c:pt>
                <c:pt idx="1387">
                  <c:v>75</c:v>
                </c:pt>
                <c:pt idx="1388">
                  <c:v>73</c:v>
                </c:pt>
                <c:pt idx="1389">
                  <c:v>73</c:v>
                </c:pt>
                <c:pt idx="1390">
                  <c:v>72</c:v>
                </c:pt>
                <c:pt idx="1391">
                  <c:v>73</c:v>
                </c:pt>
                <c:pt idx="1392">
                  <c:v>70</c:v>
                </c:pt>
                <c:pt idx="1393">
                  <c:v>71</c:v>
                </c:pt>
                <c:pt idx="1394">
                  <c:v>72</c:v>
                </c:pt>
                <c:pt idx="1395">
                  <c:v>72</c:v>
                </c:pt>
                <c:pt idx="1396">
                  <c:v>71</c:v>
                </c:pt>
                <c:pt idx="1397">
                  <c:v>72</c:v>
                </c:pt>
                <c:pt idx="1398">
                  <c:v>72</c:v>
                </c:pt>
                <c:pt idx="1399">
                  <c:v>76</c:v>
                </c:pt>
                <c:pt idx="1400">
                  <c:v>75</c:v>
                </c:pt>
                <c:pt idx="1401">
                  <c:v>75</c:v>
                </c:pt>
                <c:pt idx="1402">
                  <c:v>72</c:v>
                </c:pt>
                <c:pt idx="1403">
                  <c:v>70</c:v>
                </c:pt>
                <c:pt idx="1404">
                  <c:v>72</c:v>
                </c:pt>
                <c:pt idx="1405">
                  <c:v>72</c:v>
                </c:pt>
                <c:pt idx="1406">
                  <c:v>72</c:v>
                </c:pt>
                <c:pt idx="1407">
                  <c:v>70</c:v>
                </c:pt>
                <c:pt idx="1408">
                  <c:v>71</c:v>
                </c:pt>
                <c:pt idx="1409">
                  <c:v>72</c:v>
                </c:pt>
                <c:pt idx="1410">
                  <c:v>72</c:v>
                </c:pt>
                <c:pt idx="1411">
                  <c:v>74</c:v>
                </c:pt>
                <c:pt idx="1412">
                  <c:v>73</c:v>
                </c:pt>
                <c:pt idx="1413">
                  <c:v>71</c:v>
                </c:pt>
                <c:pt idx="1414">
                  <c:v>72</c:v>
                </c:pt>
                <c:pt idx="1415">
                  <c:v>72</c:v>
                </c:pt>
                <c:pt idx="1416">
                  <c:v>72</c:v>
                </c:pt>
                <c:pt idx="1417">
                  <c:v>76</c:v>
                </c:pt>
                <c:pt idx="1418">
                  <c:v>75</c:v>
                </c:pt>
                <c:pt idx="1419">
                  <c:v>75</c:v>
                </c:pt>
                <c:pt idx="1420">
                  <c:v>76</c:v>
                </c:pt>
                <c:pt idx="1421">
                  <c:v>75</c:v>
                </c:pt>
                <c:pt idx="1422">
                  <c:v>75</c:v>
                </c:pt>
                <c:pt idx="1423">
                  <c:v>72</c:v>
                </c:pt>
                <c:pt idx="1424">
                  <c:v>71</c:v>
                </c:pt>
                <c:pt idx="1425">
                  <c:v>72</c:v>
                </c:pt>
                <c:pt idx="1426">
                  <c:v>72</c:v>
                </c:pt>
                <c:pt idx="1427">
                  <c:v>71</c:v>
                </c:pt>
                <c:pt idx="1428">
                  <c:v>70</c:v>
                </c:pt>
                <c:pt idx="1429">
                  <c:v>70</c:v>
                </c:pt>
                <c:pt idx="1430">
                  <c:v>70</c:v>
                </c:pt>
                <c:pt idx="1431">
                  <c:v>70</c:v>
                </c:pt>
                <c:pt idx="1432">
                  <c:v>70</c:v>
                </c:pt>
                <c:pt idx="1433">
                  <c:v>70</c:v>
                </c:pt>
                <c:pt idx="1434">
                  <c:v>69</c:v>
                </c:pt>
                <c:pt idx="1435">
                  <c:v>70</c:v>
                </c:pt>
                <c:pt idx="1436">
                  <c:v>72</c:v>
                </c:pt>
                <c:pt idx="1437">
                  <c:v>72</c:v>
                </c:pt>
                <c:pt idx="1438">
                  <c:v>74</c:v>
                </c:pt>
                <c:pt idx="1439">
                  <c:v>81</c:v>
                </c:pt>
                <c:pt idx="1440">
                  <c:v>85</c:v>
                </c:pt>
                <c:pt idx="1441">
                  <c:v>91</c:v>
                </c:pt>
                <c:pt idx="1442">
                  <c:v>86</c:v>
                </c:pt>
                <c:pt idx="1443">
                  <c:v>80</c:v>
                </c:pt>
                <c:pt idx="1444">
                  <c:v>75</c:v>
                </c:pt>
                <c:pt idx="1445">
                  <c:v>72</c:v>
                </c:pt>
                <c:pt idx="1446">
                  <c:v>70</c:v>
                </c:pt>
                <c:pt idx="1447">
                  <c:v>72</c:v>
                </c:pt>
                <c:pt idx="1448">
                  <c:v>71</c:v>
                </c:pt>
                <c:pt idx="1449">
                  <c:v>72</c:v>
                </c:pt>
                <c:pt idx="1450">
                  <c:v>72</c:v>
                </c:pt>
                <c:pt idx="1451">
                  <c:v>72</c:v>
                </c:pt>
                <c:pt idx="1452">
                  <c:v>70</c:v>
                </c:pt>
                <c:pt idx="1453">
                  <c:v>72</c:v>
                </c:pt>
                <c:pt idx="1454">
                  <c:v>70</c:v>
                </c:pt>
                <c:pt idx="1455">
                  <c:v>68</c:v>
                </c:pt>
                <c:pt idx="1456">
                  <c:v>67</c:v>
                </c:pt>
                <c:pt idx="1457">
                  <c:v>66</c:v>
                </c:pt>
                <c:pt idx="1458">
                  <c:v>67</c:v>
                </c:pt>
                <c:pt idx="1459">
                  <c:v>68</c:v>
                </c:pt>
                <c:pt idx="1460">
                  <c:v>70</c:v>
                </c:pt>
                <c:pt idx="1461">
                  <c:v>68</c:v>
                </c:pt>
                <c:pt idx="1462">
                  <c:v>69</c:v>
                </c:pt>
                <c:pt idx="1463">
                  <c:v>71</c:v>
                </c:pt>
                <c:pt idx="1464">
                  <c:v>70</c:v>
                </c:pt>
                <c:pt idx="1465">
                  <c:v>70</c:v>
                </c:pt>
                <c:pt idx="1466">
                  <c:v>72</c:v>
                </c:pt>
                <c:pt idx="1467">
                  <c:v>75</c:v>
                </c:pt>
                <c:pt idx="1468">
                  <c:v>61</c:v>
                </c:pt>
                <c:pt idx="1469">
                  <c:v>59</c:v>
                </c:pt>
                <c:pt idx="1470">
                  <c:v>77</c:v>
                </c:pt>
                <c:pt idx="1471">
                  <c:v>79</c:v>
                </c:pt>
                <c:pt idx="1472">
                  <c:v>77</c:v>
                </c:pt>
                <c:pt idx="1473">
                  <c:v>77</c:v>
                </c:pt>
                <c:pt idx="1474">
                  <c:v>79</c:v>
                </c:pt>
                <c:pt idx="1475">
                  <c:v>77</c:v>
                </c:pt>
                <c:pt idx="1476">
                  <c:v>75</c:v>
                </c:pt>
                <c:pt idx="1477">
                  <c:v>76</c:v>
                </c:pt>
                <c:pt idx="1478">
                  <c:v>78</c:v>
                </c:pt>
                <c:pt idx="1479">
                  <c:v>81</c:v>
                </c:pt>
                <c:pt idx="1480">
                  <c:v>80</c:v>
                </c:pt>
                <c:pt idx="1481">
                  <c:v>81</c:v>
                </c:pt>
                <c:pt idx="1482">
                  <c:v>80</c:v>
                </c:pt>
                <c:pt idx="1483">
                  <c:v>77</c:v>
                </c:pt>
                <c:pt idx="1484">
                  <c:v>80</c:v>
                </c:pt>
                <c:pt idx="1485">
                  <c:v>80</c:v>
                </c:pt>
                <c:pt idx="1486">
                  <c:v>91</c:v>
                </c:pt>
                <c:pt idx="1487">
                  <c:v>82</c:v>
                </c:pt>
                <c:pt idx="1488">
                  <c:v>81</c:v>
                </c:pt>
                <c:pt idx="1489">
                  <c:v>79</c:v>
                </c:pt>
                <c:pt idx="1490">
                  <c:v>80</c:v>
                </c:pt>
                <c:pt idx="1491">
                  <c:v>80</c:v>
                </c:pt>
                <c:pt idx="1492">
                  <c:v>82</c:v>
                </c:pt>
                <c:pt idx="1493">
                  <c:v>80</c:v>
                </c:pt>
                <c:pt idx="1494">
                  <c:v>80</c:v>
                </c:pt>
                <c:pt idx="1495">
                  <c:v>80</c:v>
                </c:pt>
                <c:pt idx="1496">
                  <c:v>79</c:v>
                </c:pt>
                <c:pt idx="1497">
                  <c:v>79</c:v>
                </c:pt>
                <c:pt idx="1498">
                  <c:v>76</c:v>
                </c:pt>
                <c:pt idx="1499">
                  <c:v>75</c:v>
                </c:pt>
                <c:pt idx="1500">
                  <c:v>74</c:v>
                </c:pt>
                <c:pt idx="1501">
                  <c:v>75</c:v>
                </c:pt>
                <c:pt idx="1502">
                  <c:v>75</c:v>
                </c:pt>
                <c:pt idx="1503">
                  <c:v>76</c:v>
                </c:pt>
                <c:pt idx="1504">
                  <c:v>75</c:v>
                </c:pt>
                <c:pt idx="1505">
                  <c:v>73</c:v>
                </c:pt>
                <c:pt idx="1506">
                  <c:v>73</c:v>
                </c:pt>
                <c:pt idx="1507">
                  <c:v>72</c:v>
                </c:pt>
                <c:pt idx="1508">
                  <c:v>72</c:v>
                </c:pt>
                <c:pt idx="1509">
                  <c:v>71</c:v>
                </c:pt>
                <c:pt idx="1510">
                  <c:v>73</c:v>
                </c:pt>
                <c:pt idx="1511">
                  <c:v>74</c:v>
                </c:pt>
                <c:pt idx="1512">
                  <c:v>72</c:v>
                </c:pt>
                <c:pt idx="1513">
                  <c:v>72</c:v>
                </c:pt>
                <c:pt idx="1514">
                  <c:v>72</c:v>
                </c:pt>
                <c:pt idx="1515">
                  <c:v>72</c:v>
                </c:pt>
                <c:pt idx="1516">
                  <c:v>72</c:v>
                </c:pt>
                <c:pt idx="1517">
                  <c:v>72</c:v>
                </c:pt>
                <c:pt idx="1518">
                  <c:v>74</c:v>
                </c:pt>
                <c:pt idx="1519">
                  <c:v>74</c:v>
                </c:pt>
                <c:pt idx="1520">
                  <c:v>75</c:v>
                </c:pt>
                <c:pt idx="1521">
                  <c:v>75</c:v>
                </c:pt>
                <c:pt idx="1522">
                  <c:v>76</c:v>
                </c:pt>
                <c:pt idx="1523">
                  <c:v>79</c:v>
                </c:pt>
                <c:pt idx="1524">
                  <c:v>90</c:v>
                </c:pt>
                <c:pt idx="1525">
                  <c:v>80</c:v>
                </c:pt>
                <c:pt idx="1526">
                  <c:v>96</c:v>
                </c:pt>
                <c:pt idx="1527">
                  <c:v>81</c:v>
                </c:pt>
                <c:pt idx="1528">
                  <c:v>102</c:v>
                </c:pt>
                <c:pt idx="1529">
                  <c:v>80</c:v>
                </c:pt>
                <c:pt idx="1530">
                  <c:v>75</c:v>
                </c:pt>
                <c:pt idx="1531">
                  <c:v>78</c:v>
                </c:pt>
                <c:pt idx="1532">
                  <c:v>79</c:v>
                </c:pt>
                <c:pt idx="1533">
                  <c:v>77</c:v>
                </c:pt>
                <c:pt idx="1534">
                  <c:v>79</c:v>
                </c:pt>
                <c:pt idx="1535">
                  <c:v>108</c:v>
                </c:pt>
                <c:pt idx="1536">
                  <c:v>85</c:v>
                </c:pt>
                <c:pt idx="1537">
                  <c:v>84</c:v>
                </c:pt>
                <c:pt idx="1538">
                  <c:v>83</c:v>
                </c:pt>
                <c:pt idx="1539">
                  <c:v>80</c:v>
                </c:pt>
                <c:pt idx="1540">
                  <c:v>78</c:v>
                </c:pt>
                <c:pt idx="1541">
                  <c:v>79</c:v>
                </c:pt>
                <c:pt idx="1542">
                  <c:v>76</c:v>
                </c:pt>
                <c:pt idx="1543">
                  <c:v>87</c:v>
                </c:pt>
                <c:pt idx="1544">
                  <c:v>105</c:v>
                </c:pt>
                <c:pt idx="1545">
                  <c:v>106</c:v>
                </c:pt>
                <c:pt idx="1546">
                  <c:v>80</c:v>
                </c:pt>
                <c:pt idx="1547">
                  <c:v>80</c:v>
                </c:pt>
                <c:pt idx="1548">
                  <c:v>80</c:v>
                </c:pt>
                <c:pt idx="1549">
                  <c:v>80</c:v>
                </c:pt>
                <c:pt idx="1550">
                  <c:v>90</c:v>
                </c:pt>
                <c:pt idx="1551">
                  <c:v>80</c:v>
                </c:pt>
                <c:pt idx="1552">
                  <c:v>126</c:v>
                </c:pt>
                <c:pt idx="1553">
                  <c:v>152</c:v>
                </c:pt>
                <c:pt idx="1554">
                  <c:v>82</c:v>
                </c:pt>
                <c:pt idx="1555">
                  <c:v>87</c:v>
                </c:pt>
                <c:pt idx="1556">
                  <c:v>99</c:v>
                </c:pt>
                <c:pt idx="1557">
                  <c:v>106</c:v>
                </c:pt>
                <c:pt idx="1558">
                  <c:v>100</c:v>
                </c:pt>
                <c:pt idx="1559">
                  <c:v>84</c:v>
                </c:pt>
                <c:pt idx="1560">
                  <c:v>91</c:v>
                </c:pt>
                <c:pt idx="1561">
                  <c:v>81</c:v>
                </c:pt>
                <c:pt idx="1562">
                  <c:v>86</c:v>
                </c:pt>
                <c:pt idx="1563">
                  <c:v>82</c:v>
                </c:pt>
                <c:pt idx="1564">
                  <c:v>90</c:v>
                </c:pt>
                <c:pt idx="1565">
                  <c:v>87</c:v>
                </c:pt>
                <c:pt idx="1566">
                  <c:v>88</c:v>
                </c:pt>
                <c:pt idx="1567">
                  <c:v>81</c:v>
                </c:pt>
                <c:pt idx="1568">
                  <c:v>78</c:v>
                </c:pt>
                <c:pt idx="1569">
                  <c:v>77</c:v>
                </c:pt>
                <c:pt idx="1570">
                  <c:v>79</c:v>
                </c:pt>
                <c:pt idx="1571">
                  <c:v>77</c:v>
                </c:pt>
                <c:pt idx="1572">
                  <c:v>78</c:v>
                </c:pt>
                <c:pt idx="1573">
                  <c:v>78</c:v>
                </c:pt>
                <c:pt idx="1574">
                  <c:v>80</c:v>
                </c:pt>
                <c:pt idx="1575">
                  <c:v>80</c:v>
                </c:pt>
                <c:pt idx="1576">
                  <c:v>128</c:v>
                </c:pt>
                <c:pt idx="1577">
                  <c:v>80</c:v>
                </c:pt>
                <c:pt idx="1578">
                  <c:v>79</c:v>
                </c:pt>
                <c:pt idx="1579">
                  <c:v>82</c:v>
                </c:pt>
                <c:pt idx="1580">
                  <c:v>84</c:v>
                </c:pt>
                <c:pt idx="1581">
                  <c:v>93</c:v>
                </c:pt>
                <c:pt idx="1582">
                  <c:v>84</c:v>
                </c:pt>
                <c:pt idx="1583">
                  <c:v>100</c:v>
                </c:pt>
                <c:pt idx="1584">
                  <c:v>84</c:v>
                </c:pt>
                <c:pt idx="1585">
                  <c:v>84</c:v>
                </c:pt>
                <c:pt idx="1586">
                  <c:v>85</c:v>
                </c:pt>
                <c:pt idx="1587">
                  <c:v>82</c:v>
                </c:pt>
                <c:pt idx="1588">
                  <c:v>80</c:v>
                </c:pt>
                <c:pt idx="1589">
                  <c:v>80</c:v>
                </c:pt>
                <c:pt idx="1590">
                  <c:v>80</c:v>
                </c:pt>
                <c:pt idx="1591">
                  <c:v>80</c:v>
                </c:pt>
                <c:pt idx="1592">
                  <c:v>80</c:v>
                </c:pt>
                <c:pt idx="1593">
                  <c:v>77</c:v>
                </c:pt>
                <c:pt idx="1594">
                  <c:v>75</c:v>
                </c:pt>
                <c:pt idx="1595">
                  <c:v>88</c:v>
                </c:pt>
                <c:pt idx="1596">
                  <c:v>84</c:v>
                </c:pt>
                <c:pt idx="1597">
                  <c:v>76</c:v>
                </c:pt>
                <c:pt idx="1598">
                  <c:v>76</c:v>
                </c:pt>
                <c:pt idx="1599">
                  <c:v>79</c:v>
                </c:pt>
                <c:pt idx="1600">
                  <c:v>78</c:v>
                </c:pt>
                <c:pt idx="1601">
                  <c:v>81</c:v>
                </c:pt>
                <c:pt idx="1602">
                  <c:v>78</c:v>
                </c:pt>
                <c:pt idx="1603">
                  <c:v>78</c:v>
                </c:pt>
                <c:pt idx="1604">
                  <c:v>77</c:v>
                </c:pt>
                <c:pt idx="1605">
                  <c:v>76</c:v>
                </c:pt>
                <c:pt idx="1606">
                  <c:v>76</c:v>
                </c:pt>
                <c:pt idx="1607">
                  <c:v>75</c:v>
                </c:pt>
                <c:pt idx="1608">
                  <c:v>73</c:v>
                </c:pt>
                <c:pt idx="1609">
                  <c:v>73</c:v>
                </c:pt>
                <c:pt idx="1610">
                  <c:v>72</c:v>
                </c:pt>
                <c:pt idx="1611">
                  <c:v>72</c:v>
                </c:pt>
                <c:pt idx="1612">
                  <c:v>72</c:v>
                </c:pt>
                <c:pt idx="1613">
                  <c:v>72</c:v>
                </c:pt>
                <c:pt idx="1614">
                  <c:v>75</c:v>
                </c:pt>
                <c:pt idx="1615">
                  <c:v>76</c:v>
                </c:pt>
                <c:pt idx="1616">
                  <c:v>75</c:v>
                </c:pt>
                <c:pt idx="1617">
                  <c:v>77</c:v>
                </c:pt>
                <c:pt idx="1618">
                  <c:v>75</c:v>
                </c:pt>
                <c:pt idx="1619">
                  <c:v>75</c:v>
                </c:pt>
                <c:pt idx="1620">
                  <c:v>75</c:v>
                </c:pt>
                <c:pt idx="1621">
                  <c:v>76</c:v>
                </c:pt>
                <c:pt idx="1622">
                  <c:v>80</c:v>
                </c:pt>
                <c:pt idx="1623">
                  <c:v>78</c:v>
                </c:pt>
                <c:pt idx="1624">
                  <c:v>77</c:v>
                </c:pt>
                <c:pt idx="1625">
                  <c:v>77</c:v>
                </c:pt>
                <c:pt idx="1626">
                  <c:v>76</c:v>
                </c:pt>
                <c:pt idx="1627">
                  <c:v>75</c:v>
                </c:pt>
                <c:pt idx="1628">
                  <c:v>75</c:v>
                </c:pt>
                <c:pt idx="1629">
                  <c:v>77</c:v>
                </c:pt>
                <c:pt idx="1630">
                  <c:v>77</c:v>
                </c:pt>
                <c:pt idx="1631">
                  <c:v>77</c:v>
                </c:pt>
                <c:pt idx="1632">
                  <c:v>85</c:v>
                </c:pt>
                <c:pt idx="1633">
                  <c:v>75</c:v>
                </c:pt>
                <c:pt idx="1634">
                  <c:v>76</c:v>
                </c:pt>
                <c:pt idx="1635">
                  <c:v>103</c:v>
                </c:pt>
                <c:pt idx="1636">
                  <c:v>87</c:v>
                </c:pt>
                <c:pt idx="1637">
                  <c:v>78</c:v>
                </c:pt>
                <c:pt idx="1638">
                  <c:v>79</c:v>
                </c:pt>
                <c:pt idx="1639">
                  <c:v>82</c:v>
                </c:pt>
                <c:pt idx="1640">
                  <c:v>79</c:v>
                </c:pt>
                <c:pt idx="1641">
                  <c:v>79</c:v>
                </c:pt>
                <c:pt idx="1642">
                  <c:v>114</c:v>
                </c:pt>
                <c:pt idx="1643">
                  <c:v>81</c:v>
                </c:pt>
                <c:pt idx="1644">
                  <c:v>80</c:v>
                </c:pt>
                <c:pt idx="1645">
                  <c:v>80</c:v>
                </c:pt>
                <c:pt idx="1646">
                  <c:v>80</c:v>
                </c:pt>
                <c:pt idx="1647">
                  <c:v>78</c:v>
                </c:pt>
                <c:pt idx="1648">
                  <c:v>76</c:v>
                </c:pt>
                <c:pt idx="1649">
                  <c:v>75</c:v>
                </c:pt>
                <c:pt idx="1650">
                  <c:v>75</c:v>
                </c:pt>
                <c:pt idx="1651">
                  <c:v>76</c:v>
                </c:pt>
                <c:pt idx="1652">
                  <c:v>76</c:v>
                </c:pt>
                <c:pt idx="1653">
                  <c:v>78</c:v>
                </c:pt>
                <c:pt idx="1654">
                  <c:v>79</c:v>
                </c:pt>
                <c:pt idx="1655">
                  <c:v>128</c:v>
                </c:pt>
                <c:pt idx="1656">
                  <c:v>113</c:v>
                </c:pt>
                <c:pt idx="1657">
                  <c:v>83</c:v>
                </c:pt>
                <c:pt idx="1658">
                  <c:v>98</c:v>
                </c:pt>
                <c:pt idx="1659">
                  <c:v>80</c:v>
                </c:pt>
                <c:pt idx="1660">
                  <c:v>91</c:v>
                </c:pt>
                <c:pt idx="1661">
                  <c:v>79</c:v>
                </c:pt>
                <c:pt idx="1662">
                  <c:v>79</c:v>
                </c:pt>
                <c:pt idx="1663">
                  <c:v>80</c:v>
                </c:pt>
                <c:pt idx="1664">
                  <c:v>91</c:v>
                </c:pt>
                <c:pt idx="1665">
                  <c:v>89</c:v>
                </c:pt>
                <c:pt idx="1666">
                  <c:v>88</c:v>
                </c:pt>
                <c:pt idx="1667">
                  <c:v>78</c:v>
                </c:pt>
                <c:pt idx="1668">
                  <c:v>80</c:v>
                </c:pt>
                <c:pt idx="1669">
                  <c:v>80</c:v>
                </c:pt>
                <c:pt idx="1670">
                  <c:v>80</c:v>
                </c:pt>
                <c:pt idx="1671">
                  <c:v>79</c:v>
                </c:pt>
                <c:pt idx="1672">
                  <c:v>78</c:v>
                </c:pt>
                <c:pt idx="1673">
                  <c:v>77</c:v>
                </c:pt>
                <c:pt idx="1674">
                  <c:v>75</c:v>
                </c:pt>
                <c:pt idx="1675">
                  <c:v>75</c:v>
                </c:pt>
                <c:pt idx="1676">
                  <c:v>74</c:v>
                </c:pt>
                <c:pt idx="1677">
                  <c:v>74</c:v>
                </c:pt>
                <c:pt idx="1678">
                  <c:v>76</c:v>
                </c:pt>
                <c:pt idx="1679">
                  <c:v>84</c:v>
                </c:pt>
                <c:pt idx="1680">
                  <c:v>85</c:v>
                </c:pt>
                <c:pt idx="1681">
                  <c:v>74</c:v>
                </c:pt>
                <c:pt idx="1682">
                  <c:v>73</c:v>
                </c:pt>
                <c:pt idx="1683">
                  <c:v>73</c:v>
                </c:pt>
                <c:pt idx="1684">
                  <c:v>72</c:v>
                </c:pt>
                <c:pt idx="1685">
                  <c:v>72</c:v>
                </c:pt>
                <c:pt idx="1686">
                  <c:v>72</c:v>
                </c:pt>
                <c:pt idx="1687">
                  <c:v>72</c:v>
                </c:pt>
                <c:pt idx="1688">
                  <c:v>72</c:v>
                </c:pt>
                <c:pt idx="1689">
                  <c:v>73</c:v>
                </c:pt>
                <c:pt idx="1690">
                  <c:v>72</c:v>
                </c:pt>
                <c:pt idx="1691">
                  <c:v>75</c:v>
                </c:pt>
                <c:pt idx="1692">
                  <c:v>75</c:v>
                </c:pt>
                <c:pt idx="1693">
                  <c:v>75</c:v>
                </c:pt>
                <c:pt idx="1694">
                  <c:v>75</c:v>
                </c:pt>
                <c:pt idx="1695">
                  <c:v>74</c:v>
                </c:pt>
                <c:pt idx="1696">
                  <c:v>75</c:v>
                </c:pt>
                <c:pt idx="1697">
                  <c:v>75</c:v>
                </c:pt>
                <c:pt idx="1698">
                  <c:v>75</c:v>
                </c:pt>
                <c:pt idx="1699">
                  <c:v>74</c:v>
                </c:pt>
                <c:pt idx="1700">
                  <c:v>73</c:v>
                </c:pt>
                <c:pt idx="1701">
                  <c:v>74</c:v>
                </c:pt>
                <c:pt idx="1702">
                  <c:v>74</c:v>
                </c:pt>
                <c:pt idx="1703">
                  <c:v>74</c:v>
                </c:pt>
                <c:pt idx="1704">
                  <c:v>75</c:v>
                </c:pt>
                <c:pt idx="1705">
                  <c:v>75</c:v>
                </c:pt>
                <c:pt idx="1706">
                  <c:v>76</c:v>
                </c:pt>
                <c:pt idx="1707">
                  <c:v>76</c:v>
                </c:pt>
                <c:pt idx="1708">
                  <c:v>76</c:v>
                </c:pt>
                <c:pt idx="1709">
                  <c:v>76</c:v>
                </c:pt>
                <c:pt idx="1710">
                  <c:v>77</c:v>
                </c:pt>
                <c:pt idx="1711">
                  <c:v>76</c:v>
                </c:pt>
                <c:pt idx="1712">
                  <c:v>76</c:v>
                </c:pt>
                <c:pt idx="1713">
                  <c:v>77</c:v>
                </c:pt>
                <c:pt idx="1714">
                  <c:v>76</c:v>
                </c:pt>
                <c:pt idx="1715">
                  <c:v>75</c:v>
                </c:pt>
                <c:pt idx="1716">
                  <c:v>75</c:v>
                </c:pt>
                <c:pt idx="1717">
                  <c:v>76</c:v>
                </c:pt>
                <c:pt idx="1718">
                  <c:v>74</c:v>
                </c:pt>
                <c:pt idx="1719">
                  <c:v>72</c:v>
                </c:pt>
                <c:pt idx="1720">
                  <c:v>72</c:v>
                </c:pt>
                <c:pt idx="1721">
                  <c:v>73</c:v>
                </c:pt>
                <c:pt idx="1722">
                  <c:v>75</c:v>
                </c:pt>
                <c:pt idx="1723">
                  <c:v>76</c:v>
                </c:pt>
                <c:pt idx="1724">
                  <c:v>77</c:v>
                </c:pt>
                <c:pt idx="1725">
                  <c:v>86</c:v>
                </c:pt>
                <c:pt idx="1726">
                  <c:v>74</c:v>
                </c:pt>
                <c:pt idx="1727">
                  <c:v>75</c:v>
                </c:pt>
                <c:pt idx="1728">
                  <c:v>102</c:v>
                </c:pt>
                <c:pt idx="1729">
                  <c:v>75</c:v>
                </c:pt>
                <c:pt idx="1730">
                  <c:v>77</c:v>
                </c:pt>
                <c:pt idx="1731">
                  <c:v>75</c:v>
                </c:pt>
                <c:pt idx="1732">
                  <c:v>78</c:v>
                </c:pt>
                <c:pt idx="1733">
                  <c:v>78</c:v>
                </c:pt>
                <c:pt idx="1734">
                  <c:v>79</c:v>
                </c:pt>
                <c:pt idx="1735">
                  <c:v>78</c:v>
                </c:pt>
                <c:pt idx="1736">
                  <c:v>77</c:v>
                </c:pt>
                <c:pt idx="1737">
                  <c:v>76</c:v>
                </c:pt>
                <c:pt idx="1738">
                  <c:v>75</c:v>
                </c:pt>
                <c:pt idx="1739">
                  <c:v>72</c:v>
                </c:pt>
                <c:pt idx="1740">
                  <c:v>72</c:v>
                </c:pt>
                <c:pt idx="1741">
                  <c:v>73</c:v>
                </c:pt>
                <c:pt idx="1742">
                  <c:v>73</c:v>
                </c:pt>
                <c:pt idx="1743">
                  <c:v>73</c:v>
                </c:pt>
                <c:pt idx="1744">
                  <c:v>72</c:v>
                </c:pt>
                <c:pt idx="1745">
                  <c:v>72</c:v>
                </c:pt>
                <c:pt idx="1746">
                  <c:v>73</c:v>
                </c:pt>
                <c:pt idx="1747">
                  <c:v>73</c:v>
                </c:pt>
                <c:pt idx="1748">
                  <c:v>75</c:v>
                </c:pt>
                <c:pt idx="1749">
                  <c:v>75</c:v>
                </c:pt>
                <c:pt idx="1750">
                  <c:v>76</c:v>
                </c:pt>
                <c:pt idx="1751">
                  <c:v>75</c:v>
                </c:pt>
                <c:pt idx="1752">
                  <c:v>99</c:v>
                </c:pt>
                <c:pt idx="1753">
                  <c:v>76</c:v>
                </c:pt>
                <c:pt idx="1754">
                  <c:v>76</c:v>
                </c:pt>
                <c:pt idx="1755">
                  <c:v>78</c:v>
                </c:pt>
                <c:pt idx="1756">
                  <c:v>85</c:v>
                </c:pt>
                <c:pt idx="1757">
                  <c:v>76</c:v>
                </c:pt>
                <c:pt idx="1758">
                  <c:v>75</c:v>
                </c:pt>
                <c:pt idx="1759">
                  <c:v>76</c:v>
                </c:pt>
                <c:pt idx="1760">
                  <c:v>78</c:v>
                </c:pt>
                <c:pt idx="1761">
                  <c:v>77</c:v>
                </c:pt>
                <c:pt idx="1762">
                  <c:v>75</c:v>
                </c:pt>
                <c:pt idx="1763">
                  <c:v>75</c:v>
                </c:pt>
                <c:pt idx="1764">
                  <c:v>76</c:v>
                </c:pt>
                <c:pt idx="1765">
                  <c:v>77</c:v>
                </c:pt>
                <c:pt idx="1766">
                  <c:v>78</c:v>
                </c:pt>
                <c:pt idx="1767">
                  <c:v>79</c:v>
                </c:pt>
                <c:pt idx="1768">
                  <c:v>79</c:v>
                </c:pt>
                <c:pt idx="1769">
                  <c:v>80</c:v>
                </c:pt>
                <c:pt idx="1770">
                  <c:v>80</c:v>
                </c:pt>
                <c:pt idx="1771">
                  <c:v>96</c:v>
                </c:pt>
                <c:pt idx="1772">
                  <c:v>94</c:v>
                </c:pt>
                <c:pt idx="1773">
                  <c:v>131</c:v>
                </c:pt>
                <c:pt idx="1774">
                  <c:v>80</c:v>
                </c:pt>
                <c:pt idx="1775">
                  <c:v>89</c:v>
                </c:pt>
                <c:pt idx="1776">
                  <c:v>87</c:v>
                </c:pt>
                <c:pt idx="1777">
                  <c:v>103</c:v>
                </c:pt>
                <c:pt idx="1778">
                  <c:v>77</c:v>
                </c:pt>
                <c:pt idx="1779">
                  <c:v>77</c:v>
                </c:pt>
                <c:pt idx="1780">
                  <c:v>76</c:v>
                </c:pt>
                <c:pt idx="1781">
                  <c:v>75</c:v>
                </c:pt>
                <c:pt idx="1782">
                  <c:v>76</c:v>
                </c:pt>
                <c:pt idx="1783">
                  <c:v>78</c:v>
                </c:pt>
                <c:pt idx="1784">
                  <c:v>77</c:v>
                </c:pt>
                <c:pt idx="1785">
                  <c:v>78</c:v>
                </c:pt>
                <c:pt idx="1786">
                  <c:v>76</c:v>
                </c:pt>
                <c:pt idx="1787">
                  <c:v>75</c:v>
                </c:pt>
                <c:pt idx="1788">
                  <c:v>75</c:v>
                </c:pt>
                <c:pt idx="1789">
                  <c:v>73</c:v>
                </c:pt>
                <c:pt idx="1790">
                  <c:v>74</c:v>
                </c:pt>
                <c:pt idx="1791">
                  <c:v>74</c:v>
                </c:pt>
                <c:pt idx="1792">
                  <c:v>75</c:v>
                </c:pt>
                <c:pt idx="1793">
                  <c:v>75</c:v>
                </c:pt>
                <c:pt idx="1794">
                  <c:v>75</c:v>
                </c:pt>
                <c:pt idx="1795">
                  <c:v>75</c:v>
                </c:pt>
                <c:pt idx="1796">
                  <c:v>75</c:v>
                </c:pt>
                <c:pt idx="1797">
                  <c:v>90</c:v>
                </c:pt>
                <c:pt idx="1798">
                  <c:v>86</c:v>
                </c:pt>
                <c:pt idx="1799">
                  <c:v>78</c:v>
                </c:pt>
                <c:pt idx="1800">
                  <c:v>89</c:v>
                </c:pt>
                <c:pt idx="1801">
                  <c:v>76</c:v>
                </c:pt>
                <c:pt idx="1802">
                  <c:v>76</c:v>
                </c:pt>
                <c:pt idx="1803">
                  <c:v>74</c:v>
                </c:pt>
                <c:pt idx="1804">
                  <c:v>74</c:v>
                </c:pt>
                <c:pt idx="1805">
                  <c:v>72</c:v>
                </c:pt>
                <c:pt idx="1806">
                  <c:v>72</c:v>
                </c:pt>
                <c:pt idx="1807">
                  <c:v>72</c:v>
                </c:pt>
                <c:pt idx="1808">
                  <c:v>71</c:v>
                </c:pt>
                <c:pt idx="1809">
                  <c:v>74</c:v>
                </c:pt>
                <c:pt idx="1810">
                  <c:v>75</c:v>
                </c:pt>
                <c:pt idx="1811">
                  <c:v>75</c:v>
                </c:pt>
                <c:pt idx="1812">
                  <c:v>76</c:v>
                </c:pt>
                <c:pt idx="1813">
                  <c:v>76</c:v>
                </c:pt>
                <c:pt idx="1814">
                  <c:v>79</c:v>
                </c:pt>
                <c:pt idx="1815">
                  <c:v>78</c:v>
                </c:pt>
                <c:pt idx="1816">
                  <c:v>77</c:v>
                </c:pt>
                <c:pt idx="1817">
                  <c:v>77</c:v>
                </c:pt>
                <c:pt idx="1818">
                  <c:v>109</c:v>
                </c:pt>
                <c:pt idx="1819">
                  <c:v>87</c:v>
                </c:pt>
                <c:pt idx="1820">
                  <c:v>77</c:v>
                </c:pt>
                <c:pt idx="1821">
                  <c:v>77</c:v>
                </c:pt>
                <c:pt idx="1822">
                  <c:v>77</c:v>
                </c:pt>
                <c:pt idx="1823">
                  <c:v>77</c:v>
                </c:pt>
                <c:pt idx="1824">
                  <c:v>79</c:v>
                </c:pt>
                <c:pt idx="1825">
                  <c:v>88</c:v>
                </c:pt>
                <c:pt idx="1826">
                  <c:v>77</c:v>
                </c:pt>
                <c:pt idx="1827">
                  <c:v>86</c:v>
                </c:pt>
                <c:pt idx="1828">
                  <c:v>77</c:v>
                </c:pt>
                <c:pt idx="1829">
                  <c:v>76</c:v>
                </c:pt>
                <c:pt idx="1830">
                  <c:v>77</c:v>
                </c:pt>
                <c:pt idx="1831">
                  <c:v>78</c:v>
                </c:pt>
                <c:pt idx="1832">
                  <c:v>77</c:v>
                </c:pt>
                <c:pt idx="1833">
                  <c:v>78</c:v>
                </c:pt>
                <c:pt idx="1834">
                  <c:v>76</c:v>
                </c:pt>
                <c:pt idx="1835">
                  <c:v>75</c:v>
                </c:pt>
                <c:pt idx="1836">
                  <c:v>74</c:v>
                </c:pt>
                <c:pt idx="1837">
                  <c:v>77</c:v>
                </c:pt>
                <c:pt idx="1838">
                  <c:v>78</c:v>
                </c:pt>
                <c:pt idx="1839">
                  <c:v>79</c:v>
                </c:pt>
                <c:pt idx="1840">
                  <c:v>78</c:v>
                </c:pt>
                <c:pt idx="1841">
                  <c:v>77</c:v>
                </c:pt>
                <c:pt idx="1842">
                  <c:v>78</c:v>
                </c:pt>
                <c:pt idx="1843">
                  <c:v>76</c:v>
                </c:pt>
                <c:pt idx="1844">
                  <c:v>76</c:v>
                </c:pt>
                <c:pt idx="1845">
                  <c:v>77</c:v>
                </c:pt>
                <c:pt idx="1846">
                  <c:v>75</c:v>
                </c:pt>
                <c:pt idx="1847">
                  <c:v>76</c:v>
                </c:pt>
                <c:pt idx="1848">
                  <c:v>75</c:v>
                </c:pt>
                <c:pt idx="1849">
                  <c:v>75</c:v>
                </c:pt>
                <c:pt idx="1850">
                  <c:v>77</c:v>
                </c:pt>
                <c:pt idx="1851">
                  <c:v>75</c:v>
                </c:pt>
                <c:pt idx="1852">
                  <c:v>77</c:v>
                </c:pt>
                <c:pt idx="1853">
                  <c:v>76</c:v>
                </c:pt>
                <c:pt idx="1854">
                  <c:v>75</c:v>
                </c:pt>
                <c:pt idx="1855">
                  <c:v>75</c:v>
                </c:pt>
                <c:pt idx="1856">
                  <c:v>75</c:v>
                </c:pt>
                <c:pt idx="1857">
                  <c:v>75</c:v>
                </c:pt>
                <c:pt idx="1858">
                  <c:v>76</c:v>
                </c:pt>
                <c:pt idx="1859">
                  <c:v>78</c:v>
                </c:pt>
                <c:pt idx="1860">
                  <c:v>75</c:v>
                </c:pt>
                <c:pt idx="1861">
                  <c:v>74</c:v>
                </c:pt>
                <c:pt idx="1862">
                  <c:v>74</c:v>
                </c:pt>
                <c:pt idx="1863">
                  <c:v>75</c:v>
                </c:pt>
                <c:pt idx="1864">
                  <c:v>75</c:v>
                </c:pt>
                <c:pt idx="1865">
                  <c:v>76</c:v>
                </c:pt>
                <c:pt idx="1866">
                  <c:v>76</c:v>
                </c:pt>
                <c:pt idx="1867">
                  <c:v>88</c:v>
                </c:pt>
                <c:pt idx="1868">
                  <c:v>77</c:v>
                </c:pt>
                <c:pt idx="1869">
                  <c:v>79</c:v>
                </c:pt>
                <c:pt idx="1870">
                  <c:v>80</c:v>
                </c:pt>
                <c:pt idx="1871">
                  <c:v>93</c:v>
                </c:pt>
                <c:pt idx="1872">
                  <c:v>79</c:v>
                </c:pt>
                <c:pt idx="1873">
                  <c:v>89</c:v>
                </c:pt>
                <c:pt idx="1874">
                  <c:v>80</c:v>
                </c:pt>
                <c:pt idx="1875">
                  <c:v>79</c:v>
                </c:pt>
                <c:pt idx="1876">
                  <c:v>78</c:v>
                </c:pt>
                <c:pt idx="1877">
                  <c:v>77</c:v>
                </c:pt>
                <c:pt idx="1878">
                  <c:v>76</c:v>
                </c:pt>
                <c:pt idx="1879">
                  <c:v>76</c:v>
                </c:pt>
                <c:pt idx="1880">
                  <c:v>77</c:v>
                </c:pt>
                <c:pt idx="1881">
                  <c:v>76</c:v>
                </c:pt>
                <c:pt idx="1882">
                  <c:v>76</c:v>
                </c:pt>
                <c:pt idx="1883">
                  <c:v>80</c:v>
                </c:pt>
                <c:pt idx="1884">
                  <c:v>76</c:v>
                </c:pt>
                <c:pt idx="1885">
                  <c:v>75</c:v>
                </c:pt>
                <c:pt idx="1886">
                  <c:v>76</c:v>
                </c:pt>
                <c:pt idx="1887">
                  <c:v>75</c:v>
                </c:pt>
                <c:pt idx="1888">
                  <c:v>87</c:v>
                </c:pt>
                <c:pt idx="1889">
                  <c:v>76</c:v>
                </c:pt>
                <c:pt idx="1890">
                  <c:v>76</c:v>
                </c:pt>
                <c:pt idx="1891">
                  <c:v>75</c:v>
                </c:pt>
                <c:pt idx="1892">
                  <c:v>75</c:v>
                </c:pt>
                <c:pt idx="1893">
                  <c:v>86</c:v>
                </c:pt>
                <c:pt idx="1894">
                  <c:v>76</c:v>
                </c:pt>
                <c:pt idx="1895">
                  <c:v>80</c:v>
                </c:pt>
                <c:pt idx="1896">
                  <c:v>87</c:v>
                </c:pt>
                <c:pt idx="1897">
                  <c:v>89</c:v>
                </c:pt>
                <c:pt idx="1898">
                  <c:v>103</c:v>
                </c:pt>
                <c:pt idx="1899">
                  <c:v>79</c:v>
                </c:pt>
                <c:pt idx="1900">
                  <c:v>79</c:v>
                </c:pt>
                <c:pt idx="1901">
                  <c:v>79</c:v>
                </c:pt>
                <c:pt idx="1902">
                  <c:v>79</c:v>
                </c:pt>
                <c:pt idx="1903">
                  <c:v>79</c:v>
                </c:pt>
                <c:pt idx="1904">
                  <c:v>76</c:v>
                </c:pt>
                <c:pt idx="1905">
                  <c:v>76</c:v>
                </c:pt>
                <c:pt idx="1906">
                  <c:v>79</c:v>
                </c:pt>
                <c:pt idx="1907">
                  <c:v>91</c:v>
                </c:pt>
                <c:pt idx="1908">
                  <c:v>93</c:v>
                </c:pt>
                <c:pt idx="1909">
                  <c:v>102</c:v>
                </c:pt>
                <c:pt idx="1910">
                  <c:v>77</c:v>
                </c:pt>
                <c:pt idx="1911">
                  <c:v>77</c:v>
                </c:pt>
                <c:pt idx="1912">
                  <c:v>74</c:v>
                </c:pt>
                <c:pt idx="1913">
                  <c:v>71</c:v>
                </c:pt>
                <c:pt idx="1914">
                  <c:v>70</c:v>
                </c:pt>
                <c:pt idx="1915">
                  <c:v>72</c:v>
                </c:pt>
                <c:pt idx="1916">
                  <c:v>70</c:v>
                </c:pt>
                <c:pt idx="1917">
                  <c:v>70</c:v>
                </c:pt>
                <c:pt idx="1918">
                  <c:v>71</c:v>
                </c:pt>
                <c:pt idx="1919">
                  <c:v>70</c:v>
                </c:pt>
                <c:pt idx="1920">
                  <c:v>68</c:v>
                </c:pt>
                <c:pt idx="1921">
                  <c:v>70</c:v>
                </c:pt>
                <c:pt idx="1922">
                  <c:v>71</c:v>
                </c:pt>
                <c:pt idx="1923">
                  <c:v>74</c:v>
                </c:pt>
                <c:pt idx="1924">
                  <c:v>75</c:v>
                </c:pt>
                <c:pt idx="1925">
                  <c:v>80</c:v>
                </c:pt>
                <c:pt idx="1926">
                  <c:v>105</c:v>
                </c:pt>
                <c:pt idx="1927">
                  <c:v>79</c:v>
                </c:pt>
                <c:pt idx="1928">
                  <c:v>80</c:v>
                </c:pt>
                <c:pt idx="1929">
                  <c:v>85</c:v>
                </c:pt>
                <c:pt idx="1930">
                  <c:v>83</c:v>
                </c:pt>
                <c:pt idx="1931">
                  <c:v>96</c:v>
                </c:pt>
                <c:pt idx="1932">
                  <c:v>91</c:v>
                </c:pt>
                <c:pt idx="1933">
                  <c:v>80</c:v>
                </c:pt>
                <c:pt idx="1934">
                  <c:v>93</c:v>
                </c:pt>
                <c:pt idx="1935">
                  <c:v>109</c:v>
                </c:pt>
                <c:pt idx="1936">
                  <c:v>80</c:v>
                </c:pt>
                <c:pt idx="1937">
                  <c:v>78</c:v>
                </c:pt>
                <c:pt idx="1938">
                  <c:v>79</c:v>
                </c:pt>
                <c:pt idx="1939">
                  <c:v>76</c:v>
                </c:pt>
                <c:pt idx="1940">
                  <c:v>73</c:v>
                </c:pt>
                <c:pt idx="1941">
                  <c:v>72</c:v>
                </c:pt>
                <c:pt idx="1942">
                  <c:v>72</c:v>
                </c:pt>
                <c:pt idx="1943">
                  <c:v>70</c:v>
                </c:pt>
                <c:pt idx="1944">
                  <c:v>68</c:v>
                </c:pt>
                <c:pt idx="1945">
                  <c:v>69</c:v>
                </c:pt>
                <c:pt idx="1946">
                  <c:v>68</c:v>
                </c:pt>
                <c:pt idx="1947">
                  <c:v>69</c:v>
                </c:pt>
                <c:pt idx="1948">
                  <c:v>70</c:v>
                </c:pt>
                <c:pt idx="1949">
                  <c:v>70</c:v>
                </c:pt>
                <c:pt idx="1950">
                  <c:v>71</c:v>
                </c:pt>
                <c:pt idx="1951">
                  <c:v>70</c:v>
                </c:pt>
                <c:pt idx="1952">
                  <c:v>72</c:v>
                </c:pt>
                <c:pt idx="1953">
                  <c:v>71</c:v>
                </c:pt>
                <c:pt idx="1954">
                  <c:v>72</c:v>
                </c:pt>
                <c:pt idx="1955">
                  <c:v>70</c:v>
                </c:pt>
                <c:pt idx="1956">
                  <c:v>69</c:v>
                </c:pt>
                <c:pt idx="1957">
                  <c:v>69</c:v>
                </c:pt>
                <c:pt idx="1958">
                  <c:v>70</c:v>
                </c:pt>
                <c:pt idx="1959">
                  <c:v>70</c:v>
                </c:pt>
                <c:pt idx="1960">
                  <c:v>71</c:v>
                </c:pt>
                <c:pt idx="1961">
                  <c:v>72</c:v>
                </c:pt>
                <c:pt idx="1962">
                  <c:v>74</c:v>
                </c:pt>
                <c:pt idx="1963">
                  <c:v>70</c:v>
                </c:pt>
                <c:pt idx="1964">
                  <c:v>72</c:v>
                </c:pt>
                <c:pt idx="1965">
                  <c:v>72</c:v>
                </c:pt>
                <c:pt idx="1966">
                  <c:v>71</c:v>
                </c:pt>
                <c:pt idx="1967">
                  <c:v>74</c:v>
                </c:pt>
                <c:pt idx="1968">
                  <c:v>81</c:v>
                </c:pt>
                <c:pt idx="1969">
                  <c:v>84</c:v>
                </c:pt>
                <c:pt idx="1970">
                  <c:v>75</c:v>
                </c:pt>
                <c:pt idx="1971">
                  <c:v>78</c:v>
                </c:pt>
                <c:pt idx="1972">
                  <c:v>96</c:v>
                </c:pt>
                <c:pt idx="1973">
                  <c:v>102</c:v>
                </c:pt>
                <c:pt idx="1974">
                  <c:v>88</c:v>
                </c:pt>
                <c:pt idx="1975">
                  <c:v>106</c:v>
                </c:pt>
                <c:pt idx="1976">
                  <c:v>86</c:v>
                </c:pt>
                <c:pt idx="1977">
                  <c:v>75</c:v>
                </c:pt>
                <c:pt idx="1978">
                  <c:v>80</c:v>
                </c:pt>
                <c:pt idx="1979">
                  <c:v>83</c:v>
                </c:pt>
                <c:pt idx="1980">
                  <c:v>81</c:v>
                </c:pt>
                <c:pt idx="1981">
                  <c:v>81</c:v>
                </c:pt>
                <c:pt idx="1982">
                  <c:v>80</c:v>
                </c:pt>
                <c:pt idx="1983">
                  <c:v>89</c:v>
                </c:pt>
                <c:pt idx="1984">
                  <c:v>77</c:v>
                </c:pt>
                <c:pt idx="1985">
                  <c:v>90</c:v>
                </c:pt>
                <c:pt idx="1986">
                  <c:v>105</c:v>
                </c:pt>
                <c:pt idx="1987">
                  <c:v>81</c:v>
                </c:pt>
                <c:pt idx="1988">
                  <c:v>81</c:v>
                </c:pt>
                <c:pt idx="1989">
                  <c:v>85</c:v>
                </c:pt>
                <c:pt idx="1990">
                  <c:v>85</c:v>
                </c:pt>
                <c:pt idx="1991">
                  <c:v>80</c:v>
                </c:pt>
                <c:pt idx="1992">
                  <c:v>146</c:v>
                </c:pt>
                <c:pt idx="1993">
                  <c:v>87</c:v>
                </c:pt>
                <c:pt idx="1994">
                  <c:v>105</c:v>
                </c:pt>
                <c:pt idx="1995">
                  <c:v>81</c:v>
                </c:pt>
                <c:pt idx="1996">
                  <c:v>77</c:v>
                </c:pt>
                <c:pt idx="1997">
                  <c:v>79</c:v>
                </c:pt>
                <c:pt idx="1998">
                  <c:v>78</c:v>
                </c:pt>
                <c:pt idx="1999">
                  <c:v>82</c:v>
                </c:pt>
                <c:pt idx="2000">
                  <c:v>84</c:v>
                </c:pt>
                <c:pt idx="2001">
                  <c:v>88</c:v>
                </c:pt>
                <c:pt idx="2002">
                  <c:v>84</c:v>
                </c:pt>
                <c:pt idx="2003">
                  <c:v>80</c:v>
                </c:pt>
                <c:pt idx="2004">
                  <c:v>80</c:v>
                </c:pt>
                <c:pt idx="2005">
                  <c:v>80</c:v>
                </c:pt>
                <c:pt idx="2006">
                  <c:v>109</c:v>
                </c:pt>
                <c:pt idx="2007">
                  <c:v>90</c:v>
                </c:pt>
                <c:pt idx="2008">
                  <c:v>108</c:v>
                </c:pt>
                <c:pt idx="2009">
                  <c:v>109</c:v>
                </c:pt>
                <c:pt idx="2010">
                  <c:v>87</c:v>
                </c:pt>
                <c:pt idx="2011">
                  <c:v>83</c:v>
                </c:pt>
                <c:pt idx="2012">
                  <c:v>83</c:v>
                </c:pt>
                <c:pt idx="2013">
                  <c:v>85</c:v>
                </c:pt>
                <c:pt idx="2014">
                  <c:v>80</c:v>
                </c:pt>
                <c:pt idx="2015">
                  <c:v>108</c:v>
                </c:pt>
                <c:pt idx="2016">
                  <c:v>102</c:v>
                </c:pt>
                <c:pt idx="2017">
                  <c:v>82</c:v>
                </c:pt>
                <c:pt idx="2018">
                  <c:v>87</c:v>
                </c:pt>
                <c:pt idx="2019">
                  <c:v>81</c:v>
                </c:pt>
                <c:pt idx="2020">
                  <c:v>87</c:v>
                </c:pt>
                <c:pt idx="2021">
                  <c:v>85</c:v>
                </c:pt>
                <c:pt idx="2022">
                  <c:v>85</c:v>
                </c:pt>
                <c:pt idx="2023">
                  <c:v>96</c:v>
                </c:pt>
                <c:pt idx="2024">
                  <c:v>103</c:v>
                </c:pt>
                <c:pt idx="2025">
                  <c:v>81</c:v>
                </c:pt>
                <c:pt idx="2026">
                  <c:v>81</c:v>
                </c:pt>
                <c:pt idx="2027">
                  <c:v>100</c:v>
                </c:pt>
                <c:pt idx="2028">
                  <c:v>116</c:v>
                </c:pt>
                <c:pt idx="2029">
                  <c:v>86</c:v>
                </c:pt>
                <c:pt idx="2030">
                  <c:v>89</c:v>
                </c:pt>
                <c:pt idx="2031">
                  <c:v>85</c:v>
                </c:pt>
                <c:pt idx="2032">
                  <c:v>89</c:v>
                </c:pt>
                <c:pt idx="2033">
                  <c:v>93</c:v>
                </c:pt>
                <c:pt idx="2034">
                  <c:v>93</c:v>
                </c:pt>
                <c:pt idx="2035">
                  <c:v>86</c:v>
                </c:pt>
                <c:pt idx="2036">
                  <c:v>84</c:v>
                </c:pt>
                <c:pt idx="2037">
                  <c:v>85</c:v>
                </c:pt>
                <c:pt idx="2038">
                  <c:v>85</c:v>
                </c:pt>
                <c:pt idx="2039">
                  <c:v>86</c:v>
                </c:pt>
                <c:pt idx="2040">
                  <c:v>88</c:v>
                </c:pt>
                <c:pt idx="2041">
                  <c:v>136</c:v>
                </c:pt>
                <c:pt idx="2042">
                  <c:v>89</c:v>
                </c:pt>
                <c:pt idx="2043">
                  <c:v>86</c:v>
                </c:pt>
                <c:pt idx="2044">
                  <c:v>86</c:v>
                </c:pt>
                <c:pt idx="2045">
                  <c:v>88</c:v>
                </c:pt>
                <c:pt idx="2046">
                  <c:v>94</c:v>
                </c:pt>
                <c:pt idx="2047">
                  <c:v>103</c:v>
                </c:pt>
                <c:pt idx="2048">
                  <c:v>90</c:v>
                </c:pt>
                <c:pt idx="2049">
                  <c:v>126</c:v>
                </c:pt>
                <c:pt idx="2050">
                  <c:v>85</c:v>
                </c:pt>
                <c:pt idx="2051">
                  <c:v>94</c:v>
                </c:pt>
                <c:pt idx="2052">
                  <c:v>88</c:v>
                </c:pt>
                <c:pt idx="2053">
                  <c:v>89</c:v>
                </c:pt>
                <c:pt idx="2054">
                  <c:v>114</c:v>
                </c:pt>
                <c:pt idx="2055">
                  <c:v>83</c:v>
                </c:pt>
                <c:pt idx="2056">
                  <c:v>86</c:v>
                </c:pt>
                <c:pt idx="2057">
                  <c:v>80</c:v>
                </c:pt>
                <c:pt idx="2058">
                  <c:v>80</c:v>
                </c:pt>
                <c:pt idx="2059">
                  <c:v>81</c:v>
                </c:pt>
                <c:pt idx="2060">
                  <c:v>79</c:v>
                </c:pt>
                <c:pt idx="2061">
                  <c:v>83</c:v>
                </c:pt>
                <c:pt idx="2062">
                  <c:v>81</c:v>
                </c:pt>
                <c:pt idx="2063">
                  <c:v>79</c:v>
                </c:pt>
                <c:pt idx="2064">
                  <c:v>80</c:v>
                </c:pt>
                <c:pt idx="2065">
                  <c:v>84</c:v>
                </c:pt>
                <c:pt idx="2066">
                  <c:v>84</c:v>
                </c:pt>
                <c:pt idx="2067">
                  <c:v>91</c:v>
                </c:pt>
                <c:pt idx="2068">
                  <c:v>82</c:v>
                </c:pt>
                <c:pt idx="2069">
                  <c:v>82</c:v>
                </c:pt>
                <c:pt idx="2070">
                  <c:v>84</c:v>
                </c:pt>
                <c:pt idx="2071">
                  <c:v>108</c:v>
                </c:pt>
                <c:pt idx="2072">
                  <c:v>95</c:v>
                </c:pt>
                <c:pt idx="2073">
                  <c:v>80</c:v>
                </c:pt>
                <c:pt idx="2074">
                  <c:v>81</c:v>
                </c:pt>
                <c:pt idx="2075">
                  <c:v>80</c:v>
                </c:pt>
                <c:pt idx="2076">
                  <c:v>85</c:v>
                </c:pt>
                <c:pt idx="2077">
                  <c:v>80</c:v>
                </c:pt>
                <c:pt idx="2078">
                  <c:v>81</c:v>
                </c:pt>
                <c:pt idx="2079">
                  <c:v>76</c:v>
                </c:pt>
                <c:pt idx="2080">
                  <c:v>79</c:v>
                </c:pt>
                <c:pt idx="2081">
                  <c:v>79</c:v>
                </c:pt>
                <c:pt idx="2082">
                  <c:v>73</c:v>
                </c:pt>
                <c:pt idx="2083">
                  <c:v>75</c:v>
                </c:pt>
                <c:pt idx="2084">
                  <c:v>74</c:v>
                </c:pt>
                <c:pt idx="2085">
                  <c:v>75</c:v>
                </c:pt>
                <c:pt idx="2086">
                  <c:v>74</c:v>
                </c:pt>
                <c:pt idx="2087">
                  <c:v>73</c:v>
                </c:pt>
                <c:pt idx="2088">
                  <c:v>73</c:v>
                </c:pt>
                <c:pt idx="2089">
                  <c:v>73</c:v>
                </c:pt>
                <c:pt idx="2090">
                  <c:v>73</c:v>
                </c:pt>
                <c:pt idx="2091">
                  <c:v>74</c:v>
                </c:pt>
                <c:pt idx="2092">
                  <c:v>74</c:v>
                </c:pt>
                <c:pt idx="2093">
                  <c:v>87</c:v>
                </c:pt>
                <c:pt idx="2094">
                  <c:v>105</c:v>
                </c:pt>
                <c:pt idx="2095">
                  <c:v>118</c:v>
                </c:pt>
                <c:pt idx="2096">
                  <c:v>74</c:v>
                </c:pt>
                <c:pt idx="2097">
                  <c:v>76</c:v>
                </c:pt>
                <c:pt idx="2098">
                  <c:v>78</c:v>
                </c:pt>
                <c:pt idx="2099">
                  <c:v>75</c:v>
                </c:pt>
                <c:pt idx="2100">
                  <c:v>87</c:v>
                </c:pt>
                <c:pt idx="2101">
                  <c:v>131</c:v>
                </c:pt>
                <c:pt idx="2102">
                  <c:v>106</c:v>
                </c:pt>
                <c:pt idx="2103">
                  <c:v>78</c:v>
                </c:pt>
                <c:pt idx="2104">
                  <c:v>86</c:v>
                </c:pt>
                <c:pt idx="2105">
                  <c:v>156</c:v>
                </c:pt>
                <c:pt idx="2106">
                  <c:v>96</c:v>
                </c:pt>
                <c:pt idx="2107">
                  <c:v>90</c:v>
                </c:pt>
                <c:pt idx="2108">
                  <c:v>81</c:v>
                </c:pt>
                <c:pt idx="2109">
                  <c:v>80</c:v>
                </c:pt>
                <c:pt idx="2110">
                  <c:v>116</c:v>
                </c:pt>
                <c:pt idx="2111">
                  <c:v>100</c:v>
                </c:pt>
                <c:pt idx="2112">
                  <c:v>114</c:v>
                </c:pt>
                <c:pt idx="2113">
                  <c:v>84</c:v>
                </c:pt>
                <c:pt idx="2114">
                  <c:v>87</c:v>
                </c:pt>
                <c:pt idx="2115">
                  <c:v>89</c:v>
                </c:pt>
                <c:pt idx="2116">
                  <c:v>113</c:v>
                </c:pt>
                <c:pt idx="2117">
                  <c:v>116</c:v>
                </c:pt>
                <c:pt idx="2118">
                  <c:v>98</c:v>
                </c:pt>
                <c:pt idx="2119">
                  <c:v>95</c:v>
                </c:pt>
                <c:pt idx="2120">
                  <c:v>94</c:v>
                </c:pt>
                <c:pt idx="2121">
                  <c:v>82</c:v>
                </c:pt>
                <c:pt idx="2122">
                  <c:v>83</c:v>
                </c:pt>
                <c:pt idx="2123">
                  <c:v>90</c:v>
                </c:pt>
                <c:pt idx="2124">
                  <c:v>84</c:v>
                </c:pt>
                <c:pt idx="2125">
                  <c:v>114</c:v>
                </c:pt>
                <c:pt idx="2126">
                  <c:v>83</c:v>
                </c:pt>
                <c:pt idx="2127">
                  <c:v>86</c:v>
                </c:pt>
                <c:pt idx="2128">
                  <c:v>87</c:v>
                </c:pt>
                <c:pt idx="2129">
                  <c:v>87</c:v>
                </c:pt>
                <c:pt idx="2130">
                  <c:v>103</c:v>
                </c:pt>
                <c:pt idx="2131">
                  <c:v>90</c:v>
                </c:pt>
                <c:pt idx="2132">
                  <c:v>88</c:v>
                </c:pt>
                <c:pt idx="2133">
                  <c:v>88</c:v>
                </c:pt>
                <c:pt idx="2134">
                  <c:v>88</c:v>
                </c:pt>
                <c:pt idx="2135">
                  <c:v>94</c:v>
                </c:pt>
                <c:pt idx="2136">
                  <c:v>94</c:v>
                </c:pt>
                <c:pt idx="2137">
                  <c:v>88</c:v>
                </c:pt>
                <c:pt idx="2138">
                  <c:v>89</c:v>
                </c:pt>
                <c:pt idx="2139">
                  <c:v>90</c:v>
                </c:pt>
                <c:pt idx="2140">
                  <c:v>89</c:v>
                </c:pt>
                <c:pt idx="2141">
                  <c:v>90</c:v>
                </c:pt>
                <c:pt idx="2142">
                  <c:v>85</c:v>
                </c:pt>
                <c:pt idx="2143">
                  <c:v>89</c:v>
                </c:pt>
                <c:pt idx="2144">
                  <c:v>100</c:v>
                </c:pt>
                <c:pt idx="2145">
                  <c:v>85</c:v>
                </c:pt>
                <c:pt idx="2146">
                  <c:v>87</c:v>
                </c:pt>
                <c:pt idx="2147">
                  <c:v>93</c:v>
                </c:pt>
                <c:pt idx="2148">
                  <c:v>88</c:v>
                </c:pt>
                <c:pt idx="2149">
                  <c:v>89</c:v>
                </c:pt>
                <c:pt idx="2150">
                  <c:v>86</c:v>
                </c:pt>
                <c:pt idx="2151">
                  <c:v>88</c:v>
                </c:pt>
                <c:pt idx="2152">
                  <c:v>93</c:v>
                </c:pt>
                <c:pt idx="2153">
                  <c:v>109</c:v>
                </c:pt>
                <c:pt idx="2154">
                  <c:v>87</c:v>
                </c:pt>
                <c:pt idx="2155">
                  <c:v>85</c:v>
                </c:pt>
                <c:pt idx="2156">
                  <c:v>88</c:v>
                </c:pt>
                <c:pt idx="2157">
                  <c:v>83</c:v>
                </c:pt>
                <c:pt idx="2158">
                  <c:v>82</c:v>
                </c:pt>
                <c:pt idx="2159">
                  <c:v>80</c:v>
                </c:pt>
                <c:pt idx="2160">
                  <c:v>82</c:v>
                </c:pt>
                <c:pt idx="2161">
                  <c:v>88</c:v>
                </c:pt>
                <c:pt idx="2162">
                  <c:v>88</c:v>
                </c:pt>
                <c:pt idx="2163">
                  <c:v>89</c:v>
                </c:pt>
                <c:pt idx="2164">
                  <c:v>85</c:v>
                </c:pt>
                <c:pt idx="2165">
                  <c:v>86</c:v>
                </c:pt>
                <c:pt idx="2166">
                  <c:v>85</c:v>
                </c:pt>
                <c:pt idx="2167">
                  <c:v>86</c:v>
                </c:pt>
                <c:pt idx="2168">
                  <c:v>86</c:v>
                </c:pt>
                <c:pt idx="2169">
                  <c:v>93</c:v>
                </c:pt>
                <c:pt idx="2170">
                  <c:v>80</c:v>
                </c:pt>
                <c:pt idx="2171">
                  <c:v>81</c:v>
                </c:pt>
                <c:pt idx="2172">
                  <c:v>80</c:v>
                </c:pt>
                <c:pt idx="2173">
                  <c:v>109</c:v>
                </c:pt>
                <c:pt idx="2174">
                  <c:v>96</c:v>
                </c:pt>
                <c:pt idx="2175">
                  <c:v>91</c:v>
                </c:pt>
                <c:pt idx="2176">
                  <c:v>86</c:v>
                </c:pt>
                <c:pt idx="2177">
                  <c:v>114</c:v>
                </c:pt>
                <c:pt idx="2178">
                  <c:v>87</c:v>
                </c:pt>
                <c:pt idx="2179">
                  <c:v>86</c:v>
                </c:pt>
                <c:pt idx="2180">
                  <c:v>96</c:v>
                </c:pt>
                <c:pt idx="2181">
                  <c:v>80</c:v>
                </c:pt>
                <c:pt idx="2182">
                  <c:v>80</c:v>
                </c:pt>
                <c:pt idx="2183">
                  <c:v>79</c:v>
                </c:pt>
                <c:pt idx="2184">
                  <c:v>83</c:v>
                </c:pt>
                <c:pt idx="2185">
                  <c:v>83</c:v>
                </c:pt>
                <c:pt idx="2186">
                  <c:v>82</c:v>
                </c:pt>
                <c:pt idx="2187">
                  <c:v>84</c:v>
                </c:pt>
                <c:pt idx="2188">
                  <c:v>80</c:v>
                </c:pt>
                <c:pt idx="2189">
                  <c:v>93</c:v>
                </c:pt>
                <c:pt idx="2190">
                  <c:v>79</c:v>
                </c:pt>
                <c:pt idx="2191">
                  <c:v>93</c:v>
                </c:pt>
                <c:pt idx="2192">
                  <c:v>80</c:v>
                </c:pt>
                <c:pt idx="2193">
                  <c:v>79</c:v>
                </c:pt>
                <c:pt idx="2194">
                  <c:v>80</c:v>
                </c:pt>
                <c:pt idx="2195">
                  <c:v>80</c:v>
                </c:pt>
                <c:pt idx="2196">
                  <c:v>79</c:v>
                </c:pt>
                <c:pt idx="2197">
                  <c:v>78</c:v>
                </c:pt>
                <c:pt idx="2198">
                  <c:v>76</c:v>
                </c:pt>
                <c:pt idx="2199">
                  <c:v>77</c:v>
                </c:pt>
                <c:pt idx="2200">
                  <c:v>75</c:v>
                </c:pt>
                <c:pt idx="2201">
                  <c:v>74</c:v>
                </c:pt>
                <c:pt idx="2202">
                  <c:v>75</c:v>
                </c:pt>
                <c:pt idx="2203">
                  <c:v>74</c:v>
                </c:pt>
                <c:pt idx="2204">
                  <c:v>74</c:v>
                </c:pt>
                <c:pt idx="2205">
                  <c:v>74</c:v>
                </c:pt>
                <c:pt idx="2206">
                  <c:v>75</c:v>
                </c:pt>
                <c:pt idx="2207">
                  <c:v>75</c:v>
                </c:pt>
                <c:pt idx="2208">
                  <c:v>75</c:v>
                </c:pt>
                <c:pt idx="2209">
                  <c:v>73</c:v>
                </c:pt>
                <c:pt idx="2210">
                  <c:v>70</c:v>
                </c:pt>
                <c:pt idx="2211">
                  <c:v>72</c:v>
                </c:pt>
                <c:pt idx="2212">
                  <c:v>74</c:v>
                </c:pt>
                <c:pt idx="2213">
                  <c:v>78</c:v>
                </c:pt>
                <c:pt idx="2214">
                  <c:v>88</c:v>
                </c:pt>
                <c:pt idx="2215">
                  <c:v>88</c:v>
                </c:pt>
                <c:pt idx="2216">
                  <c:v>89</c:v>
                </c:pt>
                <c:pt idx="2217">
                  <c:v>74</c:v>
                </c:pt>
                <c:pt idx="2218">
                  <c:v>87</c:v>
                </c:pt>
                <c:pt idx="2219">
                  <c:v>76</c:v>
                </c:pt>
                <c:pt idx="2220">
                  <c:v>76</c:v>
                </c:pt>
                <c:pt idx="2221">
                  <c:v>75</c:v>
                </c:pt>
                <c:pt idx="2222">
                  <c:v>76</c:v>
                </c:pt>
                <c:pt idx="2223">
                  <c:v>78</c:v>
                </c:pt>
                <c:pt idx="2224">
                  <c:v>77</c:v>
                </c:pt>
                <c:pt idx="2225">
                  <c:v>78</c:v>
                </c:pt>
                <c:pt idx="2226">
                  <c:v>77</c:v>
                </c:pt>
                <c:pt idx="2227">
                  <c:v>76</c:v>
                </c:pt>
                <c:pt idx="2228">
                  <c:v>76</c:v>
                </c:pt>
                <c:pt idx="2229">
                  <c:v>74</c:v>
                </c:pt>
                <c:pt idx="2230">
                  <c:v>73</c:v>
                </c:pt>
                <c:pt idx="2231">
                  <c:v>74</c:v>
                </c:pt>
                <c:pt idx="2232">
                  <c:v>72</c:v>
                </c:pt>
                <c:pt idx="2233">
                  <c:v>74</c:v>
                </c:pt>
                <c:pt idx="2234">
                  <c:v>75</c:v>
                </c:pt>
                <c:pt idx="2235">
                  <c:v>75</c:v>
                </c:pt>
                <c:pt idx="2236">
                  <c:v>75</c:v>
                </c:pt>
                <c:pt idx="2237">
                  <c:v>79</c:v>
                </c:pt>
                <c:pt idx="2238">
                  <c:v>80</c:v>
                </c:pt>
                <c:pt idx="2239">
                  <c:v>94</c:v>
                </c:pt>
                <c:pt idx="2240">
                  <c:v>93</c:v>
                </c:pt>
                <c:pt idx="2241">
                  <c:v>91</c:v>
                </c:pt>
                <c:pt idx="2242">
                  <c:v>94</c:v>
                </c:pt>
                <c:pt idx="2243">
                  <c:v>79</c:v>
                </c:pt>
                <c:pt idx="2244">
                  <c:v>76</c:v>
                </c:pt>
                <c:pt idx="2245">
                  <c:v>79</c:v>
                </c:pt>
                <c:pt idx="2246">
                  <c:v>78</c:v>
                </c:pt>
                <c:pt idx="2247">
                  <c:v>77</c:v>
                </c:pt>
                <c:pt idx="2248">
                  <c:v>79</c:v>
                </c:pt>
                <c:pt idx="2249">
                  <c:v>75</c:v>
                </c:pt>
                <c:pt idx="2250">
                  <c:v>72</c:v>
                </c:pt>
                <c:pt idx="2251">
                  <c:v>72</c:v>
                </c:pt>
                <c:pt idx="2252">
                  <c:v>75</c:v>
                </c:pt>
                <c:pt idx="2253">
                  <c:v>82</c:v>
                </c:pt>
                <c:pt idx="2254">
                  <c:v>77</c:v>
                </c:pt>
                <c:pt idx="2255">
                  <c:v>76</c:v>
                </c:pt>
                <c:pt idx="2256">
                  <c:v>80</c:v>
                </c:pt>
                <c:pt idx="2257">
                  <c:v>80</c:v>
                </c:pt>
                <c:pt idx="2258">
                  <c:v>81</c:v>
                </c:pt>
                <c:pt idx="2259">
                  <c:v>80</c:v>
                </c:pt>
                <c:pt idx="2260">
                  <c:v>79</c:v>
                </c:pt>
                <c:pt idx="2261">
                  <c:v>79</c:v>
                </c:pt>
                <c:pt idx="2262">
                  <c:v>79</c:v>
                </c:pt>
                <c:pt idx="2263">
                  <c:v>105</c:v>
                </c:pt>
                <c:pt idx="2264">
                  <c:v>76</c:v>
                </c:pt>
                <c:pt idx="2265">
                  <c:v>75</c:v>
                </c:pt>
                <c:pt idx="2266">
                  <c:v>75</c:v>
                </c:pt>
                <c:pt idx="2267">
                  <c:v>75</c:v>
                </c:pt>
                <c:pt idx="2268">
                  <c:v>75</c:v>
                </c:pt>
                <c:pt idx="2269">
                  <c:v>77</c:v>
                </c:pt>
                <c:pt idx="2270">
                  <c:v>76</c:v>
                </c:pt>
                <c:pt idx="2271">
                  <c:v>76</c:v>
                </c:pt>
                <c:pt idx="2272">
                  <c:v>76</c:v>
                </c:pt>
                <c:pt idx="2273">
                  <c:v>75</c:v>
                </c:pt>
                <c:pt idx="2274">
                  <c:v>75</c:v>
                </c:pt>
                <c:pt idx="2275">
                  <c:v>74</c:v>
                </c:pt>
                <c:pt idx="2276">
                  <c:v>72</c:v>
                </c:pt>
                <c:pt idx="2277">
                  <c:v>72</c:v>
                </c:pt>
                <c:pt idx="2278">
                  <c:v>71</c:v>
                </c:pt>
                <c:pt idx="2279">
                  <c:v>72</c:v>
                </c:pt>
                <c:pt idx="2280">
                  <c:v>75</c:v>
                </c:pt>
                <c:pt idx="2281">
                  <c:v>76</c:v>
                </c:pt>
                <c:pt idx="2282">
                  <c:v>76</c:v>
                </c:pt>
                <c:pt idx="2283">
                  <c:v>78</c:v>
                </c:pt>
                <c:pt idx="2284">
                  <c:v>76</c:v>
                </c:pt>
                <c:pt idx="2285">
                  <c:v>79</c:v>
                </c:pt>
                <c:pt idx="2286">
                  <c:v>80</c:v>
                </c:pt>
                <c:pt idx="2287">
                  <c:v>102</c:v>
                </c:pt>
                <c:pt idx="2288">
                  <c:v>78</c:v>
                </c:pt>
                <c:pt idx="2289">
                  <c:v>80</c:v>
                </c:pt>
                <c:pt idx="2290">
                  <c:v>81</c:v>
                </c:pt>
                <c:pt idx="2291">
                  <c:v>79</c:v>
                </c:pt>
                <c:pt idx="2292">
                  <c:v>80</c:v>
                </c:pt>
                <c:pt idx="2293">
                  <c:v>90</c:v>
                </c:pt>
                <c:pt idx="2294">
                  <c:v>91</c:v>
                </c:pt>
                <c:pt idx="2295">
                  <c:v>106</c:v>
                </c:pt>
                <c:pt idx="2296">
                  <c:v>75</c:v>
                </c:pt>
                <c:pt idx="2297">
                  <c:v>75</c:v>
                </c:pt>
                <c:pt idx="2298">
                  <c:v>79</c:v>
                </c:pt>
                <c:pt idx="2299">
                  <c:v>79</c:v>
                </c:pt>
                <c:pt idx="2300">
                  <c:v>80</c:v>
                </c:pt>
                <c:pt idx="2301">
                  <c:v>80</c:v>
                </c:pt>
                <c:pt idx="2302">
                  <c:v>93</c:v>
                </c:pt>
                <c:pt idx="2303">
                  <c:v>79</c:v>
                </c:pt>
                <c:pt idx="2304">
                  <c:v>89</c:v>
                </c:pt>
                <c:pt idx="2305">
                  <c:v>75</c:v>
                </c:pt>
                <c:pt idx="2306">
                  <c:v>80</c:v>
                </c:pt>
                <c:pt idx="2307">
                  <c:v>82</c:v>
                </c:pt>
                <c:pt idx="2308">
                  <c:v>113</c:v>
                </c:pt>
                <c:pt idx="2309">
                  <c:v>94</c:v>
                </c:pt>
                <c:pt idx="2310">
                  <c:v>99</c:v>
                </c:pt>
                <c:pt idx="2311">
                  <c:v>83</c:v>
                </c:pt>
                <c:pt idx="2312">
                  <c:v>82</c:v>
                </c:pt>
                <c:pt idx="2313">
                  <c:v>80</c:v>
                </c:pt>
                <c:pt idx="2314">
                  <c:v>80</c:v>
                </c:pt>
                <c:pt idx="2315">
                  <c:v>77</c:v>
                </c:pt>
                <c:pt idx="2316">
                  <c:v>75</c:v>
                </c:pt>
                <c:pt idx="2317">
                  <c:v>75</c:v>
                </c:pt>
                <c:pt idx="2318">
                  <c:v>75</c:v>
                </c:pt>
                <c:pt idx="2319">
                  <c:v>75</c:v>
                </c:pt>
                <c:pt idx="2320">
                  <c:v>76</c:v>
                </c:pt>
                <c:pt idx="2321">
                  <c:v>76</c:v>
                </c:pt>
                <c:pt idx="2322">
                  <c:v>75</c:v>
                </c:pt>
                <c:pt idx="2323">
                  <c:v>75</c:v>
                </c:pt>
                <c:pt idx="2324">
                  <c:v>75</c:v>
                </c:pt>
                <c:pt idx="2325">
                  <c:v>74</c:v>
                </c:pt>
                <c:pt idx="2326">
                  <c:v>76</c:v>
                </c:pt>
                <c:pt idx="2327">
                  <c:v>78</c:v>
                </c:pt>
                <c:pt idx="2328">
                  <c:v>106</c:v>
                </c:pt>
                <c:pt idx="2329">
                  <c:v>81</c:v>
                </c:pt>
                <c:pt idx="2330">
                  <c:v>103</c:v>
                </c:pt>
                <c:pt idx="2331">
                  <c:v>89</c:v>
                </c:pt>
                <c:pt idx="2332">
                  <c:v>84</c:v>
                </c:pt>
                <c:pt idx="2333">
                  <c:v>84</c:v>
                </c:pt>
                <c:pt idx="2334">
                  <c:v>86</c:v>
                </c:pt>
                <c:pt idx="2335">
                  <c:v>81</c:v>
                </c:pt>
                <c:pt idx="2336">
                  <c:v>81</c:v>
                </c:pt>
                <c:pt idx="2337">
                  <c:v>78</c:v>
                </c:pt>
                <c:pt idx="2338">
                  <c:v>90</c:v>
                </c:pt>
                <c:pt idx="2339">
                  <c:v>80</c:v>
                </c:pt>
                <c:pt idx="2340">
                  <c:v>114</c:v>
                </c:pt>
                <c:pt idx="2341">
                  <c:v>98</c:v>
                </c:pt>
                <c:pt idx="2342">
                  <c:v>85</c:v>
                </c:pt>
                <c:pt idx="2343">
                  <c:v>100</c:v>
                </c:pt>
                <c:pt idx="2344">
                  <c:v>96</c:v>
                </c:pt>
                <c:pt idx="2345">
                  <c:v>82</c:v>
                </c:pt>
                <c:pt idx="2346">
                  <c:v>80</c:v>
                </c:pt>
                <c:pt idx="2347">
                  <c:v>79</c:v>
                </c:pt>
                <c:pt idx="2348">
                  <c:v>77</c:v>
                </c:pt>
                <c:pt idx="2349">
                  <c:v>80</c:v>
                </c:pt>
                <c:pt idx="2350">
                  <c:v>80</c:v>
                </c:pt>
                <c:pt idx="2351">
                  <c:v>111</c:v>
                </c:pt>
                <c:pt idx="2352">
                  <c:v>89</c:v>
                </c:pt>
                <c:pt idx="2353">
                  <c:v>82</c:v>
                </c:pt>
                <c:pt idx="2354">
                  <c:v>96</c:v>
                </c:pt>
                <c:pt idx="2355">
                  <c:v>82</c:v>
                </c:pt>
                <c:pt idx="2356">
                  <c:v>113</c:v>
                </c:pt>
                <c:pt idx="2357">
                  <c:v>82</c:v>
                </c:pt>
                <c:pt idx="2358">
                  <c:v>83</c:v>
                </c:pt>
                <c:pt idx="2359">
                  <c:v>81</c:v>
                </c:pt>
                <c:pt idx="2360">
                  <c:v>82</c:v>
                </c:pt>
                <c:pt idx="2361">
                  <c:v>81</c:v>
                </c:pt>
                <c:pt idx="2362">
                  <c:v>86</c:v>
                </c:pt>
                <c:pt idx="2363">
                  <c:v>86</c:v>
                </c:pt>
                <c:pt idx="2364">
                  <c:v>87</c:v>
                </c:pt>
                <c:pt idx="2365">
                  <c:v>80</c:v>
                </c:pt>
                <c:pt idx="2366">
                  <c:v>80</c:v>
                </c:pt>
                <c:pt idx="2367">
                  <c:v>76</c:v>
                </c:pt>
                <c:pt idx="2368">
                  <c:v>74</c:v>
                </c:pt>
                <c:pt idx="2369">
                  <c:v>75</c:v>
                </c:pt>
                <c:pt idx="2370">
                  <c:v>76</c:v>
                </c:pt>
                <c:pt idx="2371">
                  <c:v>80</c:v>
                </c:pt>
                <c:pt idx="2372">
                  <c:v>94</c:v>
                </c:pt>
                <c:pt idx="2373">
                  <c:v>85</c:v>
                </c:pt>
                <c:pt idx="2374">
                  <c:v>111</c:v>
                </c:pt>
                <c:pt idx="2375">
                  <c:v>94</c:v>
                </c:pt>
                <c:pt idx="2376">
                  <c:v>88</c:v>
                </c:pt>
                <c:pt idx="2377">
                  <c:v>103</c:v>
                </c:pt>
                <c:pt idx="2378">
                  <c:v>84</c:v>
                </c:pt>
                <c:pt idx="2379">
                  <c:v>94</c:v>
                </c:pt>
                <c:pt idx="2380">
                  <c:v>102</c:v>
                </c:pt>
                <c:pt idx="2381">
                  <c:v>76</c:v>
                </c:pt>
                <c:pt idx="2382">
                  <c:v>75</c:v>
                </c:pt>
                <c:pt idx="2383">
                  <c:v>75</c:v>
                </c:pt>
                <c:pt idx="2384">
                  <c:v>75</c:v>
                </c:pt>
                <c:pt idx="2385">
                  <c:v>76</c:v>
                </c:pt>
                <c:pt idx="2386">
                  <c:v>102</c:v>
                </c:pt>
                <c:pt idx="2387">
                  <c:v>105</c:v>
                </c:pt>
                <c:pt idx="2388">
                  <c:v>81</c:v>
                </c:pt>
                <c:pt idx="2389">
                  <c:v>81</c:v>
                </c:pt>
                <c:pt idx="2390">
                  <c:v>81</c:v>
                </c:pt>
                <c:pt idx="2391">
                  <c:v>81</c:v>
                </c:pt>
                <c:pt idx="2392">
                  <c:v>82</c:v>
                </c:pt>
                <c:pt idx="2393">
                  <c:v>94</c:v>
                </c:pt>
                <c:pt idx="2394">
                  <c:v>94</c:v>
                </c:pt>
                <c:pt idx="2395">
                  <c:v>86</c:v>
                </c:pt>
                <c:pt idx="2396">
                  <c:v>80</c:v>
                </c:pt>
                <c:pt idx="2397">
                  <c:v>80</c:v>
                </c:pt>
                <c:pt idx="2398">
                  <c:v>79</c:v>
                </c:pt>
                <c:pt idx="2399">
                  <c:v>77</c:v>
                </c:pt>
                <c:pt idx="2400">
                  <c:v>78</c:v>
                </c:pt>
                <c:pt idx="2401">
                  <c:v>90</c:v>
                </c:pt>
                <c:pt idx="2402">
                  <c:v>94</c:v>
                </c:pt>
                <c:pt idx="2403">
                  <c:v>89</c:v>
                </c:pt>
                <c:pt idx="2404">
                  <c:v>78</c:v>
                </c:pt>
                <c:pt idx="2405">
                  <c:v>78</c:v>
                </c:pt>
                <c:pt idx="2406">
                  <c:v>77</c:v>
                </c:pt>
                <c:pt idx="2407">
                  <c:v>78</c:v>
                </c:pt>
                <c:pt idx="2408">
                  <c:v>79</c:v>
                </c:pt>
                <c:pt idx="2409">
                  <c:v>77</c:v>
                </c:pt>
                <c:pt idx="2410">
                  <c:v>76</c:v>
                </c:pt>
                <c:pt idx="2411">
                  <c:v>75</c:v>
                </c:pt>
                <c:pt idx="2412">
                  <c:v>75</c:v>
                </c:pt>
                <c:pt idx="2413">
                  <c:v>75</c:v>
                </c:pt>
                <c:pt idx="2414">
                  <c:v>74</c:v>
                </c:pt>
                <c:pt idx="2415">
                  <c:v>72</c:v>
                </c:pt>
                <c:pt idx="2416">
                  <c:v>73</c:v>
                </c:pt>
                <c:pt idx="2417">
                  <c:v>75</c:v>
                </c:pt>
                <c:pt idx="2418">
                  <c:v>75</c:v>
                </c:pt>
                <c:pt idx="2419">
                  <c:v>77</c:v>
                </c:pt>
                <c:pt idx="2420">
                  <c:v>126</c:v>
                </c:pt>
                <c:pt idx="2421">
                  <c:v>0</c:v>
                </c:pt>
                <c:pt idx="2422">
                  <c:v>74</c:v>
                </c:pt>
                <c:pt idx="2423">
                  <c:v>67</c:v>
                </c:pt>
                <c:pt idx="2424">
                  <c:v>60</c:v>
                </c:pt>
                <c:pt idx="2425">
                  <c:v>93</c:v>
                </c:pt>
                <c:pt idx="2426">
                  <c:v>88</c:v>
                </c:pt>
                <c:pt idx="2427">
                  <c:v>67</c:v>
                </c:pt>
                <c:pt idx="2428">
                  <c:v>83</c:v>
                </c:pt>
                <c:pt idx="2429">
                  <c:v>93</c:v>
                </c:pt>
                <c:pt idx="2430">
                  <c:v>86</c:v>
                </c:pt>
                <c:pt idx="2431">
                  <c:v>87</c:v>
                </c:pt>
                <c:pt idx="2432">
                  <c:v>99</c:v>
                </c:pt>
                <c:pt idx="2433">
                  <c:v>86</c:v>
                </c:pt>
                <c:pt idx="2434">
                  <c:v>83</c:v>
                </c:pt>
                <c:pt idx="2435">
                  <c:v>82</c:v>
                </c:pt>
                <c:pt idx="2436">
                  <c:v>81</c:v>
                </c:pt>
                <c:pt idx="2437">
                  <c:v>80</c:v>
                </c:pt>
                <c:pt idx="2438">
                  <c:v>89</c:v>
                </c:pt>
                <c:pt idx="2439">
                  <c:v>102</c:v>
                </c:pt>
                <c:pt idx="2440">
                  <c:v>80</c:v>
                </c:pt>
                <c:pt idx="2441">
                  <c:v>79</c:v>
                </c:pt>
                <c:pt idx="2442">
                  <c:v>77</c:v>
                </c:pt>
                <c:pt idx="2443">
                  <c:v>77</c:v>
                </c:pt>
                <c:pt idx="2444">
                  <c:v>75</c:v>
                </c:pt>
                <c:pt idx="2445">
                  <c:v>74</c:v>
                </c:pt>
                <c:pt idx="2446">
                  <c:v>74</c:v>
                </c:pt>
                <c:pt idx="2447">
                  <c:v>74</c:v>
                </c:pt>
                <c:pt idx="2448">
                  <c:v>75</c:v>
                </c:pt>
                <c:pt idx="2449">
                  <c:v>75</c:v>
                </c:pt>
                <c:pt idx="2450">
                  <c:v>75</c:v>
                </c:pt>
                <c:pt idx="2451">
                  <c:v>74</c:v>
                </c:pt>
                <c:pt idx="2452">
                  <c:v>74</c:v>
                </c:pt>
                <c:pt idx="2453">
                  <c:v>75</c:v>
                </c:pt>
                <c:pt idx="2454">
                  <c:v>75</c:v>
                </c:pt>
                <c:pt idx="2455">
                  <c:v>75</c:v>
                </c:pt>
                <c:pt idx="2456">
                  <c:v>74</c:v>
                </c:pt>
                <c:pt idx="2457">
                  <c:v>72</c:v>
                </c:pt>
                <c:pt idx="2458">
                  <c:v>73</c:v>
                </c:pt>
                <c:pt idx="2459">
                  <c:v>73</c:v>
                </c:pt>
                <c:pt idx="2460">
                  <c:v>70</c:v>
                </c:pt>
                <c:pt idx="2461">
                  <c:v>70</c:v>
                </c:pt>
                <c:pt idx="2462">
                  <c:v>70</c:v>
                </c:pt>
                <c:pt idx="2463">
                  <c:v>69</c:v>
                </c:pt>
                <c:pt idx="2464">
                  <c:v>70</c:v>
                </c:pt>
                <c:pt idx="2465">
                  <c:v>70</c:v>
                </c:pt>
                <c:pt idx="2466">
                  <c:v>70</c:v>
                </c:pt>
                <c:pt idx="2467">
                  <c:v>73</c:v>
                </c:pt>
                <c:pt idx="2468">
                  <c:v>75</c:v>
                </c:pt>
                <c:pt idx="2469">
                  <c:v>87</c:v>
                </c:pt>
                <c:pt idx="2470">
                  <c:v>84</c:v>
                </c:pt>
                <c:pt idx="2471">
                  <c:v>84</c:v>
                </c:pt>
                <c:pt idx="2472">
                  <c:v>76</c:v>
                </c:pt>
                <c:pt idx="2473">
                  <c:v>75</c:v>
                </c:pt>
                <c:pt idx="2474">
                  <c:v>75</c:v>
                </c:pt>
                <c:pt idx="2475">
                  <c:v>85</c:v>
                </c:pt>
                <c:pt idx="2476">
                  <c:v>85</c:v>
                </c:pt>
                <c:pt idx="2477">
                  <c:v>74</c:v>
                </c:pt>
                <c:pt idx="2478">
                  <c:v>73</c:v>
                </c:pt>
                <c:pt idx="2479">
                  <c:v>72</c:v>
                </c:pt>
                <c:pt idx="2480">
                  <c:v>70</c:v>
                </c:pt>
                <c:pt idx="2481">
                  <c:v>70</c:v>
                </c:pt>
                <c:pt idx="2482">
                  <c:v>69</c:v>
                </c:pt>
                <c:pt idx="2483">
                  <c:v>69</c:v>
                </c:pt>
                <c:pt idx="2484">
                  <c:v>71</c:v>
                </c:pt>
                <c:pt idx="2485">
                  <c:v>71</c:v>
                </c:pt>
                <c:pt idx="2486">
                  <c:v>68</c:v>
                </c:pt>
                <c:pt idx="2487">
                  <c:v>70</c:v>
                </c:pt>
                <c:pt idx="2488">
                  <c:v>71</c:v>
                </c:pt>
                <c:pt idx="2489">
                  <c:v>69</c:v>
                </c:pt>
                <c:pt idx="2490">
                  <c:v>68</c:v>
                </c:pt>
                <c:pt idx="2491">
                  <c:v>67</c:v>
                </c:pt>
                <c:pt idx="2492">
                  <c:v>67</c:v>
                </c:pt>
                <c:pt idx="2493">
                  <c:v>66</c:v>
                </c:pt>
                <c:pt idx="2494">
                  <c:v>65</c:v>
                </c:pt>
                <c:pt idx="2495">
                  <c:v>65</c:v>
                </c:pt>
                <c:pt idx="2496">
                  <c:v>65</c:v>
                </c:pt>
                <c:pt idx="2497">
                  <c:v>64</c:v>
                </c:pt>
                <c:pt idx="2498">
                  <c:v>66</c:v>
                </c:pt>
                <c:pt idx="2499">
                  <c:v>70</c:v>
                </c:pt>
                <c:pt idx="2500">
                  <c:v>70</c:v>
                </c:pt>
                <c:pt idx="2501">
                  <c:v>71</c:v>
                </c:pt>
                <c:pt idx="2502">
                  <c:v>71</c:v>
                </c:pt>
                <c:pt idx="2503">
                  <c:v>72</c:v>
                </c:pt>
                <c:pt idx="2504">
                  <c:v>70</c:v>
                </c:pt>
                <c:pt idx="2505">
                  <c:v>70</c:v>
                </c:pt>
                <c:pt idx="2506">
                  <c:v>69</c:v>
                </c:pt>
                <c:pt idx="2507">
                  <c:v>70</c:v>
                </c:pt>
                <c:pt idx="2508">
                  <c:v>69</c:v>
                </c:pt>
                <c:pt idx="2509">
                  <c:v>69</c:v>
                </c:pt>
                <c:pt idx="2510">
                  <c:v>70</c:v>
                </c:pt>
                <c:pt idx="2511">
                  <c:v>69</c:v>
                </c:pt>
                <c:pt idx="2512">
                  <c:v>68</c:v>
                </c:pt>
                <c:pt idx="2513">
                  <c:v>69</c:v>
                </c:pt>
                <c:pt idx="2514">
                  <c:v>69</c:v>
                </c:pt>
                <c:pt idx="2515">
                  <c:v>68</c:v>
                </c:pt>
                <c:pt idx="2516">
                  <c:v>67</c:v>
                </c:pt>
                <c:pt idx="2517">
                  <c:v>69</c:v>
                </c:pt>
                <c:pt idx="2518">
                  <c:v>70</c:v>
                </c:pt>
                <c:pt idx="2519">
                  <c:v>70</c:v>
                </c:pt>
                <c:pt idx="2520">
                  <c:v>75</c:v>
                </c:pt>
                <c:pt idx="2521">
                  <c:v>68</c:v>
                </c:pt>
                <c:pt idx="2522">
                  <c:v>70</c:v>
                </c:pt>
                <c:pt idx="2523">
                  <c:v>69</c:v>
                </c:pt>
                <c:pt idx="2524">
                  <c:v>69</c:v>
                </c:pt>
                <c:pt idx="2525">
                  <c:v>70</c:v>
                </c:pt>
                <c:pt idx="2526">
                  <c:v>70</c:v>
                </c:pt>
                <c:pt idx="2527">
                  <c:v>70</c:v>
                </c:pt>
                <c:pt idx="2528">
                  <c:v>71</c:v>
                </c:pt>
                <c:pt idx="2529">
                  <c:v>68</c:v>
                </c:pt>
                <c:pt idx="2530">
                  <c:v>67</c:v>
                </c:pt>
                <c:pt idx="2531">
                  <c:v>68</c:v>
                </c:pt>
                <c:pt idx="2532">
                  <c:v>68</c:v>
                </c:pt>
                <c:pt idx="2533">
                  <c:v>67</c:v>
                </c:pt>
                <c:pt idx="2534">
                  <c:v>66</c:v>
                </c:pt>
                <c:pt idx="2535">
                  <c:v>67</c:v>
                </c:pt>
                <c:pt idx="2536">
                  <c:v>69</c:v>
                </c:pt>
                <c:pt idx="2537">
                  <c:v>69</c:v>
                </c:pt>
                <c:pt idx="2538">
                  <c:v>70</c:v>
                </c:pt>
                <c:pt idx="2539">
                  <c:v>70</c:v>
                </c:pt>
                <c:pt idx="2540">
                  <c:v>68</c:v>
                </c:pt>
                <c:pt idx="2541">
                  <c:v>69</c:v>
                </c:pt>
                <c:pt idx="2542">
                  <c:v>67</c:v>
                </c:pt>
                <c:pt idx="2543">
                  <c:v>67</c:v>
                </c:pt>
                <c:pt idx="2544">
                  <c:v>67</c:v>
                </c:pt>
                <c:pt idx="2545">
                  <c:v>69</c:v>
                </c:pt>
                <c:pt idx="2546">
                  <c:v>68</c:v>
                </c:pt>
                <c:pt idx="2547">
                  <c:v>68</c:v>
                </c:pt>
                <c:pt idx="2548">
                  <c:v>68</c:v>
                </c:pt>
                <c:pt idx="2549">
                  <c:v>66</c:v>
                </c:pt>
                <c:pt idx="2550">
                  <c:v>67</c:v>
                </c:pt>
                <c:pt idx="2551">
                  <c:v>67</c:v>
                </c:pt>
                <c:pt idx="2552">
                  <c:v>68</c:v>
                </c:pt>
                <c:pt idx="2553">
                  <c:v>68</c:v>
                </c:pt>
                <c:pt idx="2554">
                  <c:v>69</c:v>
                </c:pt>
                <c:pt idx="2555">
                  <c:v>71</c:v>
                </c:pt>
                <c:pt idx="2556">
                  <c:v>71</c:v>
                </c:pt>
                <c:pt idx="2557">
                  <c:v>81</c:v>
                </c:pt>
                <c:pt idx="2558">
                  <c:v>99</c:v>
                </c:pt>
                <c:pt idx="2559">
                  <c:v>72</c:v>
                </c:pt>
                <c:pt idx="2560">
                  <c:v>72</c:v>
                </c:pt>
                <c:pt idx="2561">
                  <c:v>72</c:v>
                </c:pt>
                <c:pt idx="2562">
                  <c:v>71</c:v>
                </c:pt>
                <c:pt idx="2563">
                  <c:v>72</c:v>
                </c:pt>
                <c:pt idx="2564">
                  <c:v>80</c:v>
                </c:pt>
                <c:pt idx="2565">
                  <c:v>72</c:v>
                </c:pt>
                <c:pt idx="2566">
                  <c:v>74</c:v>
                </c:pt>
                <c:pt idx="2567">
                  <c:v>79</c:v>
                </c:pt>
                <c:pt idx="2568">
                  <c:v>70</c:v>
                </c:pt>
                <c:pt idx="2569">
                  <c:v>71</c:v>
                </c:pt>
                <c:pt idx="2570">
                  <c:v>73</c:v>
                </c:pt>
                <c:pt idx="2571">
                  <c:v>74</c:v>
                </c:pt>
                <c:pt idx="2572">
                  <c:v>75</c:v>
                </c:pt>
                <c:pt idx="2573">
                  <c:v>74</c:v>
                </c:pt>
                <c:pt idx="2574">
                  <c:v>72</c:v>
                </c:pt>
                <c:pt idx="2575">
                  <c:v>72</c:v>
                </c:pt>
                <c:pt idx="2576">
                  <c:v>71</c:v>
                </c:pt>
                <c:pt idx="2577">
                  <c:v>73</c:v>
                </c:pt>
                <c:pt idx="2578">
                  <c:v>69</c:v>
                </c:pt>
                <c:pt idx="2579">
                  <c:v>72</c:v>
                </c:pt>
                <c:pt idx="2580">
                  <c:v>71</c:v>
                </c:pt>
                <c:pt idx="2581">
                  <c:v>70</c:v>
                </c:pt>
                <c:pt idx="2582">
                  <c:v>72</c:v>
                </c:pt>
                <c:pt idx="2583">
                  <c:v>74</c:v>
                </c:pt>
                <c:pt idx="2584">
                  <c:v>74</c:v>
                </c:pt>
                <c:pt idx="2585">
                  <c:v>75</c:v>
                </c:pt>
                <c:pt idx="2586">
                  <c:v>74</c:v>
                </c:pt>
                <c:pt idx="2587">
                  <c:v>74</c:v>
                </c:pt>
                <c:pt idx="2588">
                  <c:v>76</c:v>
                </c:pt>
                <c:pt idx="2589">
                  <c:v>75</c:v>
                </c:pt>
                <c:pt idx="2590">
                  <c:v>85</c:v>
                </c:pt>
                <c:pt idx="2591">
                  <c:v>75</c:v>
                </c:pt>
                <c:pt idx="2592">
                  <c:v>75</c:v>
                </c:pt>
                <c:pt idx="2593">
                  <c:v>74</c:v>
                </c:pt>
                <c:pt idx="2594">
                  <c:v>72</c:v>
                </c:pt>
                <c:pt idx="2595">
                  <c:v>72</c:v>
                </c:pt>
                <c:pt idx="2596">
                  <c:v>71</c:v>
                </c:pt>
                <c:pt idx="2597">
                  <c:v>72</c:v>
                </c:pt>
                <c:pt idx="2598">
                  <c:v>71</c:v>
                </c:pt>
                <c:pt idx="2599">
                  <c:v>70</c:v>
                </c:pt>
                <c:pt idx="2600">
                  <c:v>71</c:v>
                </c:pt>
                <c:pt idx="2601">
                  <c:v>75</c:v>
                </c:pt>
                <c:pt idx="2602">
                  <c:v>75</c:v>
                </c:pt>
                <c:pt idx="2603">
                  <c:v>75</c:v>
                </c:pt>
                <c:pt idx="2604">
                  <c:v>86</c:v>
                </c:pt>
                <c:pt idx="2605">
                  <c:v>74</c:v>
                </c:pt>
                <c:pt idx="2606">
                  <c:v>75</c:v>
                </c:pt>
                <c:pt idx="2607">
                  <c:v>72</c:v>
                </c:pt>
                <c:pt idx="2608">
                  <c:v>69</c:v>
                </c:pt>
                <c:pt idx="2609">
                  <c:v>67</c:v>
                </c:pt>
                <c:pt idx="2610">
                  <c:v>67</c:v>
                </c:pt>
                <c:pt idx="2611">
                  <c:v>65</c:v>
                </c:pt>
                <c:pt idx="2612">
                  <c:v>66</c:v>
                </c:pt>
                <c:pt idx="2613">
                  <c:v>66</c:v>
                </c:pt>
                <c:pt idx="2614">
                  <c:v>67</c:v>
                </c:pt>
                <c:pt idx="2615">
                  <c:v>65</c:v>
                </c:pt>
                <c:pt idx="2616">
                  <c:v>68</c:v>
                </c:pt>
                <c:pt idx="2617">
                  <c:v>68</c:v>
                </c:pt>
                <c:pt idx="2618">
                  <c:v>69</c:v>
                </c:pt>
                <c:pt idx="2619">
                  <c:v>69</c:v>
                </c:pt>
                <c:pt idx="2620">
                  <c:v>68</c:v>
                </c:pt>
                <c:pt idx="2621">
                  <c:v>70</c:v>
                </c:pt>
                <c:pt idx="2622">
                  <c:v>70</c:v>
                </c:pt>
                <c:pt idx="2623">
                  <c:v>71</c:v>
                </c:pt>
                <c:pt idx="2624">
                  <c:v>70</c:v>
                </c:pt>
                <c:pt idx="2625">
                  <c:v>68</c:v>
                </c:pt>
                <c:pt idx="2626">
                  <c:v>73</c:v>
                </c:pt>
                <c:pt idx="2627">
                  <c:v>72</c:v>
                </c:pt>
                <c:pt idx="2628">
                  <c:v>69</c:v>
                </c:pt>
                <c:pt idx="2629">
                  <c:v>68</c:v>
                </c:pt>
                <c:pt idx="2630">
                  <c:v>68</c:v>
                </c:pt>
                <c:pt idx="2631">
                  <c:v>68</c:v>
                </c:pt>
                <c:pt idx="2632">
                  <c:v>68</c:v>
                </c:pt>
                <c:pt idx="2633">
                  <c:v>69</c:v>
                </c:pt>
                <c:pt idx="2634">
                  <c:v>68</c:v>
                </c:pt>
                <c:pt idx="2635">
                  <c:v>70</c:v>
                </c:pt>
                <c:pt idx="2636">
                  <c:v>70</c:v>
                </c:pt>
                <c:pt idx="2637">
                  <c:v>70</c:v>
                </c:pt>
                <c:pt idx="2638">
                  <c:v>68</c:v>
                </c:pt>
                <c:pt idx="2639">
                  <c:v>68</c:v>
                </c:pt>
                <c:pt idx="2640">
                  <c:v>69</c:v>
                </c:pt>
                <c:pt idx="2641">
                  <c:v>71</c:v>
                </c:pt>
                <c:pt idx="2642">
                  <c:v>69</c:v>
                </c:pt>
                <c:pt idx="2643">
                  <c:v>69</c:v>
                </c:pt>
                <c:pt idx="2644">
                  <c:v>68</c:v>
                </c:pt>
                <c:pt idx="2645">
                  <c:v>68</c:v>
                </c:pt>
                <c:pt idx="2646">
                  <c:v>67</c:v>
                </c:pt>
                <c:pt idx="2647">
                  <c:v>67</c:v>
                </c:pt>
                <c:pt idx="2648">
                  <c:v>68</c:v>
                </c:pt>
                <c:pt idx="2649">
                  <c:v>66</c:v>
                </c:pt>
                <c:pt idx="2650">
                  <c:v>67</c:v>
                </c:pt>
                <c:pt idx="2651">
                  <c:v>68</c:v>
                </c:pt>
                <c:pt idx="2652">
                  <c:v>68</c:v>
                </c:pt>
                <c:pt idx="2653">
                  <c:v>68</c:v>
                </c:pt>
                <c:pt idx="2654">
                  <c:v>70</c:v>
                </c:pt>
                <c:pt idx="2655">
                  <c:v>68</c:v>
                </c:pt>
                <c:pt idx="2656">
                  <c:v>69</c:v>
                </c:pt>
                <c:pt idx="2657">
                  <c:v>68</c:v>
                </c:pt>
                <c:pt idx="2658">
                  <c:v>67</c:v>
                </c:pt>
                <c:pt idx="2659">
                  <c:v>68</c:v>
                </c:pt>
                <c:pt idx="2660">
                  <c:v>68</c:v>
                </c:pt>
                <c:pt idx="2661">
                  <c:v>68</c:v>
                </c:pt>
                <c:pt idx="2662">
                  <c:v>65</c:v>
                </c:pt>
                <c:pt idx="2663">
                  <c:v>65</c:v>
                </c:pt>
                <c:pt idx="2664">
                  <c:v>64</c:v>
                </c:pt>
                <c:pt idx="2665">
                  <c:v>65</c:v>
                </c:pt>
                <c:pt idx="2666">
                  <c:v>63</c:v>
                </c:pt>
                <c:pt idx="2667">
                  <c:v>61</c:v>
                </c:pt>
                <c:pt idx="2668">
                  <c:v>63</c:v>
                </c:pt>
                <c:pt idx="2669">
                  <c:v>63</c:v>
                </c:pt>
                <c:pt idx="2670">
                  <c:v>63</c:v>
                </c:pt>
                <c:pt idx="2671">
                  <c:v>63</c:v>
                </c:pt>
                <c:pt idx="2672">
                  <c:v>66</c:v>
                </c:pt>
                <c:pt idx="2673">
                  <c:v>65</c:v>
                </c:pt>
                <c:pt idx="2674">
                  <c:v>65</c:v>
                </c:pt>
                <c:pt idx="2675">
                  <c:v>64</c:v>
                </c:pt>
                <c:pt idx="2676">
                  <c:v>65</c:v>
                </c:pt>
                <c:pt idx="2677">
                  <c:v>65</c:v>
                </c:pt>
                <c:pt idx="2678">
                  <c:v>63</c:v>
                </c:pt>
                <c:pt idx="2679">
                  <c:v>64</c:v>
                </c:pt>
                <c:pt idx="2680">
                  <c:v>65</c:v>
                </c:pt>
                <c:pt idx="2681">
                  <c:v>67</c:v>
                </c:pt>
                <c:pt idx="2682">
                  <c:v>72</c:v>
                </c:pt>
                <c:pt idx="2683">
                  <c:v>71</c:v>
                </c:pt>
                <c:pt idx="2684">
                  <c:v>70</c:v>
                </c:pt>
                <c:pt idx="2685">
                  <c:v>70</c:v>
                </c:pt>
                <c:pt idx="2686">
                  <c:v>68</c:v>
                </c:pt>
                <c:pt idx="2687">
                  <c:v>67</c:v>
                </c:pt>
                <c:pt idx="2688">
                  <c:v>68</c:v>
                </c:pt>
                <c:pt idx="2689">
                  <c:v>67</c:v>
                </c:pt>
                <c:pt idx="2690">
                  <c:v>65</c:v>
                </c:pt>
                <c:pt idx="2691">
                  <c:v>63</c:v>
                </c:pt>
                <c:pt idx="2692">
                  <c:v>62</c:v>
                </c:pt>
                <c:pt idx="2693">
                  <c:v>59</c:v>
                </c:pt>
                <c:pt idx="2694">
                  <c:v>60</c:v>
                </c:pt>
                <c:pt idx="2695">
                  <c:v>63</c:v>
                </c:pt>
                <c:pt idx="2696">
                  <c:v>65</c:v>
                </c:pt>
                <c:pt idx="2697">
                  <c:v>65</c:v>
                </c:pt>
                <c:pt idx="2698">
                  <c:v>64</c:v>
                </c:pt>
                <c:pt idx="2699">
                  <c:v>64</c:v>
                </c:pt>
                <c:pt idx="2700">
                  <c:v>64</c:v>
                </c:pt>
                <c:pt idx="2701">
                  <c:v>66</c:v>
                </c:pt>
                <c:pt idx="2702">
                  <c:v>64</c:v>
                </c:pt>
                <c:pt idx="2703">
                  <c:v>61</c:v>
                </c:pt>
                <c:pt idx="2704">
                  <c:v>60</c:v>
                </c:pt>
                <c:pt idx="2705">
                  <c:v>59</c:v>
                </c:pt>
                <c:pt idx="2706">
                  <c:v>59</c:v>
                </c:pt>
                <c:pt idx="2707">
                  <c:v>59</c:v>
                </c:pt>
                <c:pt idx="2708">
                  <c:v>61</c:v>
                </c:pt>
                <c:pt idx="2709">
                  <c:v>64</c:v>
                </c:pt>
                <c:pt idx="2710">
                  <c:v>63</c:v>
                </c:pt>
                <c:pt idx="2711">
                  <c:v>60</c:v>
                </c:pt>
                <c:pt idx="2712">
                  <c:v>64</c:v>
                </c:pt>
                <c:pt idx="2713">
                  <c:v>70</c:v>
                </c:pt>
                <c:pt idx="2714">
                  <c:v>66</c:v>
                </c:pt>
                <c:pt idx="2715">
                  <c:v>61</c:v>
                </c:pt>
                <c:pt idx="2716">
                  <c:v>63</c:v>
                </c:pt>
                <c:pt idx="2717">
                  <c:v>63</c:v>
                </c:pt>
                <c:pt idx="2718">
                  <c:v>62</c:v>
                </c:pt>
                <c:pt idx="2719">
                  <c:v>61</c:v>
                </c:pt>
                <c:pt idx="2720">
                  <c:v>69</c:v>
                </c:pt>
                <c:pt idx="2721">
                  <c:v>63</c:v>
                </c:pt>
                <c:pt idx="2722">
                  <c:v>63</c:v>
                </c:pt>
                <c:pt idx="2723">
                  <c:v>61</c:v>
                </c:pt>
                <c:pt idx="2724">
                  <c:v>61</c:v>
                </c:pt>
                <c:pt idx="2725">
                  <c:v>59</c:v>
                </c:pt>
                <c:pt idx="2726">
                  <c:v>59</c:v>
                </c:pt>
                <c:pt idx="2727">
                  <c:v>61</c:v>
                </c:pt>
                <c:pt idx="2728">
                  <c:v>61</c:v>
                </c:pt>
                <c:pt idx="2729">
                  <c:v>61</c:v>
                </c:pt>
                <c:pt idx="2730">
                  <c:v>59</c:v>
                </c:pt>
                <c:pt idx="2731">
                  <c:v>60</c:v>
                </c:pt>
                <c:pt idx="2732">
                  <c:v>64</c:v>
                </c:pt>
                <c:pt idx="2733">
                  <c:v>63</c:v>
                </c:pt>
                <c:pt idx="2734">
                  <c:v>63</c:v>
                </c:pt>
                <c:pt idx="2735">
                  <c:v>60</c:v>
                </c:pt>
                <c:pt idx="2736">
                  <c:v>61</c:v>
                </c:pt>
                <c:pt idx="2737">
                  <c:v>63</c:v>
                </c:pt>
                <c:pt idx="2738">
                  <c:v>63</c:v>
                </c:pt>
                <c:pt idx="2739">
                  <c:v>61</c:v>
                </c:pt>
                <c:pt idx="2740">
                  <c:v>62</c:v>
                </c:pt>
                <c:pt idx="2741">
                  <c:v>62</c:v>
                </c:pt>
                <c:pt idx="2742">
                  <c:v>62</c:v>
                </c:pt>
                <c:pt idx="2743">
                  <c:v>65</c:v>
                </c:pt>
                <c:pt idx="2744">
                  <c:v>66</c:v>
                </c:pt>
                <c:pt idx="2745">
                  <c:v>67</c:v>
                </c:pt>
                <c:pt idx="2746">
                  <c:v>68</c:v>
                </c:pt>
                <c:pt idx="2747">
                  <c:v>65</c:v>
                </c:pt>
                <c:pt idx="2748">
                  <c:v>64</c:v>
                </c:pt>
                <c:pt idx="2749">
                  <c:v>63</c:v>
                </c:pt>
                <c:pt idx="2750">
                  <c:v>61</c:v>
                </c:pt>
                <c:pt idx="2751">
                  <c:v>61</c:v>
                </c:pt>
                <c:pt idx="2752">
                  <c:v>61</c:v>
                </c:pt>
                <c:pt idx="2753">
                  <c:v>61</c:v>
                </c:pt>
                <c:pt idx="2754">
                  <c:v>61</c:v>
                </c:pt>
                <c:pt idx="2755">
                  <c:v>61</c:v>
                </c:pt>
                <c:pt idx="2756">
                  <c:v>60</c:v>
                </c:pt>
                <c:pt idx="2757">
                  <c:v>60</c:v>
                </c:pt>
                <c:pt idx="2758">
                  <c:v>61</c:v>
                </c:pt>
                <c:pt idx="2759">
                  <c:v>63</c:v>
                </c:pt>
                <c:pt idx="2760">
                  <c:v>63</c:v>
                </c:pt>
                <c:pt idx="2761">
                  <c:v>63</c:v>
                </c:pt>
                <c:pt idx="2762">
                  <c:v>63</c:v>
                </c:pt>
                <c:pt idx="2763">
                  <c:v>63</c:v>
                </c:pt>
                <c:pt idx="2764">
                  <c:v>63</c:v>
                </c:pt>
                <c:pt idx="2765">
                  <c:v>64</c:v>
                </c:pt>
                <c:pt idx="2766">
                  <c:v>65</c:v>
                </c:pt>
                <c:pt idx="2767">
                  <c:v>64</c:v>
                </c:pt>
                <c:pt idx="2768">
                  <c:v>64</c:v>
                </c:pt>
                <c:pt idx="2769">
                  <c:v>63</c:v>
                </c:pt>
                <c:pt idx="2770">
                  <c:v>65</c:v>
                </c:pt>
                <c:pt idx="2771">
                  <c:v>64</c:v>
                </c:pt>
                <c:pt idx="2772">
                  <c:v>64</c:v>
                </c:pt>
                <c:pt idx="2773">
                  <c:v>65</c:v>
                </c:pt>
                <c:pt idx="2774">
                  <c:v>64</c:v>
                </c:pt>
                <c:pt idx="2775">
                  <c:v>63</c:v>
                </c:pt>
                <c:pt idx="2776">
                  <c:v>64</c:v>
                </c:pt>
                <c:pt idx="2777">
                  <c:v>63</c:v>
                </c:pt>
                <c:pt idx="2778">
                  <c:v>62</c:v>
                </c:pt>
                <c:pt idx="2779">
                  <c:v>63</c:v>
                </c:pt>
                <c:pt idx="2780">
                  <c:v>64</c:v>
                </c:pt>
                <c:pt idx="2781">
                  <c:v>63</c:v>
                </c:pt>
                <c:pt idx="2782">
                  <c:v>62</c:v>
                </c:pt>
                <c:pt idx="2783">
                  <c:v>64</c:v>
                </c:pt>
                <c:pt idx="2784">
                  <c:v>63</c:v>
                </c:pt>
                <c:pt idx="2785">
                  <c:v>63</c:v>
                </c:pt>
                <c:pt idx="2786">
                  <c:v>61</c:v>
                </c:pt>
                <c:pt idx="2787">
                  <c:v>60</c:v>
                </c:pt>
                <c:pt idx="2788">
                  <c:v>62</c:v>
                </c:pt>
                <c:pt idx="2789">
                  <c:v>63</c:v>
                </c:pt>
                <c:pt idx="2790">
                  <c:v>64</c:v>
                </c:pt>
                <c:pt idx="2791">
                  <c:v>63</c:v>
                </c:pt>
                <c:pt idx="2792">
                  <c:v>65</c:v>
                </c:pt>
                <c:pt idx="2793">
                  <c:v>64</c:v>
                </c:pt>
                <c:pt idx="2794">
                  <c:v>63</c:v>
                </c:pt>
                <c:pt idx="2795">
                  <c:v>68</c:v>
                </c:pt>
                <c:pt idx="2796">
                  <c:v>67</c:v>
                </c:pt>
                <c:pt idx="2797">
                  <c:v>61</c:v>
                </c:pt>
                <c:pt idx="2798">
                  <c:v>64</c:v>
                </c:pt>
                <c:pt idx="2799">
                  <c:v>66</c:v>
                </c:pt>
                <c:pt idx="2800">
                  <c:v>65</c:v>
                </c:pt>
                <c:pt idx="2801">
                  <c:v>64</c:v>
                </c:pt>
                <c:pt idx="2802">
                  <c:v>64</c:v>
                </c:pt>
                <c:pt idx="2803">
                  <c:v>68</c:v>
                </c:pt>
                <c:pt idx="2804">
                  <c:v>68</c:v>
                </c:pt>
                <c:pt idx="2805">
                  <c:v>89</c:v>
                </c:pt>
                <c:pt idx="2806">
                  <c:v>77</c:v>
                </c:pt>
                <c:pt idx="2807">
                  <c:v>65</c:v>
                </c:pt>
                <c:pt idx="2808">
                  <c:v>65</c:v>
                </c:pt>
                <c:pt idx="2809">
                  <c:v>65</c:v>
                </c:pt>
                <c:pt idx="2810">
                  <c:v>66</c:v>
                </c:pt>
                <c:pt idx="2811">
                  <c:v>64</c:v>
                </c:pt>
                <c:pt idx="2812">
                  <c:v>64</c:v>
                </c:pt>
                <c:pt idx="2813">
                  <c:v>64</c:v>
                </c:pt>
                <c:pt idx="2814">
                  <c:v>64</c:v>
                </c:pt>
                <c:pt idx="2815">
                  <c:v>64</c:v>
                </c:pt>
                <c:pt idx="2816">
                  <c:v>62</c:v>
                </c:pt>
                <c:pt idx="2817">
                  <c:v>63</c:v>
                </c:pt>
                <c:pt idx="2818">
                  <c:v>65</c:v>
                </c:pt>
                <c:pt idx="2819">
                  <c:v>64</c:v>
                </c:pt>
                <c:pt idx="2820">
                  <c:v>59</c:v>
                </c:pt>
                <c:pt idx="2821">
                  <c:v>60</c:v>
                </c:pt>
                <c:pt idx="2822">
                  <c:v>61</c:v>
                </c:pt>
                <c:pt idx="2823">
                  <c:v>60</c:v>
                </c:pt>
                <c:pt idx="2824">
                  <c:v>61</c:v>
                </c:pt>
                <c:pt idx="2825">
                  <c:v>61</c:v>
                </c:pt>
                <c:pt idx="2826">
                  <c:v>59</c:v>
                </c:pt>
                <c:pt idx="2827">
                  <c:v>63</c:v>
                </c:pt>
                <c:pt idx="2828">
                  <c:v>66</c:v>
                </c:pt>
                <c:pt idx="2829">
                  <c:v>65</c:v>
                </c:pt>
                <c:pt idx="2830">
                  <c:v>66</c:v>
                </c:pt>
                <c:pt idx="2831">
                  <c:v>67</c:v>
                </c:pt>
                <c:pt idx="2832">
                  <c:v>70</c:v>
                </c:pt>
                <c:pt idx="2833">
                  <c:v>69</c:v>
                </c:pt>
                <c:pt idx="2834">
                  <c:v>68</c:v>
                </c:pt>
                <c:pt idx="2835">
                  <c:v>68</c:v>
                </c:pt>
                <c:pt idx="2836">
                  <c:v>67</c:v>
                </c:pt>
                <c:pt idx="2837">
                  <c:v>67</c:v>
                </c:pt>
                <c:pt idx="2838">
                  <c:v>68</c:v>
                </c:pt>
                <c:pt idx="2839">
                  <c:v>68</c:v>
                </c:pt>
                <c:pt idx="2840">
                  <c:v>70</c:v>
                </c:pt>
                <c:pt idx="2841">
                  <c:v>72</c:v>
                </c:pt>
                <c:pt idx="2842">
                  <c:v>74</c:v>
                </c:pt>
                <c:pt idx="2843">
                  <c:v>85</c:v>
                </c:pt>
                <c:pt idx="2844">
                  <c:v>95</c:v>
                </c:pt>
                <c:pt idx="2845">
                  <c:v>72</c:v>
                </c:pt>
                <c:pt idx="2846">
                  <c:v>73</c:v>
                </c:pt>
                <c:pt idx="2847">
                  <c:v>72</c:v>
                </c:pt>
                <c:pt idx="2848">
                  <c:v>70</c:v>
                </c:pt>
                <c:pt idx="2849">
                  <c:v>70</c:v>
                </c:pt>
                <c:pt idx="2850">
                  <c:v>70</c:v>
                </c:pt>
                <c:pt idx="2851">
                  <c:v>68</c:v>
                </c:pt>
                <c:pt idx="2852">
                  <c:v>68</c:v>
                </c:pt>
                <c:pt idx="2853">
                  <c:v>67</c:v>
                </c:pt>
                <c:pt idx="2854">
                  <c:v>64</c:v>
                </c:pt>
                <c:pt idx="2855">
                  <c:v>67</c:v>
                </c:pt>
                <c:pt idx="2856">
                  <c:v>70</c:v>
                </c:pt>
                <c:pt idx="2857">
                  <c:v>66</c:v>
                </c:pt>
                <c:pt idx="2858">
                  <c:v>63</c:v>
                </c:pt>
                <c:pt idx="2859">
                  <c:v>59</c:v>
                </c:pt>
                <c:pt idx="2860">
                  <c:v>59</c:v>
                </c:pt>
                <c:pt idx="2861">
                  <c:v>67</c:v>
                </c:pt>
                <c:pt idx="2862">
                  <c:v>72</c:v>
                </c:pt>
                <c:pt idx="2863">
                  <c:v>70</c:v>
                </c:pt>
                <c:pt idx="2864">
                  <c:v>70</c:v>
                </c:pt>
                <c:pt idx="2865">
                  <c:v>70</c:v>
                </c:pt>
                <c:pt idx="2866">
                  <c:v>70</c:v>
                </c:pt>
                <c:pt idx="2867">
                  <c:v>70</c:v>
                </c:pt>
                <c:pt idx="2868">
                  <c:v>72</c:v>
                </c:pt>
                <c:pt idx="2869">
                  <c:v>71</c:v>
                </c:pt>
                <c:pt idx="2870">
                  <c:v>71</c:v>
                </c:pt>
                <c:pt idx="2871">
                  <c:v>70</c:v>
                </c:pt>
                <c:pt idx="2872">
                  <c:v>70</c:v>
                </c:pt>
                <c:pt idx="2873">
                  <c:v>71</c:v>
                </c:pt>
                <c:pt idx="2874">
                  <c:v>69</c:v>
                </c:pt>
                <c:pt idx="2875">
                  <c:v>68</c:v>
                </c:pt>
                <c:pt idx="2876">
                  <c:v>68</c:v>
                </c:pt>
                <c:pt idx="2877">
                  <c:v>68</c:v>
                </c:pt>
                <c:pt idx="2878">
                  <c:v>67</c:v>
                </c:pt>
                <c:pt idx="2879">
                  <c:v>65</c:v>
                </c:pt>
                <c:pt idx="2880">
                  <c:v>66</c:v>
                </c:pt>
                <c:pt idx="2881">
                  <c:v>67</c:v>
                </c:pt>
                <c:pt idx="2882">
                  <c:v>67</c:v>
                </c:pt>
                <c:pt idx="2883">
                  <c:v>65</c:v>
                </c:pt>
                <c:pt idx="2884">
                  <c:v>65</c:v>
                </c:pt>
                <c:pt idx="2885">
                  <c:v>68</c:v>
                </c:pt>
                <c:pt idx="2886">
                  <c:v>71</c:v>
                </c:pt>
                <c:pt idx="2887">
                  <c:v>72</c:v>
                </c:pt>
                <c:pt idx="2888">
                  <c:v>84</c:v>
                </c:pt>
                <c:pt idx="2889">
                  <c:v>96</c:v>
                </c:pt>
                <c:pt idx="2890">
                  <c:v>74</c:v>
                </c:pt>
                <c:pt idx="2891">
                  <c:v>71</c:v>
                </c:pt>
                <c:pt idx="2892">
                  <c:v>69</c:v>
                </c:pt>
                <c:pt idx="2893">
                  <c:v>72</c:v>
                </c:pt>
                <c:pt idx="2894">
                  <c:v>72</c:v>
                </c:pt>
                <c:pt idx="2895">
                  <c:v>72</c:v>
                </c:pt>
                <c:pt idx="2896">
                  <c:v>72</c:v>
                </c:pt>
                <c:pt idx="2897">
                  <c:v>73</c:v>
                </c:pt>
                <c:pt idx="2898">
                  <c:v>74</c:v>
                </c:pt>
                <c:pt idx="2899">
                  <c:v>84</c:v>
                </c:pt>
                <c:pt idx="2900">
                  <c:v>100</c:v>
                </c:pt>
                <c:pt idx="2901">
                  <c:v>84</c:v>
                </c:pt>
                <c:pt idx="2902">
                  <c:v>86</c:v>
                </c:pt>
                <c:pt idx="2903">
                  <c:v>78</c:v>
                </c:pt>
                <c:pt idx="2904">
                  <c:v>95</c:v>
                </c:pt>
                <c:pt idx="2905">
                  <c:v>82</c:v>
                </c:pt>
                <c:pt idx="2906">
                  <c:v>74</c:v>
                </c:pt>
                <c:pt idx="2907">
                  <c:v>86</c:v>
                </c:pt>
                <c:pt idx="2908">
                  <c:v>95</c:v>
                </c:pt>
                <c:pt idx="2909">
                  <c:v>98</c:v>
                </c:pt>
                <c:pt idx="2910">
                  <c:v>88</c:v>
                </c:pt>
                <c:pt idx="2911">
                  <c:v>75</c:v>
                </c:pt>
                <c:pt idx="2912">
                  <c:v>74</c:v>
                </c:pt>
                <c:pt idx="2913">
                  <c:v>75</c:v>
                </c:pt>
                <c:pt idx="2914">
                  <c:v>85</c:v>
                </c:pt>
                <c:pt idx="2915">
                  <c:v>98</c:v>
                </c:pt>
                <c:pt idx="2916">
                  <c:v>83</c:v>
                </c:pt>
                <c:pt idx="2917">
                  <c:v>100</c:v>
                </c:pt>
                <c:pt idx="2918">
                  <c:v>82</c:v>
                </c:pt>
                <c:pt idx="2919">
                  <c:v>70</c:v>
                </c:pt>
                <c:pt idx="2920">
                  <c:v>72</c:v>
                </c:pt>
                <c:pt idx="2921">
                  <c:v>94</c:v>
                </c:pt>
                <c:pt idx="2922">
                  <c:v>74</c:v>
                </c:pt>
                <c:pt idx="2923">
                  <c:v>75</c:v>
                </c:pt>
                <c:pt idx="2924">
                  <c:v>74</c:v>
                </c:pt>
                <c:pt idx="2925">
                  <c:v>72</c:v>
                </c:pt>
                <c:pt idx="2926">
                  <c:v>75</c:v>
                </c:pt>
                <c:pt idx="2927">
                  <c:v>103</c:v>
                </c:pt>
                <c:pt idx="2928">
                  <c:v>76</c:v>
                </c:pt>
                <c:pt idx="2929">
                  <c:v>72</c:v>
                </c:pt>
                <c:pt idx="2930">
                  <c:v>73</c:v>
                </c:pt>
                <c:pt idx="2931">
                  <c:v>72</c:v>
                </c:pt>
                <c:pt idx="2932">
                  <c:v>75</c:v>
                </c:pt>
                <c:pt idx="2933">
                  <c:v>76</c:v>
                </c:pt>
                <c:pt idx="2934">
                  <c:v>79</c:v>
                </c:pt>
                <c:pt idx="2935">
                  <c:v>85</c:v>
                </c:pt>
                <c:pt idx="2936">
                  <c:v>94</c:v>
                </c:pt>
                <c:pt idx="2937">
                  <c:v>94</c:v>
                </c:pt>
                <c:pt idx="2938">
                  <c:v>83</c:v>
                </c:pt>
                <c:pt idx="2939">
                  <c:v>81</c:v>
                </c:pt>
                <c:pt idx="2940">
                  <c:v>80</c:v>
                </c:pt>
                <c:pt idx="2941">
                  <c:v>79</c:v>
                </c:pt>
                <c:pt idx="2942">
                  <c:v>82</c:v>
                </c:pt>
                <c:pt idx="2943">
                  <c:v>80</c:v>
                </c:pt>
                <c:pt idx="2944">
                  <c:v>86</c:v>
                </c:pt>
                <c:pt idx="2945">
                  <c:v>83</c:v>
                </c:pt>
                <c:pt idx="2946">
                  <c:v>93</c:v>
                </c:pt>
                <c:pt idx="2947">
                  <c:v>95</c:v>
                </c:pt>
                <c:pt idx="2948">
                  <c:v>84</c:v>
                </c:pt>
                <c:pt idx="2949">
                  <c:v>83</c:v>
                </c:pt>
                <c:pt idx="2950">
                  <c:v>80</c:v>
                </c:pt>
                <c:pt idx="2951">
                  <c:v>77</c:v>
                </c:pt>
                <c:pt idx="2952">
                  <c:v>85</c:v>
                </c:pt>
                <c:pt idx="2953">
                  <c:v>77</c:v>
                </c:pt>
                <c:pt idx="2954">
                  <c:v>78</c:v>
                </c:pt>
                <c:pt idx="2955">
                  <c:v>89</c:v>
                </c:pt>
                <c:pt idx="2956">
                  <c:v>83</c:v>
                </c:pt>
                <c:pt idx="2957">
                  <c:v>80</c:v>
                </c:pt>
                <c:pt idx="2958">
                  <c:v>80</c:v>
                </c:pt>
                <c:pt idx="2959">
                  <c:v>79</c:v>
                </c:pt>
                <c:pt idx="2960">
                  <c:v>79</c:v>
                </c:pt>
                <c:pt idx="2961">
                  <c:v>79</c:v>
                </c:pt>
                <c:pt idx="2962">
                  <c:v>80</c:v>
                </c:pt>
                <c:pt idx="2963">
                  <c:v>78</c:v>
                </c:pt>
                <c:pt idx="2964">
                  <c:v>78</c:v>
                </c:pt>
                <c:pt idx="2965">
                  <c:v>76</c:v>
                </c:pt>
                <c:pt idx="2966">
                  <c:v>76</c:v>
                </c:pt>
                <c:pt idx="2967">
                  <c:v>78</c:v>
                </c:pt>
                <c:pt idx="2968">
                  <c:v>77</c:v>
                </c:pt>
                <c:pt idx="2969">
                  <c:v>76</c:v>
                </c:pt>
                <c:pt idx="2970">
                  <c:v>79</c:v>
                </c:pt>
                <c:pt idx="2971">
                  <c:v>88</c:v>
                </c:pt>
                <c:pt idx="2972">
                  <c:v>87</c:v>
                </c:pt>
                <c:pt idx="2973">
                  <c:v>88</c:v>
                </c:pt>
                <c:pt idx="2974">
                  <c:v>75</c:v>
                </c:pt>
                <c:pt idx="2975">
                  <c:v>74</c:v>
                </c:pt>
                <c:pt idx="2976">
                  <c:v>74</c:v>
                </c:pt>
                <c:pt idx="2977">
                  <c:v>76</c:v>
                </c:pt>
                <c:pt idx="2978">
                  <c:v>85</c:v>
                </c:pt>
                <c:pt idx="2979">
                  <c:v>75</c:v>
                </c:pt>
                <c:pt idx="2980">
                  <c:v>74</c:v>
                </c:pt>
                <c:pt idx="2981">
                  <c:v>75</c:v>
                </c:pt>
                <c:pt idx="2982">
                  <c:v>76</c:v>
                </c:pt>
                <c:pt idx="2983">
                  <c:v>78</c:v>
                </c:pt>
                <c:pt idx="2984">
                  <c:v>89</c:v>
                </c:pt>
                <c:pt idx="2985">
                  <c:v>91</c:v>
                </c:pt>
                <c:pt idx="2986">
                  <c:v>88</c:v>
                </c:pt>
                <c:pt idx="2987">
                  <c:v>90</c:v>
                </c:pt>
                <c:pt idx="2988">
                  <c:v>79</c:v>
                </c:pt>
                <c:pt idx="2989">
                  <c:v>105</c:v>
                </c:pt>
                <c:pt idx="2990">
                  <c:v>131</c:v>
                </c:pt>
                <c:pt idx="2991">
                  <c:v>103</c:v>
                </c:pt>
                <c:pt idx="2992">
                  <c:v>88</c:v>
                </c:pt>
                <c:pt idx="2993">
                  <c:v>76</c:v>
                </c:pt>
                <c:pt idx="2994">
                  <c:v>75</c:v>
                </c:pt>
                <c:pt idx="2995">
                  <c:v>75</c:v>
                </c:pt>
                <c:pt idx="2996">
                  <c:v>76</c:v>
                </c:pt>
                <c:pt idx="2997">
                  <c:v>77</c:v>
                </c:pt>
                <c:pt idx="2998">
                  <c:v>78</c:v>
                </c:pt>
                <c:pt idx="2999">
                  <c:v>77</c:v>
                </c:pt>
                <c:pt idx="3000">
                  <c:v>79</c:v>
                </c:pt>
                <c:pt idx="3001">
                  <c:v>76</c:v>
                </c:pt>
                <c:pt idx="3002">
                  <c:v>75</c:v>
                </c:pt>
                <c:pt idx="3003">
                  <c:v>84</c:v>
                </c:pt>
                <c:pt idx="3004">
                  <c:v>75</c:v>
                </c:pt>
                <c:pt idx="3005">
                  <c:v>86</c:v>
                </c:pt>
                <c:pt idx="3006">
                  <c:v>84</c:v>
                </c:pt>
                <c:pt idx="3007">
                  <c:v>75</c:v>
                </c:pt>
                <c:pt idx="3008">
                  <c:v>72</c:v>
                </c:pt>
                <c:pt idx="3009">
                  <c:v>74</c:v>
                </c:pt>
                <c:pt idx="3010">
                  <c:v>74</c:v>
                </c:pt>
                <c:pt idx="3011">
                  <c:v>74</c:v>
                </c:pt>
                <c:pt idx="3012">
                  <c:v>83</c:v>
                </c:pt>
                <c:pt idx="3013">
                  <c:v>74</c:v>
                </c:pt>
                <c:pt idx="3014">
                  <c:v>74</c:v>
                </c:pt>
                <c:pt idx="3015">
                  <c:v>75</c:v>
                </c:pt>
                <c:pt idx="3016">
                  <c:v>118</c:v>
                </c:pt>
                <c:pt idx="3017">
                  <c:v>96</c:v>
                </c:pt>
                <c:pt idx="3018">
                  <c:v>73</c:v>
                </c:pt>
                <c:pt idx="3019">
                  <c:v>72</c:v>
                </c:pt>
                <c:pt idx="3020">
                  <c:v>73</c:v>
                </c:pt>
                <c:pt idx="3021">
                  <c:v>73</c:v>
                </c:pt>
                <c:pt idx="3022">
                  <c:v>73</c:v>
                </c:pt>
                <c:pt idx="3023">
                  <c:v>98</c:v>
                </c:pt>
                <c:pt idx="3024">
                  <c:v>95</c:v>
                </c:pt>
                <c:pt idx="3025">
                  <c:v>113</c:v>
                </c:pt>
                <c:pt idx="3026">
                  <c:v>109</c:v>
                </c:pt>
                <c:pt idx="3027">
                  <c:v>95</c:v>
                </c:pt>
                <c:pt idx="3028">
                  <c:v>105</c:v>
                </c:pt>
                <c:pt idx="3029">
                  <c:v>93</c:v>
                </c:pt>
                <c:pt idx="3030">
                  <c:v>77</c:v>
                </c:pt>
                <c:pt idx="3031">
                  <c:v>77</c:v>
                </c:pt>
                <c:pt idx="3032">
                  <c:v>75</c:v>
                </c:pt>
                <c:pt idx="3033">
                  <c:v>86</c:v>
                </c:pt>
                <c:pt idx="3034">
                  <c:v>88</c:v>
                </c:pt>
                <c:pt idx="3035">
                  <c:v>75</c:v>
                </c:pt>
                <c:pt idx="3036">
                  <c:v>75</c:v>
                </c:pt>
                <c:pt idx="3037">
                  <c:v>74</c:v>
                </c:pt>
                <c:pt idx="3038">
                  <c:v>75</c:v>
                </c:pt>
                <c:pt idx="3039">
                  <c:v>72</c:v>
                </c:pt>
                <c:pt idx="3040">
                  <c:v>73</c:v>
                </c:pt>
                <c:pt idx="3041">
                  <c:v>72</c:v>
                </c:pt>
                <c:pt idx="3042">
                  <c:v>73</c:v>
                </c:pt>
                <c:pt idx="3043">
                  <c:v>71</c:v>
                </c:pt>
                <c:pt idx="3044">
                  <c:v>72</c:v>
                </c:pt>
                <c:pt idx="3045">
                  <c:v>70</c:v>
                </c:pt>
                <c:pt idx="3046">
                  <c:v>70</c:v>
                </c:pt>
                <c:pt idx="3047">
                  <c:v>68</c:v>
                </c:pt>
                <c:pt idx="3048">
                  <c:v>69</c:v>
                </c:pt>
                <c:pt idx="3049">
                  <c:v>70</c:v>
                </c:pt>
                <c:pt idx="3050">
                  <c:v>70</c:v>
                </c:pt>
                <c:pt idx="3051">
                  <c:v>72</c:v>
                </c:pt>
                <c:pt idx="3052">
                  <c:v>72</c:v>
                </c:pt>
                <c:pt idx="3053">
                  <c:v>72</c:v>
                </c:pt>
                <c:pt idx="3054">
                  <c:v>72</c:v>
                </c:pt>
                <c:pt idx="3055">
                  <c:v>73</c:v>
                </c:pt>
                <c:pt idx="3056">
                  <c:v>72</c:v>
                </c:pt>
                <c:pt idx="3057">
                  <c:v>73</c:v>
                </c:pt>
                <c:pt idx="3058">
                  <c:v>78</c:v>
                </c:pt>
                <c:pt idx="3059">
                  <c:v>80</c:v>
                </c:pt>
                <c:pt idx="3060">
                  <c:v>77</c:v>
                </c:pt>
                <c:pt idx="3061">
                  <c:v>75</c:v>
                </c:pt>
                <c:pt idx="3062">
                  <c:v>86</c:v>
                </c:pt>
                <c:pt idx="3063">
                  <c:v>100</c:v>
                </c:pt>
                <c:pt idx="3064">
                  <c:v>72</c:v>
                </c:pt>
                <c:pt idx="3065">
                  <c:v>72</c:v>
                </c:pt>
                <c:pt idx="3066">
                  <c:v>83</c:v>
                </c:pt>
                <c:pt idx="3067">
                  <c:v>93</c:v>
                </c:pt>
                <c:pt idx="3068">
                  <c:v>75</c:v>
                </c:pt>
                <c:pt idx="3069">
                  <c:v>77</c:v>
                </c:pt>
                <c:pt idx="3070">
                  <c:v>83</c:v>
                </c:pt>
                <c:pt idx="3071">
                  <c:v>86</c:v>
                </c:pt>
                <c:pt idx="3072">
                  <c:v>86</c:v>
                </c:pt>
                <c:pt idx="3073">
                  <c:v>89</c:v>
                </c:pt>
                <c:pt idx="3074">
                  <c:v>89</c:v>
                </c:pt>
                <c:pt idx="3075">
                  <c:v>90</c:v>
                </c:pt>
                <c:pt idx="3076">
                  <c:v>109</c:v>
                </c:pt>
                <c:pt idx="3077">
                  <c:v>90</c:v>
                </c:pt>
                <c:pt idx="3078">
                  <c:v>100</c:v>
                </c:pt>
                <c:pt idx="3079">
                  <c:v>118</c:v>
                </c:pt>
                <c:pt idx="3080">
                  <c:v>96</c:v>
                </c:pt>
                <c:pt idx="3081">
                  <c:v>0</c:v>
                </c:pt>
                <c:pt idx="3082">
                  <c:v>166</c:v>
                </c:pt>
                <c:pt idx="3083">
                  <c:v>90</c:v>
                </c:pt>
                <c:pt idx="3084">
                  <c:v>93</c:v>
                </c:pt>
                <c:pt idx="3085">
                  <c:v>108</c:v>
                </c:pt>
                <c:pt idx="3086">
                  <c:v>85</c:v>
                </c:pt>
                <c:pt idx="3087">
                  <c:v>98</c:v>
                </c:pt>
                <c:pt idx="3088">
                  <c:v>114</c:v>
                </c:pt>
                <c:pt idx="3089">
                  <c:v>120</c:v>
                </c:pt>
                <c:pt idx="3090">
                  <c:v>141</c:v>
                </c:pt>
                <c:pt idx="3091">
                  <c:v>99</c:v>
                </c:pt>
                <c:pt idx="3092">
                  <c:v>118</c:v>
                </c:pt>
                <c:pt idx="3093">
                  <c:v>100</c:v>
                </c:pt>
                <c:pt idx="3094">
                  <c:v>103</c:v>
                </c:pt>
                <c:pt idx="3095">
                  <c:v>108</c:v>
                </c:pt>
                <c:pt idx="3096">
                  <c:v>113</c:v>
                </c:pt>
                <c:pt idx="3097">
                  <c:v>84</c:v>
                </c:pt>
                <c:pt idx="3098">
                  <c:v>102</c:v>
                </c:pt>
                <c:pt idx="3099">
                  <c:v>98</c:v>
                </c:pt>
                <c:pt idx="3100">
                  <c:v>108</c:v>
                </c:pt>
                <c:pt idx="3101">
                  <c:v>93</c:v>
                </c:pt>
                <c:pt idx="3102">
                  <c:v>95</c:v>
                </c:pt>
                <c:pt idx="3103">
                  <c:v>91</c:v>
                </c:pt>
                <c:pt idx="3104">
                  <c:v>91</c:v>
                </c:pt>
                <c:pt idx="3105">
                  <c:v>96</c:v>
                </c:pt>
                <c:pt idx="3106">
                  <c:v>94</c:v>
                </c:pt>
                <c:pt idx="3107">
                  <c:v>103</c:v>
                </c:pt>
                <c:pt idx="3108">
                  <c:v>96</c:v>
                </c:pt>
                <c:pt idx="3109">
                  <c:v>99</c:v>
                </c:pt>
                <c:pt idx="3110">
                  <c:v>96</c:v>
                </c:pt>
                <c:pt idx="3111">
                  <c:v>96</c:v>
                </c:pt>
                <c:pt idx="3112">
                  <c:v>89</c:v>
                </c:pt>
                <c:pt idx="3113">
                  <c:v>89</c:v>
                </c:pt>
                <c:pt idx="3114">
                  <c:v>89</c:v>
                </c:pt>
                <c:pt idx="3115">
                  <c:v>88</c:v>
                </c:pt>
                <c:pt idx="3116">
                  <c:v>93</c:v>
                </c:pt>
                <c:pt idx="3117">
                  <c:v>93</c:v>
                </c:pt>
                <c:pt idx="3118">
                  <c:v>93</c:v>
                </c:pt>
                <c:pt idx="3119">
                  <c:v>95</c:v>
                </c:pt>
                <c:pt idx="3120">
                  <c:v>95</c:v>
                </c:pt>
                <c:pt idx="3121">
                  <c:v>96</c:v>
                </c:pt>
                <c:pt idx="3122">
                  <c:v>94</c:v>
                </c:pt>
                <c:pt idx="3123">
                  <c:v>95</c:v>
                </c:pt>
                <c:pt idx="3124">
                  <c:v>120</c:v>
                </c:pt>
                <c:pt idx="3125">
                  <c:v>93</c:v>
                </c:pt>
                <c:pt idx="3126">
                  <c:v>96</c:v>
                </c:pt>
                <c:pt idx="3127">
                  <c:v>89</c:v>
                </c:pt>
                <c:pt idx="3128">
                  <c:v>90</c:v>
                </c:pt>
                <c:pt idx="3129">
                  <c:v>87</c:v>
                </c:pt>
                <c:pt idx="3130">
                  <c:v>94</c:v>
                </c:pt>
                <c:pt idx="3131">
                  <c:v>99</c:v>
                </c:pt>
                <c:pt idx="3132">
                  <c:v>90</c:v>
                </c:pt>
                <c:pt idx="3133">
                  <c:v>81</c:v>
                </c:pt>
                <c:pt idx="3134">
                  <c:v>78</c:v>
                </c:pt>
                <c:pt idx="3135">
                  <c:v>77</c:v>
                </c:pt>
                <c:pt idx="3136">
                  <c:v>103</c:v>
                </c:pt>
                <c:pt idx="3137">
                  <c:v>102</c:v>
                </c:pt>
                <c:pt idx="3138">
                  <c:v>85</c:v>
                </c:pt>
                <c:pt idx="3139">
                  <c:v>75</c:v>
                </c:pt>
                <c:pt idx="3140">
                  <c:v>75</c:v>
                </c:pt>
                <c:pt idx="3141">
                  <c:v>77</c:v>
                </c:pt>
                <c:pt idx="3142">
                  <c:v>74</c:v>
                </c:pt>
                <c:pt idx="3143">
                  <c:v>70</c:v>
                </c:pt>
                <c:pt idx="3144">
                  <c:v>70</c:v>
                </c:pt>
                <c:pt idx="3145">
                  <c:v>69</c:v>
                </c:pt>
                <c:pt idx="3146">
                  <c:v>70</c:v>
                </c:pt>
                <c:pt idx="3147">
                  <c:v>67</c:v>
                </c:pt>
                <c:pt idx="3148">
                  <c:v>67</c:v>
                </c:pt>
                <c:pt idx="3149">
                  <c:v>67</c:v>
                </c:pt>
                <c:pt idx="3150">
                  <c:v>67</c:v>
                </c:pt>
                <c:pt idx="3151">
                  <c:v>67</c:v>
                </c:pt>
                <c:pt idx="3152">
                  <c:v>64</c:v>
                </c:pt>
                <c:pt idx="3153">
                  <c:v>63</c:v>
                </c:pt>
                <c:pt idx="3154">
                  <c:v>67</c:v>
                </c:pt>
                <c:pt idx="3155">
                  <c:v>65</c:v>
                </c:pt>
                <c:pt idx="3156">
                  <c:v>65</c:v>
                </c:pt>
                <c:pt idx="3157">
                  <c:v>67</c:v>
                </c:pt>
                <c:pt idx="3158">
                  <c:v>65</c:v>
                </c:pt>
                <c:pt idx="3159">
                  <c:v>64</c:v>
                </c:pt>
                <c:pt idx="3160">
                  <c:v>65</c:v>
                </c:pt>
                <c:pt idx="3161">
                  <c:v>64</c:v>
                </c:pt>
                <c:pt idx="3162">
                  <c:v>65</c:v>
                </c:pt>
                <c:pt idx="3163">
                  <c:v>68</c:v>
                </c:pt>
                <c:pt idx="3164">
                  <c:v>67</c:v>
                </c:pt>
                <c:pt idx="3165">
                  <c:v>65</c:v>
                </c:pt>
                <c:pt idx="3166">
                  <c:v>66</c:v>
                </c:pt>
                <c:pt idx="3167">
                  <c:v>73</c:v>
                </c:pt>
                <c:pt idx="3168">
                  <c:v>68</c:v>
                </c:pt>
                <c:pt idx="3169">
                  <c:v>65</c:v>
                </c:pt>
                <c:pt idx="3170">
                  <c:v>63</c:v>
                </c:pt>
                <c:pt idx="3171">
                  <c:v>65</c:v>
                </c:pt>
                <c:pt idx="3172">
                  <c:v>66</c:v>
                </c:pt>
                <c:pt idx="3173">
                  <c:v>67</c:v>
                </c:pt>
                <c:pt idx="3174">
                  <c:v>67</c:v>
                </c:pt>
                <c:pt idx="3175">
                  <c:v>66</c:v>
                </c:pt>
                <c:pt idx="3176">
                  <c:v>64</c:v>
                </c:pt>
                <c:pt idx="3177">
                  <c:v>65</c:v>
                </c:pt>
                <c:pt idx="3178">
                  <c:v>64</c:v>
                </c:pt>
                <c:pt idx="3179">
                  <c:v>63</c:v>
                </c:pt>
                <c:pt idx="3180">
                  <c:v>62</c:v>
                </c:pt>
                <c:pt idx="3181">
                  <c:v>61</c:v>
                </c:pt>
                <c:pt idx="3182">
                  <c:v>63</c:v>
                </c:pt>
                <c:pt idx="3183">
                  <c:v>64</c:v>
                </c:pt>
                <c:pt idx="3184">
                  <c:v>64</c:v>
                </c:pt>
                <c:pt idx="3185">
                  <c:v>64</c:v>
                </c:pt>
                <c:pt idx="3186">
                  <c:v>64</c:v>
                </c:pt>
                <c:pt idx="3187">
                  <c:v>64</c:v>
                </c:pt>
                <c:pt idx="3188">
                  <c:v>63</c:v>
                </c:pt>
                <c:pt idx="3189">
                  <c:v>62</c:v>
                </c:pt>
                <c:pt idx="3190">
                  <c:v>63</c:v>
                </c:pt>
                <c:pt idx="3191">
                  <c:v>65</c:v>
                </c:pt>
                <c:pt idx="3192">
                  <c:v>64</c:v>
                </c:pt>
                <c:pt idx="3193">
                  <c:v>63</c:v>
                </c:pt>
                <c:pt idx="3194">
                  <c:v>61</c:v>
                </c:pt>
                <c:pt idx="3195">
                  <c:v>60</c:v>
                </c:pt>
                <c:pt idx="3196">
                  <c:v>59</c:v>
                </c:pt>
                <c:pt idx="3197">
                  <c:v>61</c:v>
                </c:pt>
                <c:pt idx="3198">
                  <c:v>61</c:v>
                </c:pt>
                <c:pt idx="3199">
                  <c:v>60</c:v>
                </c:pt>
                <c:pt idx="3200">
                  <c:v>60</c:v>
                </c:pt>
                <c:pt idx="3201">
                  <c:v>61</c:v>
                </c:pt>
                <c:pt idx="3202">
                  <c:v>63</c:v>
                </c:pt>
                <c:pt idx="3203">
                  <c:v>64</c:v>
                </c:pt>
                <c:pt idx="3204">
                  <c:v>65</c:v>
                </c:pt>
                <c:pt idx="3205">
                  <c:v>64</c:v>
                </c:pt>
                <c:pt idx="3206">
                  <c:v>64</c:v>
                </c:pt>
                <c:pt idx="3207">
                  <c:v>65</c:v>
                </c:pt>
                <c:pt idx="3208">
                  <c:v>64</c:v>
                </c:pt>
                <c:pt idx="3209">
                  <c:v>63</c:v>
                </c:pt>
                <c:pt idx="3210">
                  <c:v>62</c:v>
                </c:pt>
                <c:pt idx="3211">
                  <c:v>63</c:v>
                </c:pt>
                <c:pt idx="3212">
                  <c:v>65</c:v>
                </c:pt>
                <c:pt idx="3213">
                  <c:v>68</c:v>
                </c:pt>
                <c:pt idx="3214">
                  <c:v>71</c:v>
                </c:pt>
                <c:pt idx="3215">
                  <c:v>72</c:v>
                </c:pt>
                <c:pt idx="3216">
                  <c:v>64</c:v>
                </c:pt>
                <c:pt idx="3217">
                  <c:v>63</c:v>
                </c:pt>
                <c:pt idx="3218">
                  <c:v>61</c:v>
                </c:pt>
                <c:pt idx="3219">
                  <c:v>63</c:v>
                </c:pt>
                <c:pt idx="3220">
                  <c:v>64</c:v>
                </c:pt>
                <c:pt idx="3221">
                  <c:v>65</c:v>
                </c:pt>
                <c:pt idx="3222">
                  <c:v>67</c:v>
                </c:pt>
                <c:pt idx="3223">
                  <c:v>66</c:v>
                </c:pt>
                <c:pt idx="3224">
                  <c:v>67</c:v>
                </c:pt>
                <c:pt idx="3225">
                  <c:v>70</c:v>
                </c:pt>
                <c:pt idx="3226">
                  <c:v>70</c:v>
                </c:pt>
                <c:pt idx="3227">
                  <c:v>70</c:v>
                </c:pt>
                <c:pt idx="3228">
                  <c:v>71</c:v>
                </c:pt>
                <c:pt idx="3229">
                  <c:v>72</c:v>
                </c:pt>
                <c:pt idx="3230">
                  <c:v>70</c:v>
                </c:pt>
                <c:pt idx="3231">
                  <c:v>68</c:v>
                </c:pt>
                <c:pt idx="3232">
                  <c:v>68</c:v>
                </c:pt>
                <c:pt idx="3233">
                  <c:v>68</c:v>
                </c:pt>
                <c:pt idx="3234">
                  <c:v>68</c:v>
                </c:pt>
                <c:pt idx="3235">
                  <c:v>66</c:v>
                </c:pt>
                <c:pt idx="3236">
                  <c:v>66</c:v>
                </c:pt>
                <c:pt idx="3237">
                  <c:v>67</c:v>
                </c:pt>
                <c:pt idx="3238">
                  <c:v>67</c:v>
                </c:pt>
                <c:pt idx="3239">
                  <c:v>66</c:v>
                </c:pt>
                <c:pt idx="3240">
                  <c:v>66</c:v>
                </c:pt>
                <c:pt idx="3241">
                  <c:v>66</c:v>
                </c:pt>
                <c:pt idx="3242">
                  <c:v>66</c:v>
                </c:pt>
                <c:pt idx="3243">
                  <c:v>67</c:v>
                </c:pt>
                <c:pt idx="3244">
                  <c:v>67</c:v>
                </c:pt>
                <c:pt idx="3245">
                  <c:v>64</c:v>
                </c:pt>
                <c:pt idx="3246">
                  <c:v>63</c:v>
                </c:pt>
                <c:pt idx="3247">
                  <c:v>64</c:v>
                </c:pt>
                <c:pt idx="3248">
                  <c:v>64</c:v>
                </c:pt>
                <c:pt idx="3249">
                  <c:v>64</c:v>
                </c:pt>
                <c:pt idx="3250">
                  <c:v>66</c:v>
                </c:pt>
                <c:pt idx="3251">
                  <c:v>67</c:v>
                </c:pt>
                <c:pt idx="3252">
                  <c:v>65</c:v>
                </c:pt>
                <c:pt idx="3253">
                  <c:v>65</c:v>
                </c:pt>
                <c:pt idx="3254">
                  <c:v>65</c:v>
                </c:pt>
                <c:pt idx="3255">
                  <c:v>64</c:v>
                </c:pt>
                <c:pt idx="3256">
                  <c:v>65</c:v>
                </c:pt>
                <c:pt idx="3257">
                  <c:v>65</c:v>
                </c:pt>
                <c:pt idx="3258">
                  <c:v>65</c:v>
                </c:pt>
                <c:pt idx="3259">
                  <c:v>65</c:v>
                </c:pt>
                <c:pt idx="3260">
                  <c:v>67</c:v>
                </c:pt>
                <c:pt idx="3261">
                  <c:v>65</c:v>
                </c:pt>
                <c:pt idx="3262">
                  <c:v>66</c:v>
                </c:pt>
                <c:pt idx="3263">
                  <c:v>65</c:v>
                </c:pt>
                <c:pt idx="3264">
                  <c:v>65</c:v>
                </c:pt>
                <c:pt idx="3265">
                  <c:v>67</c:v>
                </c:pt>
                <c:pt idx="3266">
                  <c:v>65</c:v>
                </c:pt>
                <c:pt idx="3267">
                  <c:v>65</c:v>
                </c:pt>
                <c:pt idx="3268">
                  <c:v>64</c:v>
                </c:pt>
                <c:pt idx="3269">
                  <c:v>63</c:v>
                </c:pt>
                <c:pt idx="3270">
                  <c:v>63</c:v>
                </c:pt>
                <c:pt idx="3271">
                  <c:v>64</c:v>
                </c:pt>
                <c:pt idx="3272">
                  <c:v>64</c:v>
                </c:pt>
                <c:pt idx="3273">
                  <c:v>64</c:v>
                </c:pt>
                <c:pt idx="3274">
                  <c:v>61</c:v>
                </c:pt>
                <c:pt idx="3275">
                  <c:v>62</c:v>
                </c:pt>
                <c:pt idx="3276">
                  <c:v>65</c:v>
                </c:pt>
                <c:pt idx="3277">
                  <c:v>64</c:v>
                </c:pt>
                <c:pt idx="3278">
                  <c:v>64</c:v>
                </c:pt>
                <c:pt idx="3279">
                  <c:v>64</c:v>
                </c:pt>
                <c:pt idx="3280">
                  <c:v>64</c:v>
                </c:pt>
                <c:pt idx="3281">
                  <c:v>64</c:v>
                </c:pt>
                <c:pt idx="3282">
                  <c:v>63</c:v>
                </c:pt>
                <c:pt idx="3283">
                  <c:v>63</c:v>
                </c:pt>
                <c:pt idx="3284">
                  <c:v>63</c:v>
                </c:pt>
                <c:pt idx="3285">
                  <c:v>70</c:v>
                </c:pt>
                <c:pt idx="3286">
                  <c:v>69</c:v>
                </c:pt>
                <c:pt idx="3287">
                  <c:v>62</c:v>
                </c:pt>
                <c:pt idx="3288">
                  <c:v>63</c:v>
                </c:pt>
                <c:pt idx="3289">
                  <c:v>62</c:v>
                </c:pt>
                <c:pt idx="3290">
                  <c:v>62</c:v>
                </c:pt>
                <c:pt idx="3291">
                  <c:v>63</c:v>
                </c:pt>
                <c:pt idx="3292">
                  <c:v>63</c:v>
                </c:pt>
                <c:pt idx="3293">
                  <c:v>63</c:v>
                </c:pt>
                <c:pt idx="3294">
                  <c:v>61</c:v>
                </c:pt>
                <c:pt idx="3295">
                  <c:v>61</c:v>
                </c:pt>
                <c:pt idx="3296">
                  <c:v>61</c:v>
                </c:pt>
                <c:pt idx="3297">
                  <c:v>62</c:v>
                </c:pt>
                <c:pt idx="3298">
                  <c:v>62</c:v>
                </c:pt>
                <c:pt idx="3299">
                  <c:v>62</c:v>
                </c:pt>
                <c:pt idx="3300">
                  <c:v>61</c:v>
                </c:pt>
                <c:pt idx="3301">
                  <c:v>63</c:v>
                </c:pt>
                <c:pt idx="3302">
                  <c:v>65</c:v>
                </c:pt>
                <c:pt idx="3303">
                  <c:v>66</c:v>
                </c:pt>
                <c:pt idx="3304">
                  <c:v>65</c:v>
                </c:pt>
                <c:pt idx="3305">
                  <c:v>65</c:v>
                </c:pt>
                <c:pt idx="3306">
                  <c:v>65</c:v>
                </c:pt>
                <c:pt idx="3307">
                  <c:v>66</c:v>
                </c:pt>
                <c:pt idx="3308">
                  <c:v>65</c:v>
                </c:pt>
                <c:pt idx="3309">
                  <c:v>65</c:v>
                </c:pt>
                <c:pt idx="3310">
                  <c:v>65</c:v>
                </c:pt>
                <c:pt idx="3311">
                  <c:v>67</c:v>
                </c:pt>
                <c:pt idx="3312">
                  <c:v>66</c:v>
                </c:pt>
                <c:pt idx="3313">
                  <c:v>65</c:v>
                </c:pt>
                <c:pt idx="3314">
                  <c:v>66</c:v>
                </c:pt>
                <c:pt idx="3315">
                  <c:v>65</c:v>
                </c:pt>
                <c:pt idx="3316">
                  <c:v>64</c:v>
                </c:pt>
                <c:pt idx="3317">
                  <c:v>64</c:v>
                </c:pt>
                <c:pt idx="3318">
                  <c:v>64</c:v>
                </c:pt>
                <c:pt idx="3319">
                  <c:v>65</c:v>
                </c:pt>
                <c:pt idx="3320">
                  <c:v>66</c:v>
                </c:pt>
                <c:pt idx="3321">
                  <c:v>67</c:v>
                </c:pt>
                <c:pt idx="3322">
                  <c:v>68</c:v>
                </c:pt>
                <c:pt idx="3323">
                  <c:v>70</c:v>
                </c:pt>
                <c:pt idx="3324">
                  <c:v>69</c:v>
                </c:pt>
                <c:pt idx="3325">
                  <c:v>69</c:v>
                </c:pt>
                <c:pt idx="3326">
                  <c:v>68</c:v>
                </c:pt>
                <c:pt idx="3327">
                  <c:v>67</c:v>
                </c:pt>
                <c:pt idx="3328">
                  <c:v>68</c:v>
                </c:pt>
                <c:pt idx="3329">
                  <c:v>70</c:v>
                </c:pt>
                <c:pt idx="3330">
                  <c:v>67</c:v>
                </c:pt>
                <c:pt idx="3331">
                  <c:v>66</c:v>
                </c:pt>
                <c:pt idx="3332">
                  <c:v>67</c:v>
                </c:pt>
                <c:pt idx="3333">
                  <c:v>67</c:v>
                </c:pt>
                <c:pt idx="3334">
                  <c:v>67</c:v>
                </c:pt>
                <c:pt idx="3335">
                  <c:v>66</c:v>
                </c:pt>
                <c:pt idx="3336">
                  <c:v>64</c:v>
                </c:pt>
                <c:pt idx="3337">
                  <c:v>66</c:v>
                </c:pt>
                <c:pt idx="3338">
                  <c:v>66</c:v>
                </c:pt>
                <c:pt idx="3339">
                  <c:v>64</c:v>
                </c:pt>
                <c:pt idx="3340">
                  <c:v>64</c:v>
                </c:pt>
                <c:pt idx="3341">
                  <c:v>64</c:v>
                </c:pt>
                <c:pt idx="3342">
                  <c:v>65</c:v>
                </c:pt>
                <c:pt idx="3343">
                  <c:v>65</c:v>
                </c:pt>
                <c:pt idx="3344">
                  <c:v>64</c:v>
                </c:pt>
                <c:pt idx="3345">
                  <c:v>64</c:v>
                </c:pt>
                <c:pt idx="3346">
                  <c:v>62</c:v>
                </c:pt>
                <c:pt idx="3347">
                  <c:v>62</c:v>
                </c:pt>
                <c:pt idx="3348">
                  <c:v>62</c:v>
                </c:pt>
                <c:pt idx="3349">
                  <c:v>61</c:v>
                </c:pt>
                <c:pt idx="3350">
                  <c:v>61</c:v>
                </c:pt>
                <c:pt idx="3351">
                  <c:v>62</c:v>
                </c:pt>
                <c:pt idx="3352">
                  <c:v>63</c:v>
                </c:pt>
                <c:pt idx="3353">
                  <c:v>64</c:v>
                </c:pt>
                <c:pt idx="3354">
                  <c:v>64</c:v>
                </c:pt>
                <c:pt idx="3355">
                  <c:v>64</c:v>
                </c:pt>
                <c:pt idx="3356">
                  <c:v>65</c:v>
                </c:pt>
                <c:pt idx="3357">
                  <c:v>65</c:v>
                </c:pt>
                <c:pt idx="3358">
                  <c:v>64</c:v>
                </c:pt>
                <c:pt idx="3359">
                  <c:v>64</c:v>
                </c:pt>
                <c:pt idx="3360">
                  <c:v>64</c:v>
                </c:pt>
                <c:pt idx="3361">
                  <c:v>65</c:v>
                </c:pt>
                <c:pt idx="3362">
                  <c:v>64</c:v>
                </c:pt>
                <c:pt idx="3363">
                  <c:v>63</c:v>
                </c:pt>
                <c:pt idx="3364">
                  <c:v>65</c:v>
                </c:pt>
                <c:pt idx="3365">
                  <c:v>61</c:v>
                </c:pt>
                <c:pt idx="3366">
                  <c:v>63</c:v>
                </c:pt>
                <c:pt idx="3367">
                  <c:v>64</c:v>
                </c:pt>
                <c:pt idx="3368">
                  <c:v>64</c:v>
                </c:pt>
                <c:pt idx="3369">
                  <c:v>63</c:v>
                </c:pt>
                <c:pt idx="3370">
                  <c:v>63</c:v>
                </c:pt>
                <c:pt idx="3371">
                  <c:v>64</c:v>
                </c:pt>
                <c:pt idx="3372">
                  <c:v>64</c:v>
                </c:pt>
                <c:pt idx="3373">
                  <c:v>65</c:v>
                </c:pt>
                <c:pt idx="3374">
                  <c:v>65</c:v>
                </c:pt>
                <c:pt idx="3375">
                  <c:v>65</c:v>
                </c:pt>
                <c:pt idx="3376">
                  <c:v>64</c:v>
                </c:pt>
                <c:pt idx="3377">
                  <c:v>61</c:v>
                </c:pt>
                <c:pt idx="3378">
                  <c:v>62</c:v>
                </c:pt>
                <c:pt idx="3379">
                  <c:v>61</c:v>
                </c:pt>
                <c:pt idx="3380">
                  <c:v>62</c:v>
                </c:pt>
                <c:pt idx="3381">
                  <c:v>61</c:v>
                </c:pt>
                <c:pt idx="3382">
                  <c:v>61</c:v>
                </c:pt>
                <c:pt idx="3383">
                  <c:v>60</c:v>
                </c:pt>
                <c:pt idx="3384">
                  <c:v>63</c:v>
                </c:pt>
                <c:pt idx="3385">
                  <c:v>63</c:v>
                </c:pt>
                <c:pt idx="3386">
                  <c:v>60</c:v>
                </c:pt>
                <c:pt idx="3387">
                  <c:v>60</c:v>
                </c:pt>
                <c:pt idx="3388">
                  <c:v>64</c:v>
                </c:pt>
                <c:pt idx="3389">
                  <c:v>62</c:v>
                </c:pt>
                <c:pt idx="3390">
                  <c:v>60</c:v>
                </c:pt>
                <c:pt idx="3391">
                  <c:v>61</c:v>
                </c:pt>
                <c:pt idx="3392">
                  <c:v>64</c:v>
                </c:pt>
                <c:pt idx="3393">
                  <c:v>63</c:v>
                </c:pt>
                <c:pt idx="3394">
                  <c:v>62</c:v>
                </c:pt>
                <c:pt idx="3395">
                  <c:v>63</c:v>
                </c:pt>
                <c:pt idx="3396">
                  <c:v>62</c:v>
                </c:pt>
                <c:pt idx="3397">
                  <c:v>61</c:v>
                </c:pt>
                <c:pt idx="3398">
                  <c:v>62</c:v>
                </c:pt>
                <c:pt idx="3399">
                  <c:v>63</c:v>
                </c:pt>
                <c:pt idx="3400">
                  <c:v>63</c:v>
                </c:pt>
                <c:pt idx="3401">
                  <c:v>64</c:v>
                </c:pt>
                <c:pt idx="3402">
                  <c:v>64</c:v>
                </c:pt>
                <c:pt idx="3403">
                  <c:v>67</c:v>
                </c:pt>
                <c:pt idx="3404">
                  <c:v>67</c:v>
                </c:pt>
                <c:pt idx="3405">
                  <c:v>65</c:v>
                </c:pt>
                <c:pt idx="3406">
                  <c:v>66</c:v>
                </c:pt>
                <c:pt idx="3407">
                  <c:v>68</c:v>
                </c:pt>
                <c:pt idx="3408">
                  <c:v>67</c:v>
                </c:pt>
                <c:pt idx="3409">
                  <c:v>65</c:v>
                </c:pt>
                <c:pt idx="3410">
                  <c:v>66</c:v>
                </c:pt>
                <c:pt idx="3411">
                  <c:v>65</c:v>
                </c:pt>
                <c:pt idx="3412">
                  <c:v>68</c:v>
                </c:pt>
                <c:pt idx="3413">
                  <c:v>89</c:v>
                </c:pt>
                <c:pt idx="3414">
                  <c:v>80</c:v>
                </c:pt>
                <c:pt idx="3415">
                  <c:v>87</c:v>
                </c:pt>
                <c:pt idx="3416">
                  <c:v>70</c:v>
                </c:pt>
                <c:pt idx="3417">
                  <c:v>84</c:v>
                </c:pt>
                <c:pt idx="3418">
                  <c:v>98</c:v>
                </c:pt>
                <c:pt idx="3419">
                  <c:v>75</c:v>
                </c:pt>
                <c:pt idx="3420">
                  <c:v>75</c:v>
                </c:pt>
                <c:pt idx="3421">
                  <c:v>76</c:v>
                </c:pt>
                <c:pt idx="3422">
                  <c:v>78</c:v>
                </c:pt>
                <c:pt idx="3423">
                  <c:v>80</c:v>
                </c:pt>
                <c:pt idx="3424">
                  <c:v>108</c:v>
                </c:pt>
                <c:pt idx="3425">
                  <c:v>79</c:v>
                </c:pt>
                <c:pt idx="3426">
                  <c:v>128</c:v>
                </c:pt>
                <c:pt idx="3427">
                  <c:v>88</c:v>
                </c:pt>
                <c:pt idx="3428">
                  <c:v>77</c:v>
                </c:pt>
                <c:pt idx="3429">
                  <c:v>105</c:v>
                </c:pt>
                <c:pt idx="3430">
                  <c:v>77</c:v>
                </c:pt>
                <c:pt idx="3431">
                  <c:v>86</c:v>
                </c:pt>
                <c:pt idx="3432">
                  <c:v>78</c:v>
                </c:pt>
                <c:pt idx="3433">
                  <c:v>100</c:v>
                </c:pt>
                <c:pt idx="3434">
                  <c:v>88</c:v>
                </c:pt>
                <c:pt idx="3435">
                  <c:v>77</c:v>
                </c:pt>
                <c:pt idx="3436">
                  <c:v>87</c:v>
                </c:pt>
                <c:pt idx="3437">
                  <c:v>106</c:v>
                </c:pt>
                <c:pt idx="3438">
                  <c:v>100</c:v>
                </c:pt>
                <c:pt idx="3439">
                  <c:v>80</c:v>
                </c:pt>
                <c:pt idx="3440">
                  <c:v>79</c:v>
                </c:pt>
                <c:pt idx="3441">
                  <c:v>88</c:v>
                </c:pt>
                <c:pt idx="3442">
                  <c:v>87</c:v>
                </c:pt>
                <c:pt idx="3443">
                  <c:v>78</c:v>
                </c:pt>
                <c:pt idx="3444">
                  <c:v>76</c:v>
                </c:pt>
                <c:pt idx="3445">
                  <c:v>80</c:v>
                </c:pt>
                <c:pt idx="3446">
                  <c:v>89</c:v>
                </c:pt>
                <c:pt idx="3447">
                  <c:v>78</c:v>
                </c:pt>
                <c:pt idx="3448">
                  <c:v>78</c:v>
                </c:pt>
                <c:pt idx="3449">
                  <c:v>81</c:v>
                </c:pt>
                <c:pt idx="3450">
                  <c:v>80</c:v>
                </c:pt>
                <c:pt idx="3451">
                  <c:v>83</c:v>
                </c:pt>
                <c:pt idx="3452">
                  <c:v>80</c:v>
                </c:pt>
                <c:pt idx="3453">
                  <c:v>80</c:v>
                </c:pt>
                <c:pt idx="3454">
                  <c:v>103</c:v>
                </c:pt>
                <c:pt idx="3455">
                  <c:v>103</c:v>
                </c:pt>
                <c:pt idx="3456">
                  <c:v>102</c:v>
                </c:pt>
                <c:pt idx="3457">
                  <c:v>81</c:v>
                </c:pt>
                <c:pt idx="3458">
                  <c:v>80</c:v>
                </c:pt>
                <c:pt idx="3459">
                  <c:v>80</c:v>
                </c:pt>
                <c:pt idx="3460">
                  <c:v>82</c:v>
                </c:pt>
                <c:pt idx="3461">
                  <c:v>79</c:v>
                </c:pt>
                <c:pt idx="3462">
                  <c:v>83</c:v>
                </c:pt>
                <c:pt idx="3463">
                  <c:v>96</c:v>
                </c:pt>
                <c:pt idx="3464">
                  <c:v>83</c:v>
                </c:pt>
                <c:pt idx="3465">
                  <c:v>81</c:v>
                </c:pt>
                <c:pt idx="3466">
                  <c:v>85</c:v>
                </c:pt>
                <c:pt idx="3467">
                  <c:v>88</c:v>
                </c:pt>
                <c:pt idx="3468">
                  <c:v>87</c:v>
                </c:pt>
                <c:pt idx="3469">
                  <c:v>85</c:v>
                </c:pt>
                <c:pt idx="3470">
                  <c:v>88</c:v>
                </c:pt>
                <c:pt idx="3471">
                  <c:v>87</c:v>
                </c:pt>
                <c:pt idx="3472">
                  <c:v>84</c:v>
                </c:pt>
                <c:pt idx="3473">
                  <c:v>82</c:v>
                </c:pt>
                <c:pt idx="3474">
                  <c:v>80</c:v>
                </c:pt>
                <c:pt idx="3475">
                  <c:v>80</c:v>
                </c:pt>
                <c:pt idx="3476">
                  <c:v>77</c:v>
                </c:pt>
                <c:pt idx="3477">
                  <c:v>77</c:v>
                </c:pt>
                <c:pt idx="3478">
                  <c:v>75</c:v>
                </c:pt>
                <c:pt idx="3479">
                  <c:v>73</c:v>
                </c:pt>
                <c:pt idx="3480">
                  <c:v>74</c:v>
                </c:pt>
                <c:pt idx="3481">
                  <c:v>75</c:v>
                </c:pt>
                <c:pt idx="3482">
                  <c:v>73</c:v>
                </c:pt>
                <c:pt idx="3483">
                  <c:v>72</c:v>
                </c:pt>
                <c:pt idx="3484">
                  <c:v>72</c:v>
                </c:pt>
                <c:pt idx="3485">
                  <c:v>72</c:v>
                </c:pt>
                <c:pt idx="3486">
                  <c:v>74</c:v>
                </c:pt>
                <c:pt idx="3487">
                  <c:v>72</c:v>
                </c:pt>
                <c:pt idx="3488">
                  <c:v>72</c:v>
                </c:pt>
                <c:pt idx="3489">
                  <c:v>71</c:v>
                </c:pt>
                <c:pt idx="3490">
                  <c:v>74</c:v>
                </c:pt>
                <c:pt idx="3491">
                  <c:v>73</c:v>
                </c:pt>
                <c:pt idx="3492">
                  <c:v>72</c:v>
                </c:pt>
                <c:pt idx="3493">
                  <c:v>74</c:v>
                </c:pt>
                <c:pt idx="3494">
                  <c:v>75</c:v>
                </c:pt>
                <c:pt idx="3495">
                  <c:v>75</c:v>
                </c:pt>
                <c:pt idx="3496">
                  <c:v>76</c:v>
                </c:pt>
                <c:pt idx="3497">
                  <c:v>78</c:v>
                </c:pt>
                <c:pt idx="3498">
                  <c:v>89</c:v>
                </c:pt>
                <c:pt idx="3499">
                  <c:v>78</c:v>
                </c:pt>
                <c:pt idx="3500">
                  <c:v>76</c:v>
                </c:pt>
                <c:pt idx="3501">
                  <c:v>126</c:v>
                </c:pt>
                <c:pt idx="3502">
                  <c:v>106</c:v>
                </c:pt>
                <c:pt idx="3503">
                  <c:v>79</c:v>
                </c:pt>
                <c:pt idx="3504">
                  <c:v>93</c:v>
                </c:pt>
                <c:pt idx="3505">
                  <c:v>82</c:v>
                </c:pt>
                <c:pt idx="3506">
                  <c:v>82</c:v>
                </c:pt>
                <c:pt idx="3507">
                  <c:v>85</c:v>
                </c:pt>
                <c:pt idx="3508">
                  <c:v>80</c:v>
                </c:pt>
                <c:pt idx="3509">
                  <c:v>82</c:v>
                </c:pt>
                <c:pt idx="3510">
                  <c:v>79</c:v>
                </c:pt>
                <c:pt idx="3511">
                  <c:v>94</c:v>
                </c:pt>
                <c:pt idx="3512">
                  <c:v>80</c:v>
                </c:pt>
                <c:pt idx="3513">
                  <c:v>113</c:v>
                </c:pt>
                <c:pt idx="3514">
                  <c:v>76</c:v>
                </c:pt>
                <c:pt idx="3515">
                  <c:v>75</c:v>
                </c:pt>
                <c:pt idx="3516">
                  <c:v>76</c:v>
                </c:pt>
                <c:pt idx="3517">
                  <c:v>76</c:v>
                </c:pt>
                <c:pt idx="3518">
                  <c:v>111</c:v>
                </c:pt>
                <c:pt idx="3519">
                  <c:v>76</c:v>
                </c:pt>
                <c:pt idx="3520">
                  <c:v>87</c:v>
                </c:pt>
                <c:pt idx="3521">
                  <c:v>91</c:v>
                </c:pt>
                <c:pt idx="3522">
                  <c:v>100</c:v>
                </c:pt>
                <c:pt idx="3523">
                  <c:v>75</c:v>
                </c:pt>
                <c:pt idx="3524">
                  <c:v>74</c:v>
                </c:pt>
                <c:pt idx="3525">
                  <c:v>75</c:v>
                </c:pt>
                <c:pt idx="3526">
                  <c:v>75</c:v>
                </c:pt>
                <c:pt idx="3527">
                  <c:v>87</c:v>
                </c:pt>
                <c:pt idx="3528">
                  <c:v>102</c:v>
                </c:pt>
                <c:pt idx="3529">
                  <c:v>74</c:v>
                </c:pt>
                <c:pt idx="3530">
                  <c:v>75</c:v>
                </c:pt>
                <c:pt idx="3531">
                  <c:v>75</c:v>
                </c:pt>
                <c:pt idx="3532">
                  <c:v>73</c:v>
                </c:pt>
                <c:pt idx="3533">
                  <c:v>73</c:v>
                </c:pt>
                <c:pt idx="3534">
                  <c:v>71</c:v>
                </c:pt>
                <c:pt idx="3535">
                  <c:v>71</c:v>
                </c:pt>
                <c:pt idx="3536">
                  <c:v>71</c:v>
                </c:pt>
                <c:pt idx="3537">
                  <c:v>72</c:v>
                </c:pt>
                <c:pt idx="3538">
                  <c:v>72</c:v>
                </c:pt>
                <c:pt idx="3539">
                  <c:v>73</c:v>
                </c:pt>
                <c:pt idx="3540">
                  <c:v>72</c:v>
                </c:pt>
                <c:pt idx="3541">
                  <c:v>72</c:v>
                </c:pt>
                <c:pt idx="3542">
                  <c:v>76</c:v>
                </c:pt>
                <c:pt idx="3543">
                  <c:v>88</c:v>
                </c:pt>
                <c:pt idx="3544">
                  <c:v>89</c:v>
                </c:pt>
                <c:pt idx="3545">
                  <c:v>88</c:v>
                </c:pt>
                <c:pt idx="3546">
                  <c:v>76</c:v>
                </c:pt>
                <c:pt idx="3547">
                  <c:v>78</c:v>
                </c:pt>
                <c:pt idx="3548">
                  <c:v>80</c:v>
                </c:pt>
                <c:pt idx="3549">
                  <c:v>82</c:v>
                </c:pt>
                <c:pt idx="3550">
                  <c:v>82</c:v>
                </c:pt>
                <c:pt idx="3551">
                  <c:v>82</c:v>
                </c:pt>
                <c:pt idx="3552">
                  <c:v>80</c:v>
                </c:pt>
                <c:pt idx="3553">
                  <c:v>84</c:v>
                </c:pt>
                <c:pt idx="3554">
                  <c:v>80</c:v>
                </c:pt>
                <c:pt idx="3555">
                  <c:v>94</c:v>
                </c:pt>
                <c:pt idx="3556">
                  <c:v>90</c:v>
                </c:pt>
                <c:pt idx="3557">
                  <c:v>77</c:v>
                </c:pt>
                <c:pt idx="3558">
                  <c:v>76</c:v>
                </c:pt>
                <c:pt idx="3559">
                  <c:v>74</c:v>
                </c:pt>
                <c:pt idx="3560">
                  <c:v>73</c:v>
                </c:pt>
                <c:pt idx="3561">
                  <c:v>74</c:v>
                </c:pt>
                <c:pt idx="3562">
                  <c:v>73</c:v>
                </c:pt>
                <c:pt idx="3563">
                  <c:v>75</c:v>
                </c:pt>
                <c:pt idx="3564">
                  <c:v>75</c:v>
                </c:pt>
                <c:pt idx="3565">
                  <c:v>85</c:v>
                </c:pt>
                <c:pt idx="3566">
                  <c:v>98</c:v>
                </c:pt>
                <c:pt idx="3567">
                  <c:v>72</c:v>
                </c:pt>
                <c:pt idx="3568">
                  <c:v>72</c:v>
                </c:pt>
                <c:pt idx="3569">
                  <c:v>73</c:v>
                </c:pt>
                <c:pt idx="3570">
                  <c:v>85</c:v>
                </c:pt>
                <c:pt idx="3571">
                  <c:v>85</c:v>
                </c:pt>
                <c:pt idx="3572">
                  <c:v>90</c:v>
                </c:pt>
                <c:pt idx="3573">
                  <c:v>85</c:v>
                </c:pt>
                <c:pt idx="3574">
                  <c:v>76</c:v>
                </c:pt>
                <c:pt idx="3575">
                  <c:v>77</c:v>
                </c:pt>
                <c:pt idx="3576">
                  <c:v>76</c:v>
                </c:pt>
                <c:pt idx="3577">
                  <c:v>89</c:v>
                </c:pt>
                <c:pt idx="3578">
                  <c:v>87</c:v>
                </c:pt>
                <c:pt idx="3579">
                  <c:v>85</c:v>
                </c:pt>
                <c:pt idx="3580">
                  <c:v>85</c:v>
                </c:pt>
                <c:pt idx="3581">
                  <c:v>86</c:v>
                </c:pt>
                <c:pt idx="3582">
                  <c:v>77</c:v>
                </c:pt>
                <c:pt idx="3583">
                  <c:v>90</c:v>
                </c:pt>
                <c:pt idx="3584">
                  <c:v>90</c:v>
                </c:pt>
                <c:pt idx="3585">
                  <c:v>78</c:v>
                </c:pt>
                <c:pt idx="3586">
                  <c:v>90</c:v>
                </c:pt>
                <c:pt idx="3587">
                  <c:v>79</c:v>
                </c:pt>
                <c:pt idx="3588">
                  <c:v>78</c:v>
                </c:pt>
                <c:pt idx="3589">
                  <c:v>76</c:v>
                </c:pt>
                <c:pt idx="3590">
                  <c:v>105</c:v>
                </c:pt>
                <c:pt idx="3591">
                  <c:v>77</c:v>
                </c:pt>
                <c:pt idx="3592">
                  <c:v>103</c:v>
                </c:pt>
                <c:pt idx="3593">
                  <c:v>103</c:v>
                </c:pt>
                <c:pt idx="3594">
                  <c:v>88</c:v>
                </c:pt>
                <c:pt idx="3595">
                  <c:v>89</c:v>
                </c:pt>
                <c:pt idx="3596">
                  <c:v>79</c:v>
                </c:pt>
                <c:pt idx="3597">
                  <c:v>80</c:v>
                </c:pt>
                <c:pt idx="3598">
                  <c:v>80</c:v>
                </c:pt>
                <c:pt idx="3599">
                  <c:v>80</c:v>
                </c:pt>
                <c:pt idx="3600">
                  <c:v>90</c:v>
                </c:pt>
                <c:pt idx="3601">
                  <c:v>79</c:v>
                </c:pt>
                <c:pt idx="3602">
                  <c:v>76</c:v>
                </c:pt>
                <c:pt idx="3603">
                  <c:v>89</c:v>
                </c:pt>
                <c:pt idx="3604">
                  <c:v>87</c:v>
                </c:pt>
                <c:pt idx="3605">
                  <c:v>100</c:v>
                </c:pt>
                <c:pt idx="3606">
                  <c:v>86</c:v>
                </c:pt>
                <c:pt idx="3607">
                  <c:v>84</c:v>
                </c:pt>
                <c:pt idx="3608">
                  <c:v>72</c:v>
                </c:pt>
                <c:pt idx="3609">
                  <c:v>72</c:v>
                </c:pt>
                <c:pt idx="3610">
                  <c:v>75</c:v>
                </c:pt>
                <c:pt idx="3611">
                  <c:v>76</c:v>
                </c:pt>
                <c:pt idx="3612">
                  <c:v>78</c:v>
                </c:pt>
                <c:pt idx="3613">
                  <c:v>83</c:v>
                </c:pt>
                <c:pt idx="3614">
                  <c:v>85</c:v>
                </c:pt>
                <c:pt idx="3615">
                  <c:v>87</c:v>
                </c:pt>
                <c:pt idx="3616">
                  <c:v>83</c:v>
                </c:pt>
                <c:pt idx="3617">
                  <c:v>83</c:v>
                </c:pt>
                <c:pt idx="3618">
                  <c:v>84</c:v>
                </c:pt>
                <c:pt idx="3619">
                  <c:v>85</c:v>
                </c:pt>
                <c:pt idx="3620">
                  <c:v>94</c:v>
                </c:pt>
                <c:pt idx="3621">
                  <c:v>90</c:v>
                </c:pt>
                <c:pt idx="3622">
                  <c:v>86</c:v>
                </c:pt>
                <c:pt idx="3623">
                  <c:v>85</c:v>
                </c:pt>
                <c:pt idx="3624">
                  <c:v>88</c:v>
                </c:pt>
                <c:pt idx="3625">
                  <c:v>87</c:v>
                </c:pt>
                <c:pt idx="3626">
                  <c:v>99</c:v>
                </c:pt>
                <c:pt idx="3627">
                  <c:v>94</c:v>
                </c:pt>
                <c:pt idx="3628">
                  <c:v>89</c:v>
                </c:pt>
                <c:pt idx="3629">
                  <c:v>91</c:v>
                </c:pt>
                <c:pt idx="3630">
                  <c:v>80</c:v>
                </c:pt>
                <c:pt idx="3631">
                  <c:v>95</c:v>
                </c:pt>
                <c:pt idx="3632">
                  <c:v>81</c:v>
                </c:pt>
                <c:pt idx="3633">
                  <c:v>80</c:v>
                </c:pt>
                <c:pt idx="3634">
                  <c:v>91</c:v>
                </c:pt>
                <c:pt idx="3635">
                  <c:v>87</c:v>
                </c:pt>
                <c:pt idx="3636">
                  <c:v>76</c:v>
                </c:pt>
                <c:pt idx="3637">
                  <c:v>76</c:v>
                </c:pt>
                <c:pt idx="3638">
                  <c:v>77</c:v>
                </c:pt>
                <c:pt idx="3639">
                  <c:v>77</c:v>
                </c:pt>
                <c:pt idx="3640">
                  <c:v>78</c:v>
                </c:pt>
                <c:pt idx="3641">
                  <c:v>78</c:v>
                </c:pt>
                <c:pt idx="3642">
                  <c:v>77</c:v>
                </c:pt>
                <c:pt idx="3643">
                  <c:v>106</c:v>
                </c:pt>
                <c:pt idx="3644">
                  <c:v>102</c:v>
                </c:pt>
                <c:pt idx="3645">
                  <c:v>80</c:v>
                </c:pt>
                <c:pt idx="3646">
                  <c:v>79</c:v>
                </c:pt>
                <c:pt idx="3647">
                  <c:v>80</c:v>
                </c:pt>
                <c:pt idx="3648">
                  <c:v>80</c:v>
                </c:pt>
                <c:pt idx="3649">
                  <c:v>82</c:v>
                </c:pt>
                <c:pt idx="3650">
                  <c:v>80</c:v>
                </c:pt>
                <c:pt idx="3651">
                  <c:v>81</c:v>
                </c:pt>
                <c:pt idx="3652">
                  <c:v>81</c:v>
                </c:pt>
                <c:pt idx="3653">
                  <c:v>90</c:v>
                </c:pt>
                <c:pt idx="3654">
                  <c:v>76</c:v>
                </c:pt>
                <c:pt idx="3655">
                  <c:v>88</c:v>
                </c:pt>
                <c:pt idx="3656">
                  <c:v>73</c:v>
                </c:pt>
                <c:pt idx="3657">
                  <c:v>71</c:v>
                </c:pt>
                <c:pt idx="3658">
                  <c:v>70</c:v>
                </c:pt>
                <c:pt idx="3659">
                  <c:v>71</c:v>
                </c:pt>
                <c:pt idx="3660">
                  <c:v>74</c:v>
                </c:pt>
                <c:pt idx="3661">
                  <c:v>76</c:v>
                </c:pt>
                <c:pt idx="3662">
                  <c:v>76</c:v>
                </c:pt>
                <c:pt idx="3663">
                  <c:v>78</c:v>
                </c:pt>
                <c:pt idx="3664">
                  <c:v>80</c:v>
                </c:pt>
                <c:pt idx="3665">
                  <c:v>78</c:v>
                </c:pt>
                <c:pt idx="3666">
                  <c:v>99</c:v>
                </c:pt>
                <c:pt idx="3667">
                  <c:v>103</c:v>
                </c:pt>
                <c:pt idx="3668">
                  <c:v>76</c:v>
                </c:pt>
                <c:pt idx="3669">
                  <c:v>88</c:v>
                </c:pt>
                <c:pt idx="3670">
                  <c:v>75</c:v>
                </c:pt>
                <c:pt idx="3671">
                  <c:v>75</c:v>
                </c:pt>
                <c:pt idx="3672">
                  <c:v>75</c:v>
                </c:pt>
                <c:pt idx="3673">
                  <c:v>74</c:v>
                </c:pt>
                <c:pt idx="3674">
                  <c:v>74</c:v>
                </c:pt>
                <c:pt idx="3675">
                  <c:v>72</c:v>
                </c:pt>
                <c:pt idx="3676">
                  <c:v>72</c:v>
                </c:pt>
                <c:pt idx="3677">
                  <c:v>74</c:v>
                </c:pt>
                <c:pt idx="3678">
                  <c:v>72</c:v>
                </c:pt>
                <c:pt idx="3679">
                  <c:v>72</c:v>
                </c:pt>
                <c:pt idx="3680">
                  <c:v>72</c:v>
                </c:pt>
                <c:pt idx="3681">
                  <c:v>72</c:v>
                </c:pt>
                <c:pt idx="3682">
                  <c:v>72</c:v>
                </c:pt>
                <c:pt idx="3683">
                  <c:v>72</c:v>
                </c:pt>
                <c:pt idx="3684">
                  <c:v>72</c:v>
                </c:pt>
                <c:pt idx="3685">
                  <c:v>70</c:v>
                </c:pt>
                <c:pt idx="3686">
                  <c:v>94</c:v>
                </c:pt>
                <c:pt idx="3687">
                  <c:v>116</c:v>
                </c:pt>
                <c:pt idx="3688">
                  <c:v>75</c:v>
                </c:pt>
                <c:pt idx="3689">
                  <c:v>74</c:v>
                </c:pt>
                <c:pt idx="3690">
                  <c:v>71</c:v>
                </c:pt>
                <c:pt idx="3691">
                  <c:v>71</c:v>
                </c:pt>
                <c:pt idx="3692">
                  <c:v>70</c:v>
                </c:pt>
                <c:pt idx="3693">
                  <c:v>70</c:v>
                </c:pt>
                <c:pt idx="3694">
                  <c:v>72</c:v>
                </c:pt>
                <c:pt idx="3695">
                  <c:v>71</c:v>
                </c:pt>
                <c:pt idx="3696">
                  <c:v>70</c:v>
                </c:pt>
                <c:pt idx="3697">
                  <c:v>82</c:v>
                </c:pt>
                <c:pt idx="3698">
                  <c:v>80</c:v>
                </c:pt>
                <c:pt idx="3699">
                  <c:v>82</c:v>
                </c:pt>
                <c:pt idx="3700">
                  <c:v>75</c:v>
                </c:pt>
                <c:pt idx="3701">
                  <c:v>75</c:v>
                </c:pt>
                <c:pt idx="3702">
                  <c:v>73</c:v>
                </c:pt>
                <c:pt idx="3703">
                  <c:v>72</c:v>
                </c:pt>
                <c:pt idx="3704">
                  <c:v>70</c:v>
                </c:pt>
                <c:pt idx="3705">
                  <c:v>70</c:v>
                </c:pt>
                <c:pt idx="3706">
                  <c:v>70</c:v>
                </c:pt>
                <c:pt idx="3707">
                  <c:v>72</c:v>
                </c:pt>
                <c:pt idx="3708">
                  <c:v>72</c:v>
                </c:pt>
                <c:pt idx="3709">
                  <c:v>71</c:v>
                </c:pt>
                <c:pt idx="3710">
                  <c:v>70</c:v>
                </c:pt>
                <c:pt idx="3711">
                  <c:v>70</c:v>
                </c:pt>
                <c:pt idx="3712">
                  <c:v>68</c:v>
                </c:pt>
                <c:pt idx="3713">
                  <c:v>69</c:v>
                </c:pt>
                <c:pt idx="3714">
                  <c:v>70</c:v>
                </c:pt>
                <c:pt idx="3715">
                  <c:v>70</c:v>
                </c:pt>
                <c:pt idx="3716">
                  <c:v>69</c:v>
                </c:pt>
                <c:pt idx="3717">
                  <c:v>70</c:v>
                </c:pt>
                <c:pt idx="3718">
                  <c:v>70</c:v>
                </c:pt>
                <c:pt idx="3719">
                  <c:v>83</c:v>
                </c:pt>
                <c:pt idx="3720">
                  <c:v>83</c:v>
                </c:pt>
                <c:pt idx="3721">
                  <c:v>70</c:v>
                </c:pt>
                <c:pt idx="3722">
                  <c:v>70</c:v>
                </c:pt>
                <c:pt idx="3723">
                  <c:v>71</c:v>
                </c:pt>
                <c:pt idx="3724">
                  <c:v>69</c:v>
                </c:pt>
                <c:pt idx="3725">
                  <c:v>70</c:v>
                </c:pt>
                <c:pt idx="3726">
                  <c:v>71</c:v>
                </c:pt>
                <c:pt idx="3727">
                  <c:v>71</c:v>
                </c:pt>
                <c:pt idx="3728">
                  <c:v>70</c:v>
                </c:pt>
                <c:pt idx="3729">
                  <c:v>70</c:v>
                </c:pt>
                <c:pt idx="3730">
                  <c:v>71</c:v>
                </c:pt>
                <c:pt idx="3731">
                  <c:v>73</c:v>
                </c:pt>
                <c:pt idx="3732">
                  <c:v>73</c:v>
                </c:pt>
                <c:pt idx="3733">
                  <c:v>72</c:v>
                </c:pt>
                <c:pt idx="3734">
                  <c:v>71</c:v>
                </c:pt>
                <c:pt idx="3735">
                  <c:v>69</c:v>
                </c:pt>
                <c:pt idx="3736">
                  <c:v>69</c:v>
                </c:pt>
                <c:pt idx="3737">
                  <c:v>70</c:v>
                </c:pt>
                <c:pt idx="3738">
                  <c:v>70</c:v>
                </c:pt>
                <c:pt idx="3739">
                  <c:v>68</c:v>
                </c:pt>
                <c:pt idx="3740">
                  <c:v>67</c:v>
                </c:pt>
                <c:pt idx="3741">
                  <c:v>67</c:v>
                </c:pt>
                <c:pt idx="3742">
                  <c:v>72</c:v>
                </c:pt>
                <c:pt idx="3743">
                  <c:v>70</c:v>
                </c:pt>
                <c:pt idx="3744">
                  <c:v>68</c:v>
                </c:pt>
                <c:pt idx="3745">
                  <c:v>67</c:v>
                </c:pt>
                <c:pt idx="3746">
                  <c:v>64</c:v>
                </c:pt>
                <c:pt idx="3747">
                  <c:v>67</c:v>
                </c:pt>
                <c:pt idx="3748">
                  <c:v>67</c:v>
                </c:pt>
                <c:pt idx="3749">
                  <c:v>67</c:v>
                </c:pt>
                <c:pt idx="3750">
                  <c:v>68</c:v>
                </c:pt>
                <c:pt idx="3751">
                  <c:v>70</c:v>
                </c:pt>
                <c:pt idx="3752">
                  <c:v>72</c:v>
                </c:pt>
                <c:pt idx="3753">
                  <c:v>71</c:v>
                </c:pt>
                <c:pt idx="3754">
                  <c:v>72</c:v>
                </c:pt>
                <c:pt idx="3755">
                  <c:v>72</c:v>
                </c:pt>
                <c:pt idx="3756">
                  <c:v>72</c:v>
                </c:pt>
                <c:pt idx="3757">
                  <c:v>73</c:v>
                </c:pt>
                <c:pt idx="3758">
                  <c:v>75</c:v>
                </c:pt>
                <c:pt idx="3759">
                  <c:v>87</c:v>
                </c:pt>
                <c:pt idx="3760">
                  <c:v>100</c:v>
                </c:pt>
                <c:pt idx="3761">
                  <c:v>75</c:v>
                </c:pt>
                <c:pt idx="3762">
                  <c:v>85</c:v>
                </c:pt>
                <c:pt idx="3763">
                  <c:v>75</c:v>
                </c:pt>
                <c:pt idx="3764">
                  <c:v>78</c:v>
                </c:pt>
                <c:pt idx="3765">
                  <c:v>78</c:v>
                </c:pt>
                <c:pt idx="3766">
                  <c:v>75</c:v>
                </c:pt>
                <c:pt idx="3767">
                  <c:v>74</c:v>
                </c:pt>
                <c:pt idx="3768">
                  <c:v>75</c:v>
                </c:pt>
                <c:pt idx="3769">
                  <c:v>74</c:v>
                </c:pt>
                <c:pt idx="3770">
                  <c:v>71</c:v>
                </c:pt>
                <c:pt idx="3771">
                  <c:v>72</c:v>
                </c:pt>
                <c:pt idx="3772">
                  <c:v>75</c:v>
                </c:pt>
                <c:pt idx="3773">
                  <c:v>74</c:v>
                </c:pt>
                <c:pt idx="3774">
                  <c:v>72</c:v>
                </c:pt>
                <c:pt idx="3775">
                  <c:v>72</c:v>
                </c:pt>
                <c:pt idx="3776">
                  <c:v>73</c:v>
                </c:pt>
                <c:pt idx="3777">
                  <c:v>74</c:v>
                </c:pt>
                <c:pt idx="3778">
                  <c:v>73</c:v>
                </c:pt>
                <c:pt idx="3779">
                  <c:v>73</c:v>
                </c:pt>
                <c:pt idx="3780">
                  <c:v>73</c:v>
                </c:pt>
                <c:pt idx="3781">
                  <c:v>74</c:v>
                </c:pt>
                <c:pt idx="3782">
                  <c:v>74</c:v>
                </c:pt>
                <c:pt idx="3783">
                  <c:v>81</c:v>
                </c:pt>
                <c:pt idx="3784">
                  <c:v>71</c:v>
                </c:pt>
                <c:pt idx="3785">
                  <c:v>72</c:v>
                </c:pt>
                <c:pt idx="3786">
                  <c:v>72</c:v>
                </c:pt>
                <c:pt idx="3787">
                  <c:v>72</c:v>
                </c:pt>
                <c:pt idx="3788">
                  <c:v>72</c:v>
                </c:pt>
                <c:pt idx="3789">
                  <c:v>70</c:v>
                </c:pt>
                <c:pt idx="3790">
                  <c:v>71</c:v>
                </c:pt>
                <c:pt idx="3791">
                  <c:v>72</c:v>
                </c:pt>
                <c:pt idx="3792">
                  <c:v>72</c:v>
                </c:pt>
                <c:pt idx="3793">
                  <c:v>72</c:v>
                </c:pt>
                <c:pt idx="3794">
                  <c:v>83</c:v>
                </c:pt>
                <c:pt idx="3795">
                  <c:v>72</c:v>
                </c:pt>
                <c:pt idx="3796">
                  <c:v>80</c:v>
                </c:pt>
                <c:pt idx="3797">
                  <c:v>95</c:v>
                </c:pt>
                <c:pt idx="3798">
                  <c:v>96</c:v>
                </c:pt>
                <c:pt idx="3799">
                  <c:v>84</c:v>
                </c:pt>
                <c:pt idx="3800">
                  <c:v>74</c:v>
                </c:pt>
                <c:pt idx="3801">
                  <c:v>72</c:v>
                </c:pt>
                <c:pt idx="3802">
                  <c:v>75</c:v>
                </c:pt>
                <c:pt idx="3803">
                  <c:v>75</c:v>
                </c:pt>
                <c:pt idx="3804">
                  <c:v>74</c:v>
                </c:pt>
                <c:pt idx="3805">
                  <c:v>72</c:v>
                </c:pt>
                <c:pt idx="3806">
                  <c:v>73</c:v>
                </c:pt>
                <c:pt idx="3807">
                  <c:v>72</c:v>
                </c:pt>
                <c:pt idx="3808">
                  <c:v>74</c:v>
                </c:pt>
                <c:pt idx="3809">
                  <c:v>76</c:v>
                </c:pt>
                <c:pt idx="3810">
                  <c:v>102</c:v>
                </c:pt>
                <c:pt idx="3811">
                  <c:v>102</c:v>
                </c:pt>
                <c:pt idx="3812">
                  <c:v>74</c:v>
                </c:pt>
                <c:pt idx="3813">
                  <c:v>74</c:v>
                </c:pt>
                <c:pt idx="3814">
                  <c:v>75</c:v>
                </c:pt>
                <c:pt idx="3815">
                  <c:v>75</c:v>
                </c:pt>
                <c:pt idx="3816">
                  <c:v>73</c:v>
                </c:pt>
                <c:pt idx="3817">
                  <c:v>74</c:v>
                </c:pt>
                <c:pt idx="3818">
                  <c:v>72</c:v>
                </c:pt>
                <c:pt idx="3819">
                  <c:v>71</c:v>
                </c:pt>
                <c:pt idx="3820">
                  <c:v>69</c:v>
                </c:pt>
                <c:pt idx="3821">
                  <c:v>70</c:v>
                </c:pt>
                <c:pt idx="3822">
                  <c:v>69</c:v>
                </c:pt>
                <c:pt idx="3823">
                  <c:v>68</c:v>
                </c:pt>
                <c:pt idx="3824">
                  <c:v>67</c:v>
                </c:pt>
                <c:pt idx="3825">
                  <c:v>68</c:v>
                </c:pt>
                <c:pt idx="3826">
                  <c:v>72</c:v>
                </c:pt>
                <c:pt idx="3827">
                  <c:v>72</c:v>
                </c:pt>
                <c:pt idx="3828">
                  <c:v>72</c:v>
                </c:pt>
                <c:pt idx="3829">
                  <c:v>72</c:v>
                </c:pt>
                <c:pt idx="3830">
                  <c:v>71</c:v>
                </c:pt>
                <c:pt idx="3831">
                  <c:v>72</c:v>
                </c:pt>
                <c:pt idx="3832">
                  <c:v>72</c:v>
                </c:pt>
                <c:pt idx="3833">
                  <c:v>72</c:v>
                </c:pt>
                <c:pt idx="3834">
                  <c:v>71</c:v>
                </c:pt>
                <c:pt idx="3835">
                  <c:v>71</c:v>
                </c:pt>
                <c:pt idx="3836">
                  <c:v>71</c:v>
                </c:pt>
                <c:pt idx="3837">
                  <c:v>71</c:v>
                </c:pt>
                <c:pt idx="3838">
                  <c:v>70</c:v>
                </c:pt>
                <c:pt idx="3839">
                  <c:v>70</c:v>
                </c:pt>
                <c:pt idx="3840">
                  <c:v>68</c:v>
                </c:pt>
                <c:pt idx="3841">
                  <c:v>72</c:v>
                </c:pt>
                <c:pt idx="3842">
                  <c:v>73</c:v>
                </c:pt>
                <c:pt idx="3843">
                  <c:v>70</c:v>
                </c:pt>
                <c:pt idx="3844">
                  <c:v>70</c:v>
                </c:pt>
                <c:pt idx="3845">
                  <c:v>73</c:v>
                </c:pt>
                <c:pt idx="3846">
                  <c:v>74</c:v>
                </c:pt>
                <c:pt idx="3847">
                  <c:v>75</c:v>
                </c:pt>
                <c:pt idx="3848">
                  <c:v>72</c:v>
                </c:pt>
                <c:pt idx="3849">
                  <c:v>70</c:v>
                </c:pt>
                <c:pt idx="3850">
                  <c:v>70</c:v>
                </c:pt>
                <c:pt idx="3851">
                  <c:v>72</c:v>
                </c:pt>
                <c:pt idx="3852">
                  <c:v>73</c:v>
                </c:pt>
                <c:pt idx="3853">
                  <c:v>74</c:v>
                </c:pt>
                <c:pt idx="3854">
                  <c:v>87</c:v>
                </c:pt>
                <c:pt idx="3855">
                  <c:v>85</c:v>
                </c:pt>
                <c:pt idx="3856">
                  <c:v>73</c:v>
                </c:pt>
                <c:pt idx="3857">
                  <c:v>74</c:v>
                </c:pt>
                <c:pt idx="3858">
                  <c:v>73</c:v>
                </c:pt>
                <c:pt idx="3859">
                  <c:v>75</c:v>
                </c:pt>
                <c:pt idx="3860">
                  <c:v>73</c:v>
                </c:pt>
                <c:pt idx="3861">
                  <c:v>73</c:v>
                </c:pt>
                <c:pt idx="3862">
                  <c:v>74</c:v>
                </c:pt>
                <c:pt idx="3863">
                  <c:v>74</c:v>
                </c:pt>
                <c:pt idx="3864">
                  <c:v>72</c:v>
                </c:pt>
                <c:pt idx="3865">
                  <c:v>74</c:v>
                </c:pt>
                <c:pt idx="3866">
                  <c:v>75</c:v>
                </c:pt>
                <c:pt idx="3867">
                  <c:v>75</c:v>
                </c:pt>
                <c:pt idx="3868">
                  <c:v>74</c:v>
                </c:pt>
                <c:pt idx="3869">
                  <c:v>72</c:v>
                </c:pt>
                <c:pt idx="3870">
                  <c:v>72</c:v>
                </c:pt>
                <c:pt idx="3871">
                  <c:v>72</c:v>
                </c:pt>
                <c:pt idx="3872">
                  <c:v>72</c:v>
                </c:pt>
                <c:pt idx="3873">
                  <c:v>70</c:v>
                </c:pt>
                <c:pt idx="3874">
                  <c:v>69</c:v>
                </c:pt>
                <c:pt idx="3875">
                  <c:v>70</c:v>
                </c:pt>
                <c:pt idx="3876">
                  <c:v>68</c:v>
                </c:pt>
                <c:pt idx="3877">
                  <c:v>68</c:v>
                </c:pt>
                <c:pt idx="3878">
                  <c:v>67</c:v>
                </c:pt>
                <c:pt idx="3879">
                  <c:v>65</c:v>
                </c:pt>
                <c:pt idx="3880">
                  <c:v>67</c:v>
                </c:pt>
                <c:pt idx="3881">
                  <c:v>67</c:v>
                </c:pt>
                <c:pt idx="3882">
                  <c:v>66</c:v>
                </c:pt>
                <c:pt idx="3883">
                  <c:v>65</c:v>
                </c:pt>
                <c:pt idx="3884">
                  <c:v>65</c:v>
                </c:pt>
                <c:pt idx="3885">
                  <c:v>66</c:v>
                </c:pt>
                <c:pt idx="3886">
                  <c:v>67</c:v>
                </c:pt>
                <c:pt idx="3887">
                  <c:v>65</c:v>
                </c:pt>
                <c:pt idx="3888">
                  <c:v>65</c:v>
                </c:pt>
                <c:pt idx="3889">
                  <c:v>65</c:v>
                </c:pt>
                <c:pt idx="3890">
                  <c:v>64</c:v>
                </c:pt>
                <c:pt idx="3891">
                  <c:v>66</c:v>
                </c:pt>
                <c:pt idx="3892">
                  <c:v>68</c:v>
                </c:pt>
                <c:pt idx="3893">
                  <c:v>67</c:v>
                </c:pt>
                <c:pt idx="3894">
                  <c:v>70</c:v>
                </c:pt>
                <c:pt idx="3895">
                  <c:v>70</c:v>
                </c:pt>
                <c:pt idx="3896">
                  <c:v>72</c:v>
                </c:pt>
                <c:pt idx="3897">
                  <c:v>71</c:v>
                </c:pt>
                <c:pt idx="3898">
                  <c:v>73</c:v>
                </c:pt>
                <c:pt idx="3899">
                  <c:v>69</c:v>
                </c:pt>
                <c:pt idx="3900">
                  <c:v>70</c:v>
                </c:pt>
                <c:pt idx="3901">
                  <c:v>91</c:v>
                </c:pt>
                <c:pt idx="3902">
                  <c:v>72</c:v>
                </c:pt>
                <c:pt idx="3903">
                  <c:v>73</c:v>
                </c:pt>
                <c:pt idx="3904">
                  <c:v>70</c:v>
                </c:pt>
                <c:pt idx="3905">
                  <c:v>66</c:v>
                </c:pt>
                <c:pt idx="3906">
                  <c:v>68</c:v>
                </c:pt>
                <c:pt idx="3907">
                  <c:v>70</c:v>
                </c:pt>
                <c:pt idx="3908">
                  <c:v>67</c:v>
                </c:pt>
                <c:pt idx="3909">
                  <c:v>68</c:v>
                </c:pt>
                <c:pt idx="3910">
                  <c:v>68</c:v>
                </c:pt>
                <c:pt idx="3911">
                  <c:v>68</c:v>
                </c:pt>
                <c:pt idx="3912">
                  <c:v>68</c:v>
                </c:pt>
                <c:pt idx="3913">
                  <c:v>68</c:v>
                </c:pt>
                <c:pt idx="3914">
                  <c:v>68</c:v>
                </c:pt>
                <c:pt idx="3915">
                  <c:v>68</c:v>
                </c:pt>
                <c:pt idx="3916">
                  <c:v>71</c:v>
                </c:pt>
                <c:pt idx="3917">
                  <c:v>70</c:v>
                </c:pt>
                <c:pt idx="3918">
                  <c:v>68</c:v>
                </c:pt>
                <c:pt idx="3919">
                  <c:v>69</c:v>
                </c:pt>
                <c:pt idx="3920">
                  <c:v>70</c:v>
                </c:pt>
                <c:pt idx="3921">
                  <c:v>69</c:v>
                </c:pt>
                <c:pt idx="3922">
                  <c:v>70</c:v>
                </c:pt>
                <c:pt idx="3923">
                  <c:v>70</c:v>
                </c:pt>
                <c:pt idx="3924">
                  <c:v>68</c:v>
                </c:pt>
                <c:pt idx="3925">
                  <c:v>68</c:v>
                </c:pt>
                <c:pt idx="3926">
                  <c:v>70</c:v>
                </c:pt>
                <c:pt idx="3927">
                  <c:v>67</c:v>
                </c:pt>
                <c:pt idx="3928">
                  <c:v>67</c:v>
                </c:pt>
                <c:pt idx="3929">
                  <c:v>73</c:v>
                </c:pt>
                <c:pt idx="3930">
                  <c:v>75</c:v>
                </c:pt>
                <c:pt idx="3931">
                  <c:v>78</c:v>
                </c:pt>
                <c:pt idx="3932">
                  <c:v>74</c:v>
                </c:pt>
                <c:pt idx="3933">
                  <c:v>72</c:v>
                </c:pt>
                <c:pt idx="3934">
                  <c:v>77</c:v>
                </c:pt>
                <c:pt idx="3935">
                  <c:v>77</c:v>
                </c:pt>
                <c:pt idx="3936">
                  <c:v>75</c:v>
                </c:pt>
                <c:pt idx="3937">
                  <c:v>76</c:v>
                </c:pt>
                <c:pt idx="3938">
                  <c:v>74</c:v>
                </c:pt>
                <c:pt idx="3939">
                  <c:v>73</c:v>
                </c:pt>
                <c:pt idx="3940">
                  <c:v>74</c:v>
                </c:pt>
                <c:pt idx="3941">
                  <c:v>75</c:v>
                </c:pt>
                <c:pt idx="3942">
                  <c:v>72</c:v>
                </c:pt>
                <c:pt idx="3943">
                  <c:v>72</c:v>
                </c:pt>
                <c:pt idx="3944">
                  <c:v>71</c:v>
                </c:pt>
                <c:pt idx="3945">
                  <c:v>68</c:v>
                </c:pt>
                <c:pt idx="3946">
                  <c:v>68</c:v>
                </c:pt>
                <c:pt idx="3947">
                  <c:v>68</c:v>
                </c:pt>
                <c:pt idx="3948">
                  <c:v>67</c:v>
                </c:pt>
                <c:pt idx="3949">
                  <c:v>67</c:v>
                </c:pt>
                <c:pt idx="3950">
                  <c:v>67</c:v>
                </c:pt>
                <c:pt idx="3951">
                  <c:v>66</c:v>
                </c:pt>
                <c:pt idx="3952">
                  <c:v>64</c:v>
                </c:pt>
                <c:pt idx="3953">
                  <c:v>69</c:v>
                </c:pt>
                <c:pt idx="3954">
                  <c:v>72</c:v>
                </c:pt>
                <c:pt idx="3955">
                  <c:v>72</c:v>
                </c:pt>
                <c:pt idx="3956">
                  <c:v>71</c:v>
                </c:pt>
                <c:pt idx="3957">
                  <c:v>72</c:v>
                </c:pt>
                <c:pt idx="3958">
                  <c:v>72</c:v>
                </c:pt>
                <c:pt idx="3959">
                  <c:v>70</c:v>
                </c:pt>
                <c:pt idx="3960">
                  <c:v>70</c:v>
                </c:pt>
                <c:pt idx="3961">
                  <c:v>71</c:v>
                </c:pt>
                <c:pt idx="3962">
                  <c:v>69</c:v>
                </c:pt>
                <c:pt idx="3963">
                  <c:v>70</c:v>
                </c:pt>
                <c:pt idx="3964">
                  <c:v>72</c:v>
                </c:pt>
                <c:pt idx="3965">
                  <c:v>72</c:v>
                </c:pt>
                <c:pt idx="3966">
                  <c:v>69</c:v>
                </c:pt>
                <c:pt idx="3967">
                  <c:v>68</c:v>
                </c:pt>
                <c:pt idx="3968">
                  <c:v>67</c:v>
                </c:pt>
                <c:pt idx="3969">
                  <c:v>67</c:v>
                </c:pt>
                <c:pt idx="3970">
                  <c:v>66</c:v>
                </c:pt>
                <c:pt idx="3971">
                  <c:v>65</c:v>
                </c:pt>
                <c:pt idx="3972">
                  <c:v>65</c:v>
                </c:pt>
                <c:pt idx="3973">
                  <c:v>64</c:v>
                </c:pt>
                <c:pt idx="3974">
                  <c:v>65</c:v>
                </c:pt>
                <c:pt idx="3975">
                  <c:v>65</c:v>
                </c:pt>
                <c:pt idx="3976">
                  <c:v>65</c:v>
                </c:pt>
                <c:pt idx="3977">
                  <c:v>65</c:v>
                </c:pt>
                <c:pt idx="3978">
                  <c:v>64</c:v>
                </c:pt>
                <c:pt idx="3979">
                  <c:v>64</c:v>
                </c:pt>
                <c:pt idx="3980">
                  <c:v>63</c:v>
                </c:pt>
                <c:pt idx="3981">
                  <c:v>63</c:v>
                </c:pt>
                <c:pt idx="3982">
                  <c:v>63</c:v>
                </c:pt>
                <c:pt idx="3983">
                  <c:v>64</c:v>
                </c:pt>
                <c:pt idx="3984">
                  <c:v>64</c:v>
                </c:pt>
                <c:pt idx="3985">
                  <c:v>65</c:v>
                </c:pt>
                <c:pt idx="3986">
                  <c:v>64</c:v>
                </c:pt>
                <c:pt idx="3987">
                  <c:v>64</c:v>
                </c:pt>
                <c:pt idx="3988">
                  <c:v>64</c:v>
                </c:pt>
                <c:pt idx="3989">
                  <c:v>64</c:v>
                </c:pt>
                <c:pt idx="3990">
                  <c:v>63</c:v>
                </c:pt>
                <c:pt idx="3991">
                  <c:v>63</c:v>
                </c:pt>
                <c:pt idx="3992">
                  <c:v>65</c:v>
                </c:pt>
                <c:pt idx="3993">
                  <c:v>65</c:v>
                </c:pt>
                <c:pt idx="3994">
                  <c:v>68</c:v>
                </c:pt>
                <c:pt idx="3995">
                  <c:v>66</c:v>
                </c:pt>
                <c:pt idx="3996">
                  <c:v>66</c:v>
                </c:pt>
                <c:pt idx="3997">
                  <c:v>66</c:v>
                </c:pt>
                <c:pt idx="3998">
                  <c:v>64</c:v>
                </c:pt>
                <c:pt idx="3999">
                  <c:v>65</c:v>
                </c:pt>
                <c:pt idx="4000">
                  <c:v>65</c:v>
                </c:pt>
                <c:pt idx="4001">
                  <c:v>63</c:v>
                </c:pt>
                <c:pt idx="4002">
                  <c:v>63</c:v>
                </c:pt>
                <c:pt idx="4003">
                  <c:v>63</c:v>
                </c:pt>
                <c:pt idx="4004">
                  <c:v>62</c:v>
                </c:pt>
                <c:pt idx="4005">
                  <c:v>62</c:v>
                </c:pt>
                <c:pt idx="4006">
                  <c:v>63</c:v>
                </c:pt>
                <c:pt idx="4007">
                  <c:v>64</c:v>
                </c:pt>
                <c:pt idx="4008">
                  <c:v>63</c:v>
                </c:pt>
                <c:pt idx="4009">
                  <c:v>65</c:v>
                </c:pt>
                <c:pt idx="4010">
                  <c:v>65</c:v>
                </c:pt>
                <c:pt idx="4011">
                  <c:v>64</c:v>
                </c:pt>
                <c:pt idx="4012">
                  <c:v>64</c:v>
                </c:pt>
                <c:pt idx="4013">
                  <c:v>64</c:v>
                </c:pt>
                <c:pt idx="4014">
                  <c:v>63</c:v>
                </c:pt>
                <c:pt idx="4015">
                  <c:v>62</c:v>
                </c:pt>
                <c:pt idx="4016">
                  <c:v>64</c:v>
                </c:pt>
                <c:pt idx="4017">
                  <c:v>64</c:v>
                </c:pt>
                <c:pt idx="4018">
                  <c:v>63</c:v>
                </c:pt>
                <c:pt idx="4019">
                  <c:v>63</c:v>
                </c:pt>
                <c:pt idx="4020">
                  <c:v>63</c:v>
                </c:pt>
                <c:pt idx="4021">
                  <c:v>63</c:v>
                </c:pt>
                <c:pt idx="4022">
                  <c:v>67</c:v>
                </c:pt>
                <c:pt idx="4023">
                  <c:v>68</c:v>
                </c:pt>
                <c:pt idx="4024">
                  <c:v>68</c:v>
                </c:pt>
                <c:pt idx="4025">
                  <c:v>67</c:v>
                </c:pt>
                <c:pt idx="4026">
                  <c:v>67</c:v>
                </c:pt>
                <c:pt idx="4027">
                  <c:v>66</c:v>
                </c:pt>
                <c:pt idx="4028">
                  <c:v>65</c:v>
                </c:pt>
                <c:pt idx="4029">
                  <c:v>65</c:v>
                </c:pt>
                <c:pt idx="4030">
                  <c:v>64</c:v>
                </c:pt>
                <c:pt idx="4031">
                  <c:v>64</c:v>
                </c:pt>
                <c:pt idx="4032">
                  <c:v>63</c:v>
                </c:pt>
                <c:pt idx="4033">
                  <c:v>63</c:v>
                </c:pt>
                <c:pt idx="4034">
                  <c:v>63</c:v>
                </c:pt>
                <c:pt idx="4035">
                  <c:v>63</c:v>
                </c:pt>
                <c:pt idx="4036">
                  <c:v>64</c:v>
                </c:pt>
                <c:pt idx="4037">
                  <c:v>66</c:v>
                </c:pt>
                <c:pt idx="4038">
                  <c:v>66</c:v>
                </c:pt>
                <c:pt idx="4039">
                  <c:v>66</c:v>
                </c:pt>
                <c:pt idx="4040">
                  <c:v>66</c:v>
                </c:pt>
                <c:pt idx="4041">
                  <c:v>66</c:v>
                </c:pt>
                <c:pt idx="4042">
                  <c:v>67</c:v>
                </c:pt>
                <c:pt idx="4043">
                  <c:v>67</c:v>
                </c:pt>
                <c:pt idx="4044">
                  <c:v>67</c:v>
                </c:pt>
                <c:pt idx="4045">
                  <c:v>70</c:v>
                </c:pt>
                <c:pt idx="4046">
                  <c:v>70</c:v>
                </c:pt>
                <c:pt idx="4047">
                  <c:v>69</c:v>
                </c:pt>
                <c:pt idx="4048">
                  <c:v>68</c:v>
                </c:pt>
                <c:pt idx="4049">
                  <c:v>68</c:v>
                </c:pt>
                <c:pt idx="4050">
                  <c:v>68</c:v>
                </c:pt>
                <c:pt idx="4051">
                  <c:v>71</c:v>
                </c:pt>
                <c:pt idx="4052">
                  <c:v>70</c:v>
                </c:pt>
                <c:pt idx="4053">
                  <c:v>74</c:v>
                </c:pt>
                <c:pt idx="4054">
                  <c:v>70</c:v>
                </c:pt>
                <c:pt idx="4055">
                  <c:v>67</c:v>
                </c:pt>
                <c:pt idx="4056">
                  <c:v>70</c:v>
                </c:pt>
                <c:pt idx="4057">
                  <c:v>73</c:v>
                </c:pt>
                <c:pt idx="4058">
                  <c:v>76</c:v>
                </c:pt>
                <c:pt idx="4059">
                  <c:v>76</c:v>
                </c:pt>
                <c:pt idx="4060">
                  <c:v>85</c:v>
                </c:pt>
                <c:pt idx="4061">
                  <c:v>73</c:v>
                </c:pt>
                <c:pt idx="4062">
                  <c:v>82</c:v>
                </c:pt>
                <c:pt idx="4063">
                  <c:v>94</c:v>
                </c:pt>
                <c:pt idx="4064">
                  <c:v>75</c:v>
                </c:pt>
                <c:pt idx="4065">
                  <c:v>89</c:v>
                </c:pt>
                <c:pt idx="4066">
                  <c:v>78</c:v>
                </c:pt>
                <c:pt idx="4067">
                  <c:v>81</c:v>
                </c:pt>
                <c:pt idx="4068">
                  <c:v>88</c:v>
                </c:pt>
                <c:pt idx="4069">
                  <c:v>83</c:v>
                </c:pt>
                <c:pt idx="4070">
                  <c:v>83</c:v>
                </c:pt>
                <c:pt idx="4071">
                  <c:v>80</c:v>
                </c:pt>
                <c:pt idx="4072">
                  <c:v>84</c:v>
                </c:pt>
                <c:pt idx="4073">
                  <c:v>85</c:v>
                </c:pt>
                <c:pt idx="4074">
                  <c:v>86</c:v>
                </c:pt>
                <c:pt idx="4075">
                  <c:v>89</c:v>
                </c:pt>
                <c:pt idx="4076">
                  <c:v>90</c:v>
                </c:pt>
                <c:pt idx="4077">
                  <c:v>89</c:v>
                </c:pt>
                <c:pt idx="4078">
                  <c:v>114</c:v>
                </c:pt>
                <c:pt idx="4079">
                  <c:v>108</c:v>
                </c:pt>
                <c:pt idx="4080">
                  <c:v>106</c:v>
                </c:pt>
                <c:pt idx="4081">
                  <c:v>99</c:v>
                </c:pt>
                <c:pt idx="4082">
                  <c:v>98</c:v>
                </c:pt>
                <c:pt idx="4083">
                  <c:v>113</c:v>
                </c:pt>
                <c:pt idx="4084">
                  <c:v>91</c:v>
                </c:pt>
                <c:pt idx="4085">
                  <c:v>126</c:v>
                </c:pt>
                <c:pt idx="4086">
                  <c:v>94</c:v>
                </c:pt>
                <c:pt idx="4087">
                  <c:v>93</c:v>
                </c:pt>
                <c:pt idx="4088">
                  <c:v>89</c:v>
                </c:pt>
                <c:pt idx="4089">
                  <c:v>93</c:v>
                </c:pt>
                <c:pt idx="4090">
                  <c:v>91</c:v>
                </c:pt>
                <c:pt idx="4091">
                  <c:v>85</c:v>
                </c:pt>
                <c:pt idx="4092">
                  <c:v>87</c:v>
                </c:pt>
                <c:pt idx="4093">
                  <c:v>88</c:v>
                </c:pt>
                <c:pt idx="4094">
                  <c:v>85</c:v>
                </c:pt>
                <c:pt idx="4095">
                  <c:v>86</c:v>
                </c:pt>
                <c:pt idx="4096">
                  <c:v>102</c:v>
                </c:pt>
                <c:pt idx="4097">
                  <c:v>113</c:v>
                </c:pt>
                <c:pt idx="4098">
                  <c:v>99</c:v>
                </c:pt>
                <c:pt idx="4099">
                  <c:v>85</c:v>
                </c:pt>
                <c:pt idx="4100">
                  <c:v>81</c:v>
                </c:pt>
                <c:pt idx="4101">
                  <c:v>98</c:v>
                </c:pt>
                <c:pt idx="4102">
                  <c:v>86</c:v>
                </c:pt>
                <c:pt idx="4103">
                  <c:v>86</c:v>
                </c:pt>
                <c:pt idx="4104">
                  <c:v>81</c:v>
                </c:pt>
                <c:pt idx="4105">
                  <c:v>87</c:v>
                </c:pt>
                <c:pt idx="4106">
                  <c:v>109</c:v>
                </c:pt>
                <c:pt idx="4107">
                  <c:v>86</c:v>
                </c:pt>
                <c:pt idx="4108">
                  <c:v>87</c:v>
                </c:pt>
                <c:pt idx="4109">
                  <c:v>88</c:v>
                </c:pt>
                <c:pt idx="4110">
                  <c:v>86</c:v>
                </c:pt>
                <c:pt idx="4111">
                  <c:v>89</c:v>
                </c:pt>
                <c:pt idx="4112">
                  <c:v>88</c:v>
                </c:pt>
                <c:pt idx="4113">
                  <c:v>89</c:v>
                </c:pt>
                <c:pt idx="4114">
                  <c:v>90</c:v>
                </c:pt>
                <c:pt idx="4115">
                  <c:v>86</c:v>
                </c:pt>
                <c:pt idx="4116">
                  <c:v>98</c:v>
                </c:pt>
                <c:pt idx="4117">
                  <c:v>84</c:v>
                </c:pt>
                <c:pt idx="4118">
                  <c:v>84</c:v>
                </c:pt>
                <c:pt idx="4119">
                  <c:v>84</c:v>
                </c:pt>
                <c:pt idx="4120">
                  <c:v>83</c:v>
                </c:pt>
                <c:pt idx="4121">
                  <c:v>94</c:v>
                </c:pt>
                <c:pt idx="4122">
                  <c:v>88</c:v>
                </c:pt>
                <c:pt idx="4123">
                  <c:v>102</c:v>
                </c:pt>
                <c:pt idx="4124">
                  <c:v>86</c:v>
                </c:pt>
                <c:pt idx="4125">
                  <c:v>86</c:v>
                </c:pt>
                <c:pt idx="4126">
                  <c:v>82</c:v>
                </c:pt>
                <c:pt idx="4127">
                  <c:v>91</c:v>
                </c:pt>
                <c:pt idx="4128">
                  <c:v>84</c:v>
                </c:pt>
                <c:pt idx="4129">
                  <c:v>81</c:v>
                </c:pt>
                <c:pt idx="4130">
                  <c:v>85</c:v>
                </c:pt>
                <c:pt idx="4131">
                  <c:v>86</c:v>
                </c:pt>
                <c:pt idx="4132">
                  <c:v>111</c:v>
                </c:pt>
                <c:pt idx="4133">
                  <c:v>86</c:v>
                </c:pt>
                <c:pt idx="4134">
                  <c:v>86</c:v>
                </c:pt>
                <c:pt idx="4135">
                  <c:v>102</c:v>
                </c:pt>
                <c:pt idx="4136">
                  <c:v>94</c:v>
                </c:pt>
                <c:pt idx="4137">
                  <c:v>84</c:v>
                </c:pt>
                <c:pt idx="4138">
                  <c:v>93</c:v>
                </c:pt>
                <c:pt idx="4139">
                  <c:v>78</c:v>
                </c:pt>
                <c:pt idx="4140">
                  <c:v>80</c:v>
                </c:pt>
                <c:pt idx="4141">
                  <c:v>80</c:v>
                </c:pt>
                <c:pt idx="4142">
                  <c:v>80</c:v>
                </c:pt>
                <c:pt idx="4143">
                  <c:v>77</c:v>
                </c:pt>
                <c:pt idx="4144">
                  <c:v>77</c:v>
                </c:pt>
                <c:pt idx="4145">
                  <c:v>76</c:v>
                </c:pt>
                <c:pt idx="4146">
                  <c:v>75</c:v>
                </c:pt>
                <c:pt idx="4147">
                  <c:v>75</c:v>
                </c:pt>
                <c:pt idx="4148">
                  <c:v>75</c:v>
                </c:pt>
                <c:pt idx="4149">
                  <c:v>75</c:v>
                </c:pt>
                <c:pt idx="4150">
                  <c:v>75</c:v>
                </c:pt>
                <c:pt idx="4151">
                  <c:v>72</c:v>
                </c:pt>
                <c:pt idx="4152">
                  <c:v>74</c:v>
                </c:pt>
                <c:pt idx="4153">
                  <c:v>72</c:v>
                </c:pt>
                <c:pt idx="4154">
                  <c:v>72</c:v>
                </c:pt>
                <c:pt idx="4155">
                  <c:v>98</c:v>
                </c:pt>
                <c:pt idx="4156">
                  <c:v>90</c:v>
                </c:pt>
                <c:pt idx="4157">
                  <c:v>71</c:v>
                </c:pt>
                <c:pt idx="4158">
                  <c:v>76</c:v>
                </c:pt>
                <c:pt idx="4159">
                  <c:v>74</c:v>
                </c:pt>
                <c:pt idx="4160">
                  <c:v>72</c:v>
                </c:pt>
                <c:pt idx="4161">
                  <c:v>71</c:v>
                </c:pt>
                <c:pt idx="4162">
                  <c:v>69</c:v>
                </c:pt>
                <c:pt idx="4163">
                  <c:v>70</c:v>
                </c:pt>
                <c:pt idx="4164">
                  <c:v>70</c:v>
                </c:pt>
                <c:pt idx="4165">
                  <c:v>68</c:v>
                </c:pt>
                <c:pt idx="4166">
                  <c:v>67</c:v>
                </c:pt>
                <c:pt idx="4167">
                  <c:v>69</c:v>
                </c:pt>
                <c:pt idx="4168">
                  <c:v>71</c:v>
                </c:pt>
                <c:pt idx="4169">
                  <c:v>72</c:v>
                </c:pt>
                <c:pt idx="4170">
                  <c:v>74</c:v>
                </c:pt>
                <c:pt idx="4171">
                  <c:v>74</c:v>
                </c:pt>
                <c:pt idx="4172">
                  <c:v>74</c:v>
                </c:pt>
                <c:pt idx="4173">
                  <c:v>75</c:v>
                </c:pt>
                <c:pt idx="4174">
                  <c:v>77</c:v>
                </c:pt>
                <c:pt idx="4175">
                  <c:v>81</c:v>
                </c:pt>
                <c:pt idx="4176">
                  <c:v>70</c:v>
                </c:pt>
                <c:pt idx="4177">
                  <c:v>71</c:v>
                </c:pt>
                <c:pt idx="4178">
                  <c:v>70</c:v>
                </c:pt>
                <c:pt idx="4179">
                  <c:v>70</c:v>
                </c:pt>
                <c:pt idx="4180">
                  <c:v>72</c:v>
                </c:pt>
                <c:pt idx="4181">
                  <c:v>72</c:v>
                </c:pt>
                <c:pt idx="4182">
                  <c:v>72</c:v>
                </c:pt>
                <c:pt idx="4183">
                  <c:v>70</c:v>
                </c:pt>
                <c:pt idx="4184">
                  <c:v>72</c:v>
                </c:pt>
                <c:pt idx="4185">
                  <c:v>72</c:v>
                </c:pt>
                <c:pt idx="4186">
                  <c:v>70</c:v>
                </c:pt>
                <c:pt idx="4187">
                  <c:v>71</c:v>
                </c:pt>
                <c:pt idx="4188">
                  <c:v>74</c:v>
                </c:pt>
                <c:pt idx="4189">
                  <c:v>72</c:v>
                </c:pt>
                <c:pt idx="4190">
                  <c:v>72</c:v>
                </c:pt>
                <c:pt idx="4191">
                  <c:v>74</c:v>
                </c:pt>
                <c:pt idx="4192">
                  <c:v>75</c:v>
                </c:pt>
                <c:pt idx="4193">
                  <c:v>80</c:v>
                </c:pt>
                <c:pt idx="4194">
                  <c:v>90</c:v>
                </c:pt>
                <c:pt idx="4195">
                  <c:v>105</c:v>
                </c:pt>
                <c:pt idx="4196">
                  <c:v>83</c:v>
                </c:pt>
                <c:pt idx="4197">
                  <c:v>84</c:v>
                </c:pt>
                <c:pt idx="4198">
                  <c:v>84</c:v>
                </c:pt>
                <c:pt idx="4199">
                  <c:v>83</c:v>
                </c:pt>
                <c:pt idx="4200">
                  <c:v>87</c:v>
                </c:pt>
                <c:pt idx="4201">
                  <c:v>84</c:v>
                </c:pt>
                <c:pt idx="4202">
                  <c:v>88</c:v>
                </c:pt>
                <c:pt idx="4203">
                  <c:v>84</c:v>
                </c:pt>
                <c:pt idx="4204">
                  <c:v>87</c:v>
                </c:pt>
                <c:pt idx="4205">
                  <c:v>80</c:v>
                </c:pt>
                <c:pt idx="4206">
                  <c:v>99</c:v>
                </c:pt>
                <c:pt idx="4207">
                  <c:v>83</c:v>
                </c:pt>
                <c:pt idx="4208">
                  <c:v>82</c:v>
                </c:pt>
                <c:pt idx="4209">
                  <c:v>82</c:v>
                </c:pt>
                <c:pt idx="4210">
                  <c:v>85</c:v>
                </c:pt>
                <c:pt idx="4211">
                  <c:v>86</c:v>
                </c:pt>
                <c:pt idx="4212">
                  <c:v>87</c:v>
                </c:pt>
                <c:pt idx="4213">
                  <c:v>85</c:v>
                </c:pt>
                <c:pt idx="4214">
                  <c:v>87</c:v>
                </c:pt>
                <c:pt idx="4215">
                  <c:v>88</c:v>
                </c:pt>
                <c:pt idx="4216">
                  <c:v>84</c:v>
                </c:pt>
                <c:pt idx="4217">
                  <c:v>88</c:v>
                </c:pt>
                <c:pt idx="4218">
                  <c:v>87</c:v>
                </c:pt>
                <c:pt idx="4219">
                  <c:v>85</c:v>
                </c:pt>
                <c:pt idx="4220">
                  <c:v>86</c:v>
                </c:pt>
                <c:pt idx="4221">
                  <c:v>100</c:v>
                </c:pt>
                <c:pt idx="4222">
                  <c:v>94</c:v>
                </c:pt>
                <c:pt idx="4223">
                  <c:v>86</c:v>
                </c:pt>
                <c:pt idx="4224">
                  <c:v>94</c:v>
                </c:pt>
                <c:pt idx="4225">
                  <c:v>85</c:v>
                </c:pt>
                <c:pt idx="4226">
                  <c:v>78</c:v>
                </c:pt>
                <c:pt idx="4227">
                  <c:v>80</c:v>
                </c:pt>
                <c:pt idx="4228">
                  <c:v>80</c:v>
                </c:pt>
                <c:pt idx="4229">
                  <c:v>80</c:v>
                </c:pt>
                <c:pt idx="4230">
                  <c:v>80</c:v>
                </c:pt>
                <c:pt idx="4231">
                  <c:v>94</c:v>
                </c:pt>
                <c:pt idx="4232">
                  <c:v>94</c:v>
                </c:pt>
                <c:pt idx="4233">
                  <c:v>83</c:v>
                </c:pt>
                <c:pt idx="4234">
                  <c:v>83</c:v>
                </c:pt>
                <c:pt idx="4235">
                  <c:v>85</c:v>
                </c:pt>
                <c:pt idx="4236">
                  <c:v>81</c:v>
                </c:pt>
                <c:pt idx="4237">
                  <c:v>96</c:v>
                </c:pt>
                <c:pt idx="4238">
                  <c:v>78</c:v>
                </c:pt>
                <c:pt idx="4239">
                  <c:v>80</c:v>
                </c:pt>
                <c:pt idx="4240">
                  <c:v>84</c:v>
                </c:pt>
                <c:pt idx="4241">
                  <c:v>76</c:v>
                </c:pt>
                <c:pt idx="4242">
                  <c:v>87</c:v>
                </c:pt>
                <c:pt idx="4243">
                  <c:v>82</c:v>
                </c:pt>
                <c:pt idx="4244">
                  <c:v>81</c:v>
                </c:pt>
                <c:pt idx="4245">
                  <c:v>86</c:v>
                </c:pt>
                <c:pt idx="4246">
                  <c:v>109</c:v>
                </c:pt>
                <c:pt idx="4247">
                  <c:v>79</c:v>
                </c:pt>
                <c:pt idx="4248">
                  <c:v>102</c:v>
                </c:pt>
                <c:pt idx="4249">
                  <c:v>88</c:v>
                </c:pt>
                <c:pt idx="4250">
                  <c:v>77</c:v>
                </c:pt>
                <c:pt idx="4251">
                  <c:v>75</c:v>
                </c:pt>
                <c:pt idx="4252">
                  <c:v>75</c:v>
                </c:pt>
                <c:pt idx="4253">
                  <c:v>76</c:v>
                </c:pt>
                <c:pt idx="4254">
                  <c:v>89</c:v>
                </c:pt>
                <c:pt idx="4255">
                  <c:v>79</c:v>
                </c:pt>
                <c:pt idx="4256">
                  <c:v>82</c:v>
                </c:pt>
                <c:pt idx="4257">
                  <c:v>88</c:v>
                </c:pt>
                <c:pt idx="4258">
                  <c:v>91</c:v>
                </c:pt>
                <c:pt idx="4259">
                  <c:v>90</c:v>
                </c:pt>
                <c:pt idx="4260">
                  <c:v>88</c:v>
                </c:pt>
                <c:pt idx="4261">
                  <c:v>89</c:v>
                </c:pt>
                <c:pt idx="4262">
                  <c:v>82</c:v>
                </c:pt>
                <c:pt idx="4263">
                  <c:v>81</c:v>
                </c:pt>
                <c:pt idx="4264">
                  <c:v>80</c:v>
                </c:pt>
                <c:pt idx="4265">
                  <c:v>75</c:v>
                </c:pt>
                <c:pt idx="4266">
                  <c:v>78</c:v>
                </c:pt>
                <c:pt idx="4267">
                  <c:v>76</c:v>
                </c:pt>
                <c:pt idx="4268">
                  <c:v>76</c:v>
                </c:pt>
                <c:pt idx="4269">
                  <c:v>79</c:v>
                </c:pt>
                <c:pt idx="4270">
                  <c:v>79</c:v>
                </c:pt>
                <c:pt idx="4271">
                  <c:v>75</c:v>
                </c:pt>
                <c:pt idx="4272">
                  <c:v>76</c:v>
                </c:pt>
                <c:pt idx="4273">
                  <c:v>85</c:v>
                </c:pt>
                <c:pt idx="4274">
                  <c:v>77</c:v>
                </c:pt>
                <c:pt idx="4275">
                  <c:v>79</c:v>
                </c:pt>
                <c:pt idx="4276">
                  <c:v>79</c:v>
                </c:pt>
                <c:pt idx="4277">
                  <c:v>81</c:v>
                </c:pt>
                <c:pt idx="4278">
                  <c:v>82</c:v>
                </c:pt>
                <c:pt idx="4279">
                  <c:v>81</c:v>
                </c:pt>
                <c:pt idx="4280">
                  <c:v>82</c:v>
                </c:pt>
                <c:pt idx="4281">
                  <c:v>84</c:v>
                </c:pt>
                <c:pt idx="4282">
                  <c:v>86</c:v>
                </c:pt>
                <c:pt idx="4283">
                  <c:v>81</c:v>
                </c:pt>
                <c:pt idx="4284">
                  <c:v>94</c:v>
                </c:pt>
                <c:pt idx="4285">
                  <c:v>88</c:v>
                </c:pt>
                <c:pt idx="4286">
                  <c:v>89</c:v>
                </c:pt>
                <c:pt idx="4287">
                  <c:v>80</c:v>
                </c:pt>
                <c:pt idx="4288">
                  <c:v>98</c:v>
                </c:pt>
                <c:pt idx="4289">
                  <c:v>85</c:v>
                </c:pt>
                <c:pt idx="4290">
                  <c:v>80</c:v>
                </c:pt>
                <c:pt idx="4291">
                  <c:v>80</c:v>
                </c:pt>
                <c:pt idx="4292">
                  <c:v>80</c:v>
                </c:pt>
                <c:pt idx="4293">
                  <c:v>91</c:v>
                </c:pt>
                <c:pt idx="4294">
                  <c:v>79</c:v>
                </c:pt>
                <c:pt idx="4295">
                  <c:v>80</c:v>
                </c:pt>
                <c:pt idx="4296">
                  <c:v>80</c:v>
                </c:pt>
                <c:pt idx="4297">
                  <c:v>91</c:v>
                </c:pt>
                <c:pt idx="4298">
                  <c:v>80</c:v>
                </c:pt>
                <c:pt idx="4299">
                  <c:v>89</c:v>
                </c:pt>
                <c:pt idx="4300">
                  <c:v>80</c:v>
                </c:pt>
                <c:pt idx="4301">
                  <c:v>83</c:v>
                </c:pt>
                <c:pt idx="4302">
                  <c:v>83</c:v>
                </c:pt>
                <c:pt idx="4303">
                  <c:v>85</c:v>
                </c:pt>
                <c:pt idx="4304">
                  <c:v>95</c:v>
                </c:pt>
                <c:pt idx="4305">
                  <c:v>86</c:v>
                </c:pt>
                <c:pt idx="4306">
                  <c:v>84</c:v>
                </c:pt>
                <c:pt idx="4307">
                  <c:v>116</c:v>
                </c:pt>
                <c:pt idx="4308">
                  <c:v>85</c:v>
                </c:pt>
                <c:pt idx="4309">
                  <c:v>96</c:v>
                </c:pt>
                <c:pt idx="4310">
                  <c:v>84</c:v>
                </c:pt>
                <c:pt idx="4311">
                  <c:v>85</c:v>
                </c:pt>
                <c:pt idx="4312">
                  <c:v>83</c:v>
                </c:pt>
                <c:pt idx="4313">
                  <c:v>81</c:v>
                </c:pt>
                <c:pt idx="4314">
                  <c:v>81</c:v>
                </c:pt>
                <c:pt idx="4315">
                  <c:v>80</c:v>
                </c:pt>
                <c:pt idx="4316">
                  <c:v>80</c:v>
                </c:pt>
                <c:pt idx="4317">
                  <c:v>80</c:v>
                </c:pt>
                <c:pt idx="4318">
                  <c:v>82</c:v>
                </c:pt>
                <c:pt idx="4319">
                  <c:v>82</c:v>
                </c:pt>
                <c:pt idx="4320">
                  <c:v>89</c:v>
                </c:pt>
                <c:pt idx="4321">
                  <c:v>83</c:v>
                </c:pt>
                <c:pt idx="4322">
                  <c:v>80</c:v>
                </c:pt>
                <c:pt idx="4323">
                  <c:v>80</c:v>
                </c:pt>
                <c:pt idx="4324">
                  <c:v>79</c:v>
                </c:pt>
                <c:pt idx="4325">
                  <c:v>77</c:v>
                </c:pt>
                <c:pt idx="4326">
                  <c:v>78</c:v>
                </c:pt>
                <c:pt idx="4327">
                  <c:v>75</c:v>
                </c:pt>
                <c:pt idx="4328">
                  <c:v>75</c:v>
                </c:pt>
                <c:pt idx="4329">
                  <c:v>77</c:v>
                </c:pt>
                <c:pt idx="4330">
                  <c:v>85</c:v>
                </c:pt>
                <c:pt idx="4331">
                  <c:v>86</c:v>
                </c:pt>
                <c:pt idx="4332">
                  <c:v>75</c:v>
                </c:pt>
                <c:pt idx="4333">
                  <c:v>73</c:v>
                </c:pt>
                <c:pt idx="4334">
                  <c:v>76</c:v>
                </c:pt>
                <c:pt idx="4335">
                  <c:v>78</c:v>
                </c:pt>
                <c:pt idx="4336">
                  <c:v>91</c:v>
                </c:pt>
                <c:pt idx="4337">
                  <c:v>79</c:v>
                </c:pt>
                <c:pt idx="4338">
                  <c:v>109</c:v>
                </c:pt>
                <c:pt idx="4339">
                  <c:v>128</c:v>
                </c:pt>
                <c:pt idx="4340">
                  <c:v>83</c:v>
                </c:pt>
                <c:pt idx="4341">
                  <c:v>84</c:v>
                </c:pt>
                <c:pt idx="4342">
                  <c:v>87</c:v>
                </c:pt>
                <c:pt idx="4343">
                  <c:v>85</c:v>
                </c:pt>
                <c:pt idx="4344">
                  <c:v>82</c:v>
                </c:pt>
                <c:pt idx="4345">
                  <c:v>108</c:v>
                </c:pt>
                <c:pt idx="4346">
                  <c:v>86</c:v>
                </c:pt>
                <c:pt idx="4347">
                  <c:v>96</c:v>
                </c:pt>
                <c:pt idx="4348">
                  <c:v>80</c:v>
                </c:pt>
                <c:pt idx="4349">
                  <c:v>80</c:v>
                </c:pt>
                <c:pt idx="4350">
                  <c:v>80</c:v>
                </c:pt>
                <c:pt idx="4351">
                  <c:v>78</c:v>
                </c:pt>
                <c:pt idx="4352">
                  <c:v>95</c:v>
                </c:pt>
                <c:pt idx="4353">
                  <c:v>124</c:v>
                </c:pt>
                <c:pt idx="4354">
                  <c:v>89</c:v>
                </c:pt>
                <c:pt idx="4355">
                  <c:v>90</c:v>
                </c:pt>
                <c:pt idx="4356">
                  <c:v>80</c:v>
                </c:pt>
                <c:pt idx="4357">
                  <c:v>81</c:v>
                </c:pt>
                <c:pt idx="4358">
                  <c:v>83</c:v>
                </c:pt>
                <c:pt idx="4359">
                  <c:v>81</c:v>
                </c:pt>
                <c:pt idx="4360">
                  <c:v>80</c:v>
                </c:pt>
                <c:pt idx="4361">
                  <c:v>82</c:v>
                </c:pt>
                <c:pt idx="4362">
                  <c:v>81</c:v>
                </c:pt>
                <c:pt idx="4363">
                  <c:v>83</c:v>
                </c:pt>
                <c:pt idx="4364">
                  <c:v>84</c:v>
                </c:pt>
                <c:pt idx="4365">
                  <c:v>85</c:v>
                </c:pt>
                <c:pt idx="4366">
                  <c:v>84</c:v>
                </c:pt>
                <c:pt idx="4367">
                  <c:v>89</c:v>
                </c:pt>
                <c:pt idx="4368">
                  <c:v>91</c:v>
                </c:pt>
                <c:pt idx="4369">
                  <c:v>87</c:v>
                </c:pt>
                <c:pt idx="4370">
                  <c:v>85</c:v>
                </c:pt>
                <c:pt idx="4371">
                  <c:v>85</c:v>
                </c:pt>
                <c:pt idx="4372">
                  <c:v>85</c:v>
                </c:pt>
                <c:pt idx="4373">
                  <c:v>88</c:v>
                </c:pt>
                <c:pt idx="4374">
                  <c:v>89</c:v>
                </c:pt>
                <c:pt idx="4375">
                  <c:v>87</c:v>
                </c:pt>
                <c:pt idx="4376">
                  <c:v>84</c:v>
                </c:pt>
                <c:pt idx="4377">
                  <c:v>95</c:v>
                </c:pt>
                <c:pt idx="4378">
                  <c:v>95</c:v>
                </c:pt>
                <c:pt idx="4379">
                  <c:v>94</c:v>
                </c:pt>
                <c:pt idx="4380">
                  <c:v>82</c:v>
                </c:pt>
                <c:pt idx="4381">
                  <c:v>80</c:v>
                </c:pt>
                <c:pt idx="4382">
                  <c:v>80</c:v>
                </c:pt>
                <c:pt idx="4383">
                  <c:v>85</c:v>
                </c:pt>
                <c:pt idx="4384">
                  <c:v>83</c:v>
                </c:pt>
                <c:pt idx="4385">
                  <c:v>80</c:v>
                </c:pt>
                <c:pt idx="4386">
                  <c:v>84</c:v>
                </c:pt>
                <c:pt idx="4387">
                  <c:v>87</c:v>
                </c:pt>
                <c:pt idx="4388">
                  <c:v>87</c:v>
                </c:pt>
                <c:pt idx="4389">
                  <c:v>82</c:v>
                </c:pt>
                <c:pt idx="4390">
                  <c:v>84</c:v>
                </c:pt>
                <c:pt idx="4391">
                  <c:v>83</c:v>
                </c:pt>
                <c:pt idx="4392">
                  <c:v>83</c:v>
                </c:pt>
                <c:pt idx="4393">
                  <c:v>80</c:v>
                </c:pt>
                <c:pt idx="4394">
                  <c:v>79</c:v>
                </c:pt>
                <c:pt idx="4395">
                  <c:v>89</c:v>
                </c:pt>
                <c:pt idx="4396">
                  <c:v>81</c:v>
                </c:pt>
                <c:pt idx="4397">
                  <c:v>96</c:v>
                </c:pt>
                <c:pt idx="4398">
                  <c:v>84</c:v>
                </c:pt>
                <c:pt idx="4399">
                  <c:v>85</c:v>
                </c:pt>
                <c:pt idx="4400">
                  <c:v>84</c:v>
                </c:pt>
                <c:pt idx="4401">
                  <c:v>87</c:v>
                </c:pt>
                <c:pt idx="4402">
                  <c:v>89</c:v>
                </c:pt>
                <c:pt idx="4403">
                  <c:v>87</c:v>
                </c:pt>
                <c:pt idx="4404">
                  <c:v>91</c:v>
                </c:pt>
                <c:pt idx="4405">
                  <c:v>93</c:v>
                </c:pt>
                <c:pt idx="4406">
                  <c:v>86</c:v>
                </c:pt>
                <c:pt idx="4407">
                  <c:v>86</c:v>
                </c:pt>
                <c:pt idx="4408">
                  <c:v>96</c:v>
                </c:pt>
                <c:pt idx="4409">
                  <c:v>77</c:v>
                </c:pt>
                <c:pt idx="4410">
                  <c:v>89</c:v>
                </c:pt>
                <c:pt idx="4411">
                  <c:v>86</c:v>
                </c:pt>
                <c:pt idx="4412">
                  <c:v>88</c:v>
                </c:pt>
                <c:pt idx="4413">
                  <c:v>88</c:v>
                </c:pt>
                <c:pt idx="4414">
                  <c:v>94</c:v>
                </c:pt>
                <c:pt idx="4415">
                  <c:v>86</c:v>
                </c:pt>
                <c:pt idx="4416">
                  <c:v>98</c:v>
                </c:pt>
                <c:pt idx="4417">
                  <c:v>91</c:v>
                </c:pt>
                <c:pt idx="4418">
                  <c:v>90</c:v>
                </c:pt>
                <c:pt idx="4419">
                  <c:v>88</c:v>
                </c:pt>
                <c:pt idx="4420">
                  <c:v>109</c:v>
                </c:pt>
                <c:pt idx="4421">
                  <c:v>90</c:v>
                </c:pt>
                <c:pt idx="4422">
                  <c:v>99</c:v>
                </c:pt>
                <c:pt idx="4423">
                  <c:v>93</c:v>
                </c:pt>
                <c:pt idx="4424">
                  <c:v>96</c:v>
                </c:pt>
                <c:pt idx="4425">
                  <c:v>84</c:v>
                </c:pt>
                <c:pt idx="4426">
                  <c:v>96</c:v>
                </c:pt>
                <c:pt idx="4427">
                  <c:v>86</c:v>
                </c:pt>
                <c:pt idx="4428">
                  <c:v>88</c:v>
                </c:pt>
                <c:pt idx="4429">
                  <c:v>89</c:v>
                </c:pt>
                <c:pt idx="4430">
                  <c:v>94</c:v>
                </c:pt>
                <c:pt idx="4431">
                  <c:v>91</c:v>
                </c:pt>
                <c:pt idx="4432">
                  <c:v>89</c:v>
                </c:pt>
                <c:pt idx="4433">
                  <c:v>88</c:v>
                </c:pt>
                <c:pt idx="4434">
                  <c:v>98</c:v>
                </c:pt>
                <c:pt idx="4435">
                  <c:v>90</c:v>
                </c:pt>
                <c:pt idx="4436">
                  <c:v>86</c:v>
                </c:pt>
                <c:pt idx="4437">
                  <c:v>95</c:v>
                </c:pt>
                <c:pt idx="4438">
                  <c:v>93</c:v>
                </c:pt>
                <c:pt idx="4439">
                  <c:v>69</c:v>
                </c:pt>
                <c:pt idx="4440">
                  <c:v>87</c:v>
                </c:pt>
                <c:pt idx="4441">
                  <c:v>89</c:v>
                </c:pt>
                <c:pt idx="4442">
                  <c:v>98</c:v>
                </c:pt>
                <c:pt idx="4443">
                  <c:v>86</c:v>
                </c:pt>
                <c:pt idx="4444">
                  <c:v>93</c:v>
                </c:pt>
                <c:pt idx="4445">
                  <c:v>100</c:v>
                </c:pt>
                <c:pt idx="4446">
                  <c:v>85</c:v>
                </c:pt>
                <c:pt idx="4447">
                  <c:v>89</c:v>
                </c:pt>
                <c:pt idx="4448">
                  <c:v>89</c:v>
                </c:pt>
                <c:pt idx="4449">
                  <c:v>89</c:v>
                </c:pt>
                <c:pt idx="4450">
                  <c:v>85</c:v>
                </c:pt>
                <c:pt idx="4451">
                  <c:v>90</c:v>
                </c:pt>
                <c:pt idx="4452">
                  <c:v>85</c:v>
                </c:pt>
                <c:pt idx="4453">
                  <c:v>87</c:v>
                </c:pt>
                <c:pt idx="4454">
                  <c:v>89</c:v>
                </c:pt>
                <c:pt idx="4455">
                  <c:v>90</c:v>
                </c:pt>
                <c:pt idx="4456">
                  <c:v>83</c:v>
                </c:pt>
                <c:pt idx="4457">
                  <c:v>82</c:v>
                </c:pt>
                <c:pt idx="4458">
                  <c:v>82</c:v>
                </c:pt>
                <c:pt idx="4459">
                  <c:v>87</c:v>
                </c:pt>
                <c:pt idx="4460">
                  <c:v>84</c:v>
                </c:pt>
                <c:pt idx="4461">
                  <c:v>81</c:v>
                </c:pt>
                <c:pt idx="4462">
                  <c:v>82</c:v>
                </c:pt>
                <c:pt idx="4463">
                  <c:v>82</c:v>
                </c:pt>
                <c:pt idx="4464">
                  <c:v>80</c:v>
                </c:pt>
                <c:pt idx="4465">
                  <c:v>81</c:v>
                </c:pt>
                <c:pt idx="4466">
                  <c:v>82</c:v>
                </c:pt>
                <c:pt idx="4467">
                  <c:v>80</c:v>
                </c:pt>
                <c:pt idx="4468">
                  <c:v>80</c:v>
                </c:pt>
                <c:pt idx="4469">
                  <c:v>80</c:v>
                </c:pt>
                <c:pt idx="4470">
                  <c:v>77</c:v>
                </c:pt>
                <c:pt idx="4471">
                  <c:v>75</c:v>
                </c:pt>
                <c:pt idx="4472">
                  <c:v>75</c:v>
                </c:pt>
                <c:pt idx="4473">
                  <c:v>75</c:v>
                </c:pt>
                <c:pt idx="4474">
                  <c:v>78</c:v>
                </c:pt>
                <c:pt idx="4475">
                  <c:v>78</c:v>
                </c:pt>
                <c:pt idx="4476">
                  <c:v>78</c:v>
                </c:pt>
                <c:pt idx="4477">
                  <c:v>77</c:v>
                </c:pt>
                <c:pt idx="4478">
                  <c:v>78</c:v>
                </c:pt>
                <c:pt idx="4479">
                  <c:v>76</c:v>
                </c:pt>
                <c:pt idx="4480">
                  <c:v>76</c:v>
                </c:pt>
                <c:pt idx="4481">
                  <c:v>78</c:v>
                </c:pt>
                <c:pt idx="4482">
                  <c:v>78</c:v>
                </c:pt>
                <c:pt idx="4483">
                  <c:v>78</c:v>
                </c:pt>
                <c:pt idx="4484">
                  <c:v>74</c:v>
                </c:pt>
                <c:pt idx="4485">
                  <c:v>75</c:v>
                </c:pt>
                <c:pt idx="4486">
                  <c:v>80</c:v>
                </c:pt>
                <c:pt idx="4487">
                  <c:v>79</c:v>
                </c:pt>
                <c:pt idx="4488">
                  <c:v>79</c:v>
                </c:pt>
                <c:pt idx="4489">
                  <c:v>79</c:v>
                </c:pt>
                <c:pt idx="4490">
                  <c:v>79</c:v>
                </c:pt>
                <c:pt idx="4491">
                  <c:v>78</c:v>
                </c:pt>
                <c:pt idx="4492">
                  <c:v>75</c:v>
                </c:pt>
                <c:pt idx="4493">
                  <c:v>75</c:v>
                </c:pt>
                <c:pt idx="4494">
                  <c:v>76</c:v>
                </c:pt>
                <c:pt idx="4495">
                  <c:v>78</c:v>
                </c:pt>
                <c:pt idx="4496">
                  <c:v>80</c:v>
                </c:pt>
                <c:pt idx="4497">
                  <c:v>75</c:v>
                </c:pt>
                <c:pt idx="4498">
                  <c:v>76</c:v>
                </c:pt>
                <c:pt idx="4499">
                  <c:v>80</c:v>
                </c:pt>
                <c:pt idx="4500">
                  <c:v>96</c:v>
                </c:pt>
                <c:pt idx="4501">
                  <c:v>94</c:v>
                </c:pt>
                <c:pt idx="4502">
                  <c:v>83</c:v>
                </c:pt>
                <c:pt idx="4503">
                  <c:v>83</c:v>
                </c:pt>
                <c:pt idx="4504">
                  <c:v>83</c:v>
                </c:pt>
                <c:pt idx="4505">
                  <c:v>84</c:v>
                </c:pt>
                <c:pt idx="4506">
                  <c:v>83</c:v>
                </c:pt>
                <c:pt idx="4507">
                  <c:v>84</c:v>
                </c:pt>
                <c:pt idx="4508">
                  <c:v>90</c:v>
                </c:pt>
                <c:pt idx="4509">
                  <c:v>85</c:v>
                </c:pt>
                <c:pt idx="4510">
                  <c:v>86</c:v>
                </c:pt>
                <c:pt idx="4511">
                  <c:v>82</c:v>
                </c:pt>
                <c:pt idx="4512">
                  <c:v>83</c:v>
                </c:pt>
                <c:pt idx="4513">
                  <c:v>80</c:v>
                </c:pt>
                <c:pt idx="4514">
                  <c:v>102</c:v>
                </c:pt>
                <c:pt idx="4515">
                  <c:v>80</c:v>
                </c:pt>
                <c:pt idx="4516">
                  <c:v>84</c:v>
                </c:pt>
                <c:pt idx="4517">
                  <c:v>79</c:v>
                </c:pt>
                <c:pt idx="4518">
                  <c:v>84</c:v>
                </c:pt>
                <c:pt idx="4519">
                  <c:v>89</c:v>
                </c:pt>
                <c:pt idx="4520">
                  <c:v>84</c:v>
                </c:pt>
                <c:pt idx="4521">
                  <c:v>84</c:v>
                </c:pt>
                <c:pt idx="4522">
                  <c:v>81</c:v>
                </c:pt>
                <c:pt idx="4523">
                  <c:v>69</c:v>
                </c:pt>
                <c:pt idx="4524">
                  <c:v>91</c:v>
                </c:pt>
                <c:pt idx="4525">
                  <c:v>96</c:v>
                </c:pt>
                <c:pt idx="4526">
                  <c:v>87</c:v>
                </c:pt>
                <c:pt idx="4527">
                  <c:v>96</c:v>
                </c:pt>
                <c:pt idx="4528">
                  <c:v>98</c:v>
                </c:pt>
                <c:pt idx="4529">
                  <c:v>95</c:v>
                </c:pt>
                <c:pt idx="4530">
                  <c:v>99</c:v>
                </c:pt>
                <c:pt idx="4531">
                  <c:v>114</c:v>
                </c:pt>
                <c:pt idx="4532">
                  <c:v>89</c:v>
                </c:pt>
                <c:pt idx="4533">
                  <c:v>116</c:v>
                </c:pt>
                <c:pt idx="4534">
                  <c:v>105</c:v>
                </c:pt>
                <c:pt idx="4535">
                  <c:v>78</c:v>
                </c:pt>
                <c:pt idx="4536">
                  <c:v>96</c:v>
                </c:pt>
                <c:pt idx="4537">
                  <c:v>99</c:v>
                </c:pt>
                <c:pt idx="4538">
                  <c:v>95</c:v>
                </c:pt>
                <c:pt idx="4539">
                  <c:v>96</c:v>
                </c:pt>
                <c:pt idx="4540">
                  <c:v>98</c:v>
                </c:pt>
                <c:pt idx="4541">
                  <c:v>96</c:v>
                </c:pt>
                <c:pt idx="4542">
                  <c:v>103</c:v>
                </c:pt>
                <c:pt idx="4543">
                  <c:v>100</c:v>
                </c:pt>
                <c:pt idx="4544">
                  <c:v>96</c:v>
                </c:pt>
                <c:pt idx="4545">
                  <c:v>94</c:v>
                </c:pt>
                <c:pt idx="4546">
                  <c:v>95</c:v>
                </c:pt>
                <c:pt idx="4547">
                  <c:v>93</c:v>
                </c:pt>
                <c:pt idx="4548">
                  <c:v>96</c:v>
                </c:pt>
                <c:pt idx="4549">
                  <c:v>98</c:v>
                </c:pt>
                <c:pt idx="4550">
                  <c:v>95</c:v>
                </c:pt>
                <c:pt idx="4551">
                  <c:v>94</c:v>
                </c:pt>
                <c:pt idx="4552">
                  <c:v>90</c:v>
                </c:pt>
                <c:pt idx="4553">
                  <c:v>94</c:v>
                </c:pt>
                <c:pt idx="4554">
                  <c:v>94</c:v>
                </c:pt>
                <c:pt idx="4555">
                  <c:v>99</c:v>
                </c:pt>
                <c:pt idx="4556">
                  <c:v>91</c:v>
                </c:pt>
                <c:pt idx="4557">
                  <c:v>86</c:v>
                </c:pt>
                <c:pt idx="4558">
                  <c:v>83</c:v>
                </c:pt>
                <c:pt idx="4559">
                  <c:v>82</c:v>
                </c:pt>
                <c:pt idx="4560">
                  <c:v>81</c:v>
                </c:pt>
                <c:pt idx="4561">
                  <c:v>80</c:v>
                </c:pt>
                <c:pt idx="4562">
                  <c:v>80</c:v>
                </c:pt>
                <c:pt idx="4563">
                  <c:v>80</c:v>
                </c:pt>
                <c:pt idx="4564">
                  <c:v>79</c:v>
                </c:pt>
                <c:pt idx="4565">
                  <c:v>78</c:v>
                </c:pt>
                <c:pt idx="4566">
                  <c:v>79</c:v>
                </c:pt>
                <c:pt idx="4567">
                  <c:v>79</c:v>
                </c:pt>
                <c:pt idx="4568">
                  <c:v>79</c:v>
                </c:pt>
                <c:pt idx="4569">
                  <c:v>76</c:v>
                </c:pt>
                <c:pt idx="4570">
                  <c:v>86</c:v>
                </c:pt>
                <c:pt idx="4571">
                  <c:v>75</c:v>
                </c:pt>
                <c:pt idx="4572">
                  <c:v>77</c:v>
                </c:pt>
                <c:pt idx="4573">
                  <c:v>80</c:v>
                </c:pt>
                <c:pt idx="4574">
                  <c:v>80</c:v>
                </c:pt>
                <c:pt idx="4575">
                  <c:v>89</c:v>
                </c:pt>
                <c:pt idx="4576">
                  <c:v>91</c:v>
                </c:pt>
                <c:pt idx="4577">
                  <c:v>84</c:v>
                </c:pt>
                <c:pt idx="4578">
                  <c:v>102</c:v>
                </c:pt>
                <c:pt idx="4579">
                  <c:v>89</c:v>
                </c:pt>
                <c:pt idx="4580">
                  <c:v>90</c:v>
                </c:pt>
                <c:pt idx="4581">
                  <c:v>91</c:v>
                </c:pt>
                <c:pt idx="4582">
                  <c:v>88</c:v>
                </c:pt>
                <c:pt idx="4583">
                  <c:v>84</c:v>
                </c:pt>
                <c:pt idx="4584">
                  <c:v>86</c:v>
                </c:pt>
                <c:pt idx="4585">
                  <c:v>85</c:v>
                </c:pt>
                <c:pt idx="4586">
                  <c:v>86</c:v>
                </c:pt>
                <c:pt idx="4587">
                  <c:v>91</c:v>
                </c:pt>
                <c:pt idx="4588">
                  <c:v>88</c:v>
                </c:pt>
                <c:pt idx="4589">
                  <c:v>90</c:v>
                </c:pt>
                <c:pt idx="4590">
                  <c:v>88</c:v>
                </c:pt>
                <c:pt idx="4591">
                  <c:v>93</c:v>
                </c:pt>
                <c:pt idx="4592">
                  <c:v>94</c:v>
                </c:pt>
                <c:pt idx="4593">
                  <c:v>93</c:v>
                </c:pt>
                <c:pt idx="4594">
                  <c:v>99</c:v>
                </c:pt>
                <c:pt idx="4595">
                  <c:v>99</c:v>
                </c:pt>
                <c:pt idx="4596">
                  <c:v>100</c:v>
                </c:pt>
                <c:pt idx="4597">
                  <c:v>99</c:v>
                </c:pt>
                <c:pt idx="4598">
                  <c:v>98</c:v>
                </c:pt>
                <c:pt idx="4599">
                  <c:v>111</c:v>
                </c:pt>
                <c:pt idx="4600">
                  <c:v>96</c:v>
                </c:pt>
                <c:pt idx="4601">
                  <c:v>96</c:v>
                </c:pt>
                <c:pt idx="4602">
                  <c:v>96</c:v>
                </c:pt>
                <c:pt idx="4603">
                  <c:v>102</c:v>
                </c:pt>
                <c:pt idx="4604">
                  <c:v>103</c:v>
                </c:pt>
                <c:pt idx="4605">
                  <c:v>99</c:v>
                </c:pt>
                <c:pt idx="4606">
                  <c:v>96</c:v>
                </c:pt>
                <c:pt idx="4607">
                  <c:v>96</c:v>
                </c:pt>
                <c:pt idx="4608">
                  <c:v>93</c:v>
                </c:pt>
                <c:pt idx="4609">
                  <c:v>93</c:v>
                </c:pt>
                <c:pt idx="4610">
                  <c:v>94</c:v>
                </c:pt>
                <c:pt idx="4611">
                  <c:v>94</c:v>
                </c:pt>
                <c:pt idx="4612">
                  <c:v>95</c:v>
                </c:pt>
                <c:pt idx="4613">
                  <c:v>86</c:v>
                </c:pt>
                <c:pt idx="4614">
                  <c:v>98</c:v>
                </c:pt>
                <c:pt idx="4615">
                  <c:v>79</c:v>
                </c:pt>
                <c:pt idx="4616">
                  <c:v>80</c:v>
                </c:pt>
                <c:pt idx="4617">
                  <c:v>80</c:v>
                </c:pt>
                <c:pt idx="4618">
                  <c:v>79</c:v>
                </c:pt>
                <c:pt idx="4619">
                  <c:v>82</c:v>
                </c:pt>
                <c:pt idx="4620">
                  <c:v>82</c:v>
                </c:pt>
                <c:pt idx="4621">
                  <c:v>82</c:v>
                </c:pt>
                <c:pt idx="4622">
                  <c:v>87</c:v>
                </c:pt>
                <c:pt idx="4623">
                  <c:v>87</c:v>
                </c:pt>
                <c:pt idx="4624">
                  <c:v>85</c:v>
                </c:pt>
                <c:pt idx="4625">
                  <c:v>94</c:v>
                </c:pt>
                <c:pt idx="4626">
                  <c:v>96</c:v>
                </c:pt>
                <c:pt idx="4627">
                  <c:v>95</c:v>
                </c:pt>
                <c:pt idx="4628">
                  <c:v>99</c:v>
                </c:pt>
                <c:pt idx="4629">
                  <c:v>94</c:v>
                </c:pt>
                <c:pt idx="4630">
                  <c:v>95</c:v>
                </c:pt>
                <c:pt idx="4631">
                  <c:v>91</c:v>
                </c:pt>
                <c:pt idx="4632">
                  <c:v>93</c:v>
                </c:pt>
                <c:pt idx="4633">
                  <c:v>93</c:v>
                </c:pt>
                <c:pt idx="4634">
                  <c:v>95</c:v>
                </c:pt>
                <c:pt idx="4635">
                  <c:v>95</c:v>
                </c:pt>
                <c:pt idx="4636">
                  <c:v>98</c:v>
                </c:pt>
                <c:pt idx="4637">
                  <c:v>96</c:v>
                </c:pt>
                <c:pt idx="4638">
                  <c:v>96</c:v>
                </c:pt>
                <c:pt idx="4639">
                  <c:v>98</c:v>
                </c:pt>
                <c:pt idx="4640">
                  <c:v>98</c:v>
                </c:pt>
                <c:pt idx="4641">
                  <c:v>99</c:v>
                </c:pt>
                <c:pt idx="4642">
                  <c:v>102</c:v>
                </c:pt>
                <c:pt idx="4643">
                  <c:v>102</c:v>
                </c:pt>
                <c:pt idx="4644">
                  <c:v>98</c:v>
                </c:pt>
                <c:pt idx="4645">
                  <c:v>98</c:v>
                </c:pt>
                <c:pt idx="4646">
                  <c:v>99</c:v>
                </c:pt>
                <c:pt idx="4647">
                  <c:v>98</c:v>
                </c:pt>
                <c:pt idx="4648">
                  <c:v>99</c:v>
                </c:pt>
                <c:pt idx="4649">
                  <c:v>99</c:v>
                </c:pt>
                <c:pt idx="4650">
                  <c:v>98</c:v>
                </c:pt>
                <c:pt idx="4651">
                  <c:v>120</c:v>
                </c:pt>
                <c:pt idx="4652">
                  <c:v>0</c:v>
                </c:pt>
                <c:pt idx="4653">
                  <c:v>0</c:v>
                </c:pt>
                <c:pt idx="4654">
                  <c:v>0</c:v>
                </c:pt>
                <c:pt idx="4655">
                  <c:v>0</c:v>
                </c:pt>
                <c:pt idx="4656">
                  <c:v>0</c:v>
                </c:pt>
                <c:pt idx="4657">
                  <c:v>0</c:v>
                </c:pt>
                <c:pt idx="4658">
                  <c:v>81</c:v>
                </c:pt>
                <c:pt idx="4659">
                  <c:v>122</c:v>
                </c:pt>
                <c:pt idx="4660">
                  <c:v>89</c:v>
                </c:pt>
                <c:pt idx="4661">
                  <c:v>103</c:v>
                </c:pt>
                <c:pt idx="4662">
                  <c:v>133</c:v>
                </c:pt>
                <c:pt idx="4663">
                  <c:v>108</c:v>
                </c:pt>
                <c:pt idx="4664">
                  <c:v>146</c:v>
                </c:pt>
                <c:pt idx="4665">
                  <c:v>116</c:v>
                </c:pt>
                <c:pt idx="4666">
                  <c:v>109</c:v>
                </c:pt>
                <c:pt idx="4667">
                  <c:v>116</c:v>
                </c:pt>
                <c:pt idx="4668">
                  <c:v>114</c:v>
                </c:pt>
                <c:pt idx="4669">
                  <c:v>116</c:v>
                </c:pt>
                <c:pt idx="4670">
                  <c:v>103</c:v>
                </c:pt>
                <c:pt idx="4671">
                  <c:v>114</c:v>
                </c:pt>
                <c:pt idx="4672">
                  <c:v>100</c:v>
                </c:pt>
                <c:pt idx="4673">
                  <c:v>100</c:v>
                </c:pt>
                <c:pt idx="4674">
                  <c:v>100</c:v>
                </c:pt>
                <c:pt idx="4675">
                  <c:v>94</c:v>
                </c:pt>
                <c:pt idx="4676">
                  <c:v>88</c:v>
                </c:pt>
                <c:pt idx="4677">
                  <c:v>96</c:v>
                </c:pt>
                <c:pt idx="4678">
                  <c:v>94</c:v>
                </c:pt>
                <c:pt idx="4679">
                  <c:v>88</c:v>
                </c:pt>
                <c:pt idx="4680">
                  <c:v>96</c:v>
                </c:pt>
                <c:pt idx="4681">
                  <c:v>98</c:v>
                </c:pt>
                <c:pt idx="4682">
                  <c:v>96</c:v>
                </c:pt>
                <c:pt idx="4683">
                  <c:v>98</c:v>
                </c:pt>
                <c:pt idx="4684">
                  <c:v>96</c:v>
                </c:pt>
                <c:pt idx="4685">
                  <c:v>99</c:v>
                </c:pt>
                <c:pt idx="4686">
                  <c:v>98</c:v>
                </c:pt>
                <c:pt idx="4687">
                  <c:v>91</c:v>
                </c:pt>
                <c:pt idx="4688">
                  <c:v>88</c:v>
                </c:pt>
                <c:pt idx="4689">
                  <c:v>90</c:v>
                </c:pt>
                <c:pt idx="4690">
                  <c:v>86</c:v>
                </c:pt>
                <c:pt idx="4691">
                  <c:v>88</c:v>
                </c:pt>
                <c:pt idx="4692">
                  <c:v>86</c:v>
                </c:pt>
                <c:pt idx="4693">
                  <c:v>86</c:v>
                </c:pt>
                <c:pt idx="4694">
                  <c:v>86</c:v>
                </c:pt>
                <c:pt idx="4695">
                  <c:v>82</c:v>
                </c:pt>
                <c:pt idx="4696">
                  <c:v>80</c:v>
                </c:pt>
                <c:pt idx="4697">
                  <c:v>80</c:v>
                </c:pt>
                <c:pt idx="4698">
                  <c:v>82</c:v>
                </c:pt>
                <c:pt idx="4699">
                  <c:v>79</c:v>
                </c:pt>
                <c:pt idx="4700">
                  <c:v>77</c:v>
                </c:pt>
                <c:pt idx="4701">
                  <c:v>80</c:v>
                </c:pt>
                <c:pt idx="4702">
                  <c:v>80</c:v>
                </c:pt>
                <c:pt idx="4703">
                  <c:v>85</c:v>
                </c:pt>
                <c:pt idx="4704">
                  <c:v>84</c:v>
                </c:pt>
                <c:pt idx="4705">
                  <c:v>82</c:v>
                </c:pt>
                <c:pt idx="4706">
                  <c:v>80</c:v>
                </c:pt>
                <c:pt idx="4707">
                  <c:v>81</c:v>
                </c:pt>
                <c:pt idx="4708">
                  <c:v>75</c:v>
                </c:pt>
                <c:pt idx="4709">
                  <c:v>79</c:v>
                </c:pt>
                <c:pt idx="4710">
                  <c:v>80</c:v>
                </c:pt>
                <c:pt idx="4711">
                  <c:v>87</c:v>
                </c:pt>
                <c:pt idx="4712">
                  <c:v>83</c:v>
                </c:pt>
                <c:pt idx="4713">
                  <c:v>80</c:v>
                </c:pt>
                <c:pt idx="4714">
                  <c:v>87</c:v>
                </c:pt>
                <c:pt idx="4715">
                  <c:v>88</c:v>
                </c:pt>
                <c:pt idx="4716">
                  <c:v>85</c:v>
                </c:pt>
                <c:pt idx="4717">
                  <c:v>84</c:v>
                </c:pt>
                <c:pt idx="4718">
                  <c:v>86</c:v>
                </c:pt>
                <c:pt idx="4719">
                  <c:v>86</c:v>
                </c:pt>
                <c:pt idx="4720">
                  <c:v>87</c:v>
                </c:pt>
                <c:pt idx="4721">
                  <c:v>102</c:v>
                </c:pt>
                <c:pt idx="4722">
                  <c:v>99</c:v>
                </c:pt>
                <c:pt idx="4723">
                  <c:v>108</c:v>
                </c:pt>
                <c:pt idx="4724">
                  <c:v>96</c:v>
                </c:pt>
                <c:pt idx="4725">
                  <c:v>96</c:v>
                </c:pt>
                <c:pt idx="4726">
                  <c:v>93</c:v>
                </c:pt>
                <c:pt idx="4727">
                  <c:v>93</c:v>
                </c:pt>
                <c:pt idx="4728">
                  <c:v>93</c:v>
                </c:pt>
                <c:pt idx="4729">
                  <c:v>84</c:v>
                </c:pt>
                <c:pt idx="4730">
                  <c:v>102</c:v>
                </c:pt>
                <c:pt idx="4731">
                  <c:v>105</c:v>
                </c:pt>
                <c:pt idx="4732">
                  <c:v>124</c:v>
                </c:pt>
                <c:pt idx="4733">
                  <c:v>87</c:v>
                </c:pt>
                <c:pt idx="4734">
                  <c:v>87</c:v>
                </c:pt>
                <c:pt idx="4735">
                  <c:v>72</c:v>
                </c:pt>
                <c:pt idx="4736">
                  <c:v>64</c:v>
                </c:pt>
                <c:pt idx="4737">
                  <c:v>83</c:v>
                </c:pt>
                <c:pt idx="4738">
                  <c:v>67</c:v>
                </c:pt>
                <c:pt idx="4739">
                  <c:v>93</c:v>
                </c:pt>
                <c:pt idx="4740">
                  <c:v>47</c:v>
                </c:pt>
                <c:pt idx="4741">
                  <c:v>35</c:v>
                </c:pt>
                <c:pt idx="4742">
                  <c:v>42</c:v>
                </c:pt>
                <c:pt idx="4743">
                  <c:v>43</c:v>
                </c:pt>
                <c:pt idx="4744">
                  <c:v>0</c:v>
                </c:pt>
                <c:pt idx="4745">
                  <c:v>61</c:v>
                </c:pt>
                <c:pt idx="4746">
                  <c:v>59</c:v>
                </c:pt>
                <c:pt idx="4747">
                  <c:v>0</c:v>
                </c:pt>
                <c:pt idx="4748">
                  <c:v>42</c:v>
                </c:pt>
                <c:pt idx="4749">
                  <c:v>54</c:v>
                </c:pt>
                <c:pt idx="4750">
                  <c:v>54</c:v>
                </c:pt>
                <c:pt idx="4751">
                  <c:v>45</c:v>
                </c:pt>
                <c:pt idx="4752">
                  <c:v>45</c:v>
                </c:pt>
                <c:pt idx="4753">
                  <c:v>0</c:v>
                </c:pt>
                <c:pt idx="4754">
                  <c:v>0</c:v>
                </c:pt>
                <c:pt idx="4755">
                  <c:v>0</c:v>
                </c:pt>
                <c:pt idx="4756">
                  <c:v>0</c:v>
                </c:pt>
                <c:pt idx="4757">
                  <c:v>0</c:v>
                </c:pt>
                <c:pt idx="4758">
                  <c:v>42</c:v>
                </c:pt>
                <c:pt idx="4759">
                  <c:v>0</c:v>
                </c:pt>
                <c:pt idx="4760">
                  <c:v>0</c:v>
                </c:pt>
                <c:pt idx="4761">
                  <c:v>69</c:v>
                </c:pt>
                <c:pt idx="4762">
                  <c:v>41</c:v>
                </c:pt>
                <c:pt idx="4763">
                  <c:v>41</c:v>
                </c:pt>
                <c:pt idx="4764">
                  <c:v>68</c:v>
                </c:pt>
                <c:pt idx="4765">
                  <c:v>0</c:v>
                </c:pt>
                <c:pt idx="4766">
                  <c:v>0</c:v>
                </c:pt>
                <c:pt idx="4767">
                  <c:v>0</c:v>
                </c:pt>
              </c:numCache>
            </c:numRef>
          </c:val>
          <c:smooth val="0"/>
        </c:ser>
        <c:ser>
          <c:idx val="6"/>
          <c:order val="2"/>
          <c:tx>
            <c:strRef>
              <c:f>'08_08_13_mount_washington'!$G$1</c:f>
              <c:strCache>
                <c:ptCount val="1"/>
                <c:pt idx="0">
                  <c:v>Hrate</c:v>
                </c:pt>
              </c:strCache>
            </c:strRef>
          </c:tx>
          <c:spPr>
            <a:ln w="12700">
              <a:solidFill>
                <a:srgbClr val="FF0000"/>
              </a:solidFill>
              <a:prstDash val="solid"/>
            </a:ln>
          </c:spPr>
          <c:marker>
            <c:symbol val="none"/>
          </c:marker>
          <c:cat>
            <c:numRef>
              <c:f>'08_08_13_mount_washington'!$K$2:$K$4769</c:f>
              <c:numCache>
                <c:formatCode>General</c:formatCode>
                <c:ptCount val="4768"/>
                <c:pt idx="0">
                  <c:v>6.8310000000000011E-3</c:v>
                </c:pt>
                <c:pt idx="1">
                  <c:v>8.0730000000000055E-3</c:v>
                </c:pt>
                <c:pt idx="2">
                  <c:v>9.3150000000000073E-3</c:v>
                </c:pt>
                <c:pt idx="3">
                  <c:v>1.0557E-2</c:v>
                </c:pt>
                <c:pt idx="4">
                  <c:v>1.3041000000000009E-2</c:v>
                </c:pt>
                <c:pt idx="5">
                  <c:v>1.4282999999999999E-2</c:v>
                </c:pt>
                <c:pt idx="6">
                  <c:v>1.6767000000000011E-2</c:v>
                </c:pt>
                <c:pt idx="7">
                  <c:v>1.8630000000000008E-2</c:v>
                </c:pt>
                <c:pt idx="8">
                  <c:v>2.1114000000000001E-2</c:v>
                </c:pt>
                <c:pt idx="9">
                  <c:v>2.3597999999999997E-2</c:v>
                </c:pt>
                <c:pt idx="10">
                  <c:v>2.7324000000000001E-2</c:v>
                </c:pt>
                <c:pt idx="11">
                  <c:v>3.1671000000000026E-2</c:v>
                </c:pt>
                <c:pt idx="12">
                  <c:v>3.5396999999999998E-2</c:v>
                </c:pt>
                <c:pt idx="13">
                  <c:v>3.9122999999999998E-2</c:v>
                </c:pt>
                <c:pt idx="14">
                  <c:v>4.3470000000000002E-2</c:v>
                </c:pt>
                <c:pt idx="15">
                  <c:v>4.719600000000003E-2</c:v>
                </c:pt>
                <c:pt idx="16">
                  <c:v>5.0922000000000023E-2</c:v>
                </c:pt>
                <c:pt idx="17">
                  <c:v>5.5269000000000013E-2</c:v>
                </c:pt>
                <c:pt idx="18">
                  <c:v>5.775300000000004E-2</c:v>
                </c:pt>
                <c:pt idx="19">
                  <c:v>6.1479000000000006E-2</c:v>
                </c:pt>
                <c:pt idx="20">
                  <c:v>6.5204999999999999E-2</c:v>
                </c:pt>
                <c:pt idx="21">
                  <c:v>6.9552000000000044E-2</c:v>
                </c:pt>
                <c:pt idx="22">
                  <c:v>7.2036000000000058E-2</c:v>
                </c:pt>
                <c:pt idx="23">
                  <c:v>7.5762000000000052E-2</c:v>
                </c:pt>
                <c:pt idx="24">
                  <c:v>8.0109000000000027E-2</c:v>
                </c:pt>
                <c:pt idx="25">
                  <c:v>8.3835000000000062E-2</c:v>
                </c:pt>
                <c:pt idx="26">
                  <c:v>8.6319000000000007E-2</c:v>
                </c:pt>
                <c:pt idx="27">
                  <c:v>9.0045000000000042E-2</c:v>
                </c:pt>
                <c:pt idx="28">
                  <c:v>9.315000000000008E-2</c:v>
                </c:pt>
                <c:pt idx="29">
                  <c:v>9.6876000000000032E-2</c:v>
                </c:pt>
                <c:pt idx="30">
                  <c:v>9.9360000000000032E-2</c:v>
                </c:pt>
                <c:pt idx="31">
                  <c:v>0.10370700000000002</c:v>
                </c:pt>
                <c:pt idx="32">
                  <c:v>0.10743299999999999</c:v>
                </c:pt>
                <c:pt idx="33">
                  <c:v>0.11115899999999995</c:v>
                </c:pt>
                <c:pt idx="34">
                  <c:v>0.11364299999999998</c:v>
                </c:pt>
                <c:pt idx="35">
                  <c:v>0.11674800000000002</c:v>
                </c:pt>
                <c:pt idx="36">
                  <c:v>0.12047400000000004</c:v>
                </c:pt>
                <c:pt idx="37">
                  <c:v>0.12295800000000001</c:v>
                </c:pt>
                <c:pt idx="38">
                  <c:v>0.12668399999999991</c:v>
                </c:pt>
                <c:pt idx="39">
                  <c:v>0.12978899999999999</c:v>
                </c:pt>
                <c:pt idx="40">
                  <c:v>0.13351499999999999</c:v>
                </c:pt>
                <c:pt idx="41">
                  <c:v>0.13599900000000009</c:v>
                </c:pt>
                <c:pt idx="42">
                  <c:v>0.14034600000000008</c:v>
                </c:pt>
                <c:pt idx="43">
                  <c:v>0.14283000000000001</c:v>
                </c:pt>
                <c:pt idx="44">
                  <c:v>0.14655599999999999</c:v>
                </c:pt>
                <c:pt idx="45">
                  <c:v>0.14904000000000009</c:v>
                </c:pt>
                <c:pt idx="46">
                  <c:v>0.15214500000000009</c:v>
                </c:pt>
                <c:pt idx="47">
                  <c:v>0.15587100000000001</c:v>
                </c:pt>
                <c:pt idx="48">
                  <c:v>0.15959700000000018</c:v>
                </c:pt>
                <c:pt idx="49">
                  <c:v>0.16208100000000003</c:v>
                </c:pt>
                <c:pt idx="50">
                  <c:v>0.16518600000000003</c:v>
                </c:pt>
                <c:pt idx="51">
                  <c:v>0.16766999999999999</c:v>
                </c:pt>
                <c:pt idx="52">
                  <c:v>0.170154</c:v>
                </c:pt>
                <c:pt idx="53">
                  <c:v>0.17263800000000001</c:v>
                </c:pt>
                <c:pt idx="54">
                  <c:v>0.17512199999999997</c:v>
                </c:pt>
                <c:pt idx="55">
                  <c:v>0.17698500000000006</c:v>
                </c:pt>
                <c:pt idx="56">
                  <c:v>0.17946900000000013</c:v>
                </c:pt>
                <c:pt idx="57">
                  <c:v>0.18071100000000007</c:v>
                </c:pt>
                <c:pt idx="58">
                  <c:v>0.18319500000000008</c:v>
                </c:pt>
                <c:pt idx="59">
                  <c:v>0.18567899999999998</c:v>
                </c:pt>
                <c:pt idx="60">
                  <c:v>0.18692100000000009</c:v>
                </c:pt>
                <c:pt idx="61">
                  <c:v>0.18878400000000009</c:v>
                </c:pt>
                <c:pt idx="62">
                  <c:v>0.19126800000000005</c:v>
                </c:pt>
                <c:pt idx="63">
                  <c:v>0.19251000000000001</c:v>
                </c:pt>
                <c:pt idx="64">
                  <c:v>0.19375200000000004</c:v>
                </c:pt>
                <c:pt idx="65">
                  <c:v>0.19623600000000005</c:v>
                </c:pt>
                <c:pt idx="66">
                  <c:v>0.19747800000000004</c:v>
                </c:pt>
                <c:pt idx="67">
                  <c:v>0.19872000000000004</c:v>
                </c:pt>
                <c:pt idx="68">
                  <c:v>0.201825</c:v>
                </c:pt>
                <c:pt idx="69">
                  <c:v>0.20306700000000008</c:v>
                </c:pt>
                <c:pt idx="70">
                  <c:v>0.2043090000000001</c:v>
                </c:pt>
                <c:pt idx="71">
                  <c:v>0.20555100000000001</c:v>
                </c:pt>
                <c:pt idx="72">
                  <c:v>0.20803500000000008</c:v>
                </c:pt>
                <c:pt idx="73">
                  <c:v>0.2092770000000001</c:v>
                </c:pt>
                <c:pt idx="74">
                  <c:v>0.21051900000000012</c:v>
                </c:pt>
                <c:pt idx="75">
                  <c:v>0.21176100000000009</c:v>
                </c:pt>
                <c:pt idx="76">
                  <c:v>0.21362399999999998</c:v>
                </c:pt>
                <c:pt idx="77">
                  <c:v>0.21486600000000006</c:v>
                </c:pt>
                <c:pt idx="78">
                  <c:v>0.21735000000000004</c:v>
                </c:pt>
                <c:pt idx="79">
                  <c:v>0.21859200000000006</c:v>
                </c:pt>
                <c:pt idx="80">
                  <c:v>0.21983400000000006</c:v>
                </c:pt>
                <c:pt idx="81">
                  <c:v>0.22231800000000004</c:v>
                </c:pt>
                <c:pt idx="82">
                  <c:v>0.22356000000000001</c:v>
                </c:pt>
                <c:pt idx="83">
                  <c:v>0.22542300000000001</c:v>
                </c:pt>
                <c:pt idx="84">
                  <c:v>0.22790700000000011</c:v>
                </c:pt>
                <c:pt idx="85">
                  <c:v>0.22914900000000005</c:v>
                </c:pt>
                <c:pt idx="86">
                  <c:v>0.23039099999999998</c:v>
                </c:pt>
                <c:pt idx="87">
                  <c:v>0.232875</c:v>
                </c:pt>
                <c:pt idx="88">
                  <c:v>0.23411699999999999</c:v>
                </c:pt>
                <c:pt idx="89">
                  <c:v>0.23535900000000001</c:v>
                </c:pt>
                <c:pt idx="90">
                  <c:v>0.23846400000000009</c:v>
                </c:pt>
                <c:pt idx="91">
                  <c:v>0.23970600000000009</c:v>
                </c:pt>
                <c:pt idx="92">
                  <c:v>0.24094800000000016</c:v>
                </c:pt>
                <c:pt idx="93">
                  <c:v>0.24219000000000004</c:v>
                </c:pt>
                <c:pt idx="94">
                  <c:v>0.244674</c:v>
                </c:pt>
                <c:pt idx="95">
                  <c:v>0.24591600000000019</c:v>
                </c:pt>
                <c:pt idx="96">
                  <c:v>0.24715800000000004</c:v>
                </c:pt>
                <c:pt idx="97">
                  <c:v>0.2490210000000001</c:v>
                </c:pt>
                <c:pt idx="98">
                  <c:v>0.25150500000000003</c:v>
                </c:pt>
                <c:pt idx="99">
                  <c:v>0.25274699999999994</c:v>
                </c:pt>
                <c:pt idx="100">
                  <c:v>0.25398900000000008</c:v>
                </c:pt>
                <c:pt idx="101">
                  <c:v>0.25647300000000001</c:v>
                </c:pt>
                <c:pt idx="102">
                  <c:v>0.25771500000000003</c:v>
                </c:pt>
                <c:pt idx="103">
                  <c:v>0.2589570000000001</c:v>
                </c:pt>
                <c:pt idx="104">
                  <c:v>0.26019899999999996</c:v>
                </c:pt>
                <c:pt idx="105">
                  <c:v>0.26330400000000015</c:v>
                </c:pt>
                <c:pt idx="106">
                  <c:v>0.264546</c:v>
                </c:pt>
                <c:pt idx="107">
                  <c:v>0.26578800000000002</c:v>
                </c:pt>
                <c:pt idx="108">
                  <c:v>0.2670300000000001</c:v>
                </c:pt>
                <c:pt idx="109">
                  <c:v>0.26827200000000001</c:v>
                </c:pt>
                <c:pt idx="110">
                  <c:v>0.26951400000000014</c:v>
                </c:pt>
                <c:pt idx="111">
                  <c:v>0.270756</c:v>
                </c:pt>
                <c:pt idx="112">
                  <c:v>0.27199800000000002</c:v>
                </c:pt>
                <c:pt idx="113">
                  <c:v>0.27386100000000002</c:v>
                </c:pt>
                <c:pt idx="114">
                  <c:v>0.2751030000000001</c:v>
                </c:pt>
                <c:pt idx="115">
                  <c:v>0.27758700000000008</c:v>
                </c:pt>
                <c:pt idx="116">
                  <c:v>0.27882900000000027</c:v>
                </c:pt>
                <c:pt idx="117">
                  <c:v>0.28007100000000001</c:v>
                </c:pt>
                <c:pt idx="118">
                  <c:v>0.2813130000000002</c:v>
                </c:pt>
                <c:pt idx="119">
                  <c:v>0.282555</c:v>
                </c:pt>
                <c:pt idx="120">
                  <c:v>0.28379699999999997</c:v>
                </c:pt>
                <c:pt idx="121">
                  <c:v>0.28566000000000008</c:v>
                </c:pt>
                <c:pt idx="122">
                  <c:v>0.28690200000000021</c:v>
                </c:pt>
                <c:pt idx="123">
                  <c:v>0.28814400000000001</c:v>
                </c:pt>
                <c:pt idx="124">
                  <c:v>0.29062800000000016</c:v>
                </c:pt>
                <c:pt idx="125">
                  <c:v>0.29187000000000024</c:v>
                </c:pt>
                <c:pt idx="126">
                  <c:v>0.29311200000000015</c:v>
                </c:pt>
                <c:pt idx="127">
                  <c:v>0.29435400000000017</c:v>
                </c:pt>
                <c:pt idx="128">
                  <c:v>0.29559600000000008</c:v>
                </c:pt>
                <c:pt idx="129">
                  <c:v>0.29745900000000008</c:v>
                </c:pt>
                <c:pt idx="130">
                  <c:v>0.29870100000000011</c:v>
                </c:pt>
                <c:pt idx="131">
                  <c:v>0.29994300000000002</c:v>
                </c:pt>
                <c:pt idx="132">
                  <c:v>0.3011850000000002</c:v>
                </c:pt>
                <c:pt idx="133">
                  <c:v>0.30366900000000008</c:v>
                </c:pt>
                <c:pt idx="134">
                  <c:v>0.30491100000000027</c:v>
                </c:pt>
                <c:pt idx="135">
                  <c:v>0.30615300000000001</c:v>
                </c:pt>
                <c:pt idx="136">
                  <c:v>0.30739500000000008</c:v>
                </c:pt>
                <c:pt idx="137">
                  <c:v>0.30863700000000011</c:v>
                </c:pt>
                <c:pt idx="138">
                  <c:v>0.31050000000000016</c:v>
                </c:pt>
                <c:pt idx="139">
                  <c:v>0.31174200000000002</c:v>
                </c:pt>
                <c:pt idx="140">
                  <c:v>0.31422600000000017</c:v>
                </c:pt>
                <c:pt idx="141">
                  <c:v>0.31546800000000036</c:v>
                </c:pt>
                <c:pt idx="142">
                  <c:v>0.31671000000000021</c:v>
                </c:pt>
                <c:pt idx="143">
                  <c:v>0.31795200000000018</c:v>
                </c:pt>
                <c:pt idx="144">
                  <c:v>0.3191940000000002</c:v>
                </c:pt>
                <c:pt idx="145">
                  <c:v>0.32043600000000017</c:v>
                </c:pt>
                <c:pt idx="146">
                  <c:v>0.322299</c:v>
                </c:pt>
                <c:pt idx="147">
                  <c:v>0.32354100000000002</c:v>
                </c:pt>
                <c:pt idx="148">
                  <c:v>0.32478300000000027</c:v>
                </c:pt>
                <c:pt idx="149">
                  <c:v>0.3272670000000002</c:v>
                </c:pt>
                <c:pt idx="150">
                  <c:v>0.32850900000000016</c:v>
                </c:pt>
                <c:pt idx="151">
                  <c:v>0.32975100000000002</c:v>
                </c:pt>
                <c:pt idx="152">
                  <c:v>0.3309930000000002</c:v>
                </c:pt>
                <c:pt idx="153">
                  <c:v>0.332235</c:v>
                </c:pt>
                <c:pt idx="154">
                  <c:v>0.33409800000000017</c:v>
                </c:pt>
                <c:pt idx="155">
                  <c:v>0.33534000000000036</c:v>
                </c:pt>
                <c:pt idx="156">
                  <c:v>0.3378240000000004</c:v>
                </c:pt>
                <c:pt idx="157">
                  <c:v>0.33906600000000037</c:v>
                </c:pt>
                <c:pt idx="158">
                  <c:v>0.34030800000000022</c:v>
                </c:pt>
                <c:pt idx="159">
                  <c:v>0.34155000000000008</c:v>
                </c:pt>
                <c:pt idx="160">
                  <c:v>0.3427920000000001</c:v>
                </c:pt>
                <c:pt idx="161">
                  <c:v>0.34403400000000006</c:v>
                </c:pt>
                <c:pt idx="162">
                  <c:v>0.34589700000000007</c:v>
                </c:pt>
                <c:pt idx="163">
                  <c:v>0.34713900000000009</c:v>
                </c:pt>
                <c:pt idx="164">
                  <c:v>0.34838100000000027</c:v>
                </c:pt>
                <c:pt idx="165">
                  <c:v>0.34962300000000018</c:v>
                </c:pt>
                <c:pt idx="166">
                  <c:v>0.35210700000000006</c:v>
                </c:pt>
                <c:pt idx="167">
                  <c:v>0.35334900000000008</c:v>
                </c:pt>
                <c:pt idx="168">
                  <c:v>0.3545910000000001</c:v>
                </c:pt>
                <c:pt idx="169">
                  <c:v>0.35583300000000007</c:v>
                </c:pt>
                <c:pt idx="170">
                  <c:v>0.3570750000000002</c:v>
                </c:pt>
                <c:pt idx="171">
                  <c:v>0.35893800000000015</c:v>
                </c:pt>
                <c:pt idx="172">
                  <c:v>0.36018000000000017</c:v>
                </c:pt>
                <c:pt idx="173">
                  <c:v>0.36142200000000024</c:v>
                </c:pt>
                <c:pt idx="174">
                  <c:v>0.36266400000000021</c:v>
                </c:pt>
                <c:pt idx="175">
                  <c:v>0.36514800000000008</c:v>
                </c:pt>
                <c:pt idx="176">
                  <c:v>0.36639000000000027</c:v>
                </c:pt>
                <c:pt idx="177">
                  <c:v>0.36763200000000001</c:v>
                </c:pt>
                <c:pt idx="178">
                  <c:v>0.36887400000000031</c:v>
                </c:pt>
                <c:pt idx="179">
                  <c:v>0.37073700000000004</c:v>
                </c:pt>
                <c:pt idx="180">
                  <c:v>0.37197900000000017</c:v>
                </c:pt>
                <c:pt idx="181">
                  <c:v>0.37322100000000008</c:v>
                </c:pt>
                <c:pt idx="182">
                  <c:v>0.37446300000000027</c:v>
                </c:pt>
                <c:pt idx="183">
                  <c:v>0.37570500000000001</c:v>
                </c:pt>
                <c:pt idx="184">
                  <c:v>0.3769470000000002</c:v>
                </c:pt>
                <c:pt idx="185">
                  <c:v>0.37818900000000016</c:v>
                </c:pt>
                <c:pt idx="186">
                  <c:v>0.37943100000000007</c:v>
                </c:pt>
                <c:pt idx="187">
                  <c:v>0.38067300000000021</c:v>
                </c:pt>
                <c:pt idx="188">
                  <c:v>0.38377800000000017</c:v>
                </c:pt>
                <c:pt idx="189">
                  <c:v>0.38502000000000025</c:v>
                </c:pt>
                <c:pt idx="190">
                  <c:v>0.38626200000000022</c:v>
                </c:pt>
                <c:pt idx="191">
                  <c:v>0.38750400000000024</c:v>
                </c:pt>
                <c:pt idx="192">
                  <c:v>0.38874600000000015</c:v>
                </c:pt>
                <c:pt idx="193">
                  <c:v>0.38998800000000033</c:v>
                </c:pt>
                <c:pt idx="194">
                  <c:v>0.39123000000000002</c:v>
                </c:pt>
                <c:pt idx="195">
                  <c:v>0.39247200000000038</c:v>
                </c:pt>
                <c:pt idx="196">
                  <c:v>0.39433500000000027</c:v>
                </c:pt>
                <c:pt idx="197">
                  <c:v>0.39557700000000018</c:v>
                </c:pt>
                <c:pt idx="198">
                  <c:v>0.39681900000000037</c:v>
                </c:pt>
                <c:pt idx="199">
                  <c:v>0.39806100000000016</c:v>
                </c:pt>
                <c:pt idx="200">
                  <c:v>0.39930300000000024</c:v>
                </c:pt>
                <c:pt idx="201">
                  <c:v>0.40054500000000004</c:v>
                </c:pt>
                <c:pt idx="202">
                  <c:v>0.40178700000000001</c:v>
                </c:pt>
                <c:pt idx="203">
                  <c:v>0.40302900000000008</c:v>
                </c:pt>
                <c:pt idx="204">
                  <c:v>0.40551300000000001</c:v>
                </c:pt>
                <c:pt idx="205">
                  <c:v>0.40737600000000024</c:v>
                </c:pt>
                <c:pt idx="206">
                  <c:v>0.4086180000000002</c:v>
                </c:pt>
                <c:pt idx="207">
                  <c:v>0.40986000000000017</c:v>
                </c:pt>
                <c:pt idx="208">
                  <c:v>0.41110200000000002</c:v>
                </c:pt>
                <c:pt idx="209">
                  <c:v>0.41234400000000021</c:v>
                </c:pt>
                <c:pt idx="210">
                  <c:v>0.41482800000000036</c:v>
                </c:pt>
                <c:pt idx="211">
                  <c:v>0.41607000000000016</c:v>
                </c:pt>
                <c:pt idx="212">
                  <c:v>0.41731200000000024</c:v>
                </c:pt>
                <c:pt idx="213">
                  <c:v>0.42041700000000021</c:v>
                </c:pt>
                <c:pt idx="214">
                  <c:v>0.42165900000000001</c:v>
                </c:pt>
                <c:pt idx="215">
                  <c:v>0.42290100000000008</c:v>
                </c:pt>
                <c:pt idx="216">
                  <c:v>0.42414300000000005</c:v>
                </c:pt>
                <c:pt idx="217">
                  <c:v>0.4266270000000002</c:v>
                </c:pt>
                <c:pt idx="218">
                  <c:v>0.42786900000000022</c:v>
                </c:pt>
                <c:pt idx="219">
                  <c:v>0.42911100000000008</c:v>
                </c:pt>
                <c:pt idx="220">
                  <c:v>0.43097400000000025</c:v>
                </c:pt>
                <c:pt idx="221">
                  <c:v>0.43345800000000018</c:v>
                </c:pt>
                <c:pt idx="222">
                  <c:v>0.43470000000000014</c:v>
                </c:pt>
                <c:pt idx="223">
                  <c:v>0.43594200000000016</c:v>
                </c:pt>
                <c:pt idx="224">
                  <c:v>0.43718400000000024</c:v>
                </c:pt>
                <c:pt idx="225">
                  <c:v>0.43966800000000017</c:v>
                </c:pt>
                <c:pt idx="226">
                  <c:v>0.44091000000000008</c:v>
                </c:pt>
                <c:pt idx="227">
                  <c:v>0.44277300000000003</c:v>
                </c:pt>
                <c:pt idx="228">
                  <c:v>0.44401500000000016</c:v>
                </c:pt>
                <c:pt idx="229">
                  <c:v>0.44649900000000009</c:v>
                </c:pt>
                <c:pt idx="230">
                  <c:v>0.447741</c:v>
                </c:pt>
                <c:pt idx="231">
                  <c:v>0.44898300000000019</c:v>
                </c:pt>
                <c:pt idx="232">
                  <c:v>0.4502250000000001</c:v>
                </c:pt>
                <c:pt idx="233">
                  <c:v>0.45270900000000003</c:v>
                </c:pt>
                <c:pt idx="234">
                  <c:v>0.4539510000000001</c:v>
                </c:pt>
                <c:pt idx="235">
                  <c:v>0.45581400000000016</c:v>
                </c:pt>
                <c:pt idx="236">
                  <c:v>0.45705600000000002</c:v>
                </c:pt>
                <c:pt idx="237">
                  <c:v>0.45954</c:v>
                </c:pt>
                <c:pt idx="238">
                  <c:v>0.46078200000000002</c:v>
                </c:pt>
                <c:pt idx="239">
                  <c:v>0.46202400000000021</c:v>
                </c:pt>
                <c:pt idx="240">
                  <c:v>0.46326600000000001</c:v>
                </c:pt>
                <c:pt idx="241">
                  <c:v>0.46450800000000014</c:v>
                </c:pt>
                <c:pt idx="242">
                  <c:v>0.467613</c:v>
                </c:pt>
                <c:pt idx="243">
                  <c:v>0.46885500000000002</c:v>
                </c:pt>
                <c:pt idx="244">
                  <c:v>0.4700970000000001</c:v>
                </c:pt>
                <c:pt idx="245">
                  <c:v>0.47133900000000001</c:v>
                </c:pt>
                <c:pt idx="246">
                  <c:v>0.47382300000000027</c:v>
                </c:pt>
                <c:pt idx="247">
                  <c:v>0.47506500000000002</c:v>
                </c:pt>
                <c:pt idx="248">
                  <c:v>0.4763070000000002</c:v>
                </c:pt>
                <c:pt idx="249">
                  <c:v>0.477549</c:v>
                </c:pt>
                <c:pt idx="250">
                  <c:v>0.48065400000000008</c:v>
                </c:pt>
                <c:pt idx="251">
                  <c:v>0.48189600000000021</c:v>
                </c:pt>
                <c:pt idx="252">
                  <c:v>0.48313800000000001</c:v>
                </c:pt>
                <c:pt idx="253">
                  <c:v>0.48562200000000016</c:v>
                </c:pt>
                <c:pt idx="254">
                  <c:v>0.48686400000000024</c:v>
                </c:pt>
                <c:pt idx="255">
                  <c:v>0.48810600000000021</c:v>
                </c:pt>
                <c:pt idx="256">
                  <c:v>0.49059000000000008</c:v>
                </c:pt>
                <c:pt idx="257">
                  <c:v>0.4924530000000002</c:v>
                </c:pt>
                <c:pt idx="258">
                  <c:v>0.49369500000000011</c:v>
                </c:pt>
                <c:pt idx="259">
                  <c:v>0.4961790000000002</c:v>
                </c:pt>
                <c:pt idx="260">
                  <c:v>0.49742100000000017</c:v>
                </c:pt>
                <c:pt idx="261">
                  <c:v>0.49866300000000002</c:v>
                </c:pt>
                <c:pt idx="262">
                  <c:v>0.49990500000000021</c:v>
                </c:pt>
                <c:pt idx="263">
                  <c:v>0.50238899999999953</c:v>
                </c:pt>
                <c:pt idx="264">
                  <c:v>0.5042519999999997</c:v>
                </c:pt>
                <c:pt idx="265">
                  <c:v>0.505494</c:v>
                </c:pt>
                <c:pt idx="266">
                  <c:v>0.50673599999999996</c:v>
                </c:pt>
                <c:pt idx="267">
                  <c:v>0.5079779999999996</c:v>
                </c:pt>
                <c:pt idx="268">
                  <c:v>0.51046199999999953</c:v>
                </c:pt>
                <c:pt idx="269">
                  <c:v>0.5117039999999996</c:v>
                </c:pt>
                <c:pt idx="270">
                  <c:v>0.51294600000000001</c:v>
                </c:pt>
                <c:pt idx="271">
                  <c:v>0.51418799999999965</c:v>
                </c:pt>
                <c:pt idx="272">
                  <c:v>0.517293</c:v>
                </c:pt>
                <c:pt idx="273">
                  <c:v>0.51853499999999952</c:v>
                </c:pt>
                <c:pt idx="274">
                  <c:v>0.5197769999999996</c:v>
                </c:pt>
                <c:pt idx="275">
                  <c:v>0.52101900000000001</c:v>
                </c:pt>
                <c:pt idx="276">
                  <c:v>0.52226099999999953</c:v>
                </c:pt>
                <c:pt idx="277">
                  <c:v>0.52350299999999939</c:v>
                </c:pt>
                <c:pt idx="278">
                  <c:v>0.52474500000000035</c:v>
                </c:pt>
                <c:pt idx="279">
                  <c:v>0.52784999999999993</c:v>
                </c:pt>
                <c:pt idx="280">
                  <c:v>0.52909200000000001</c:v>
                </c:pt>
                <c:pt idx="281">
                  <c:v>0.53033399999999953</c:v>
                </c:pt>
                <c:pt idx="282">
                  <c:v>0.5315759999999996</c:v>
                </c:pt>
                <c:pt idx="283">
                  <c:v>0.53405999999999998</c:v>
                </c:pt>
                <c:pt idx="284">
                  <c:v>0.53530199999999961</c:v>
                </c:pt>
                <c:pt idx="285">
                  <c:v>0.53654400000000002</c:v>
                </c:pt>
                <c:pt idx="286">
                  <c:v>0.53778599999999999</c:v>
                </c:pt>
                <c:pt idx="287">
                  <c:v>0.54089100000000034</c:v>
                </c:pt>
                <c:pt idx="288">
                  <c:v>0.54213299999999953</c:v>
                </c:pt>
                <c:pt idx="289">
                  <c:v>0.54337499999999961</c:v>
                </c:pt>
                <c:pt idx="290">
                  <c:v>0.54585899999999998</c:v>
                </c:pt>
                <c:pt idx="291">
                  <c:v>0.54710099999999962</c:v>
                </c:pt>
                <c:pt idx="292">
                  <c:v>0.54958499999999966</c:v>
                </c:pt>
                <c:pt idx="293">
                  <c:v>0.55082699999999996</c:v>
                </c:pt>
                <c:pt idx="294">
                  <c:v>0.55393199999999998</c:v>
                </c:pt>
                <c:pt idx="295">
                  <c:v>0.55517400000000039</c:v>
                </c:pt>
                <c:pt idx="296">
                  <c:v>0.55641599999999969</c:v>
                </c:pt>
                <c:pt idx="297">
                  <c:v>0.5589000000000004</c:v>
                </c:pt>
                <c:pt idx="298">
                  <c:v>0.56014200000000003</c:v>
                </c:pt>
                <c:pt idx="299">
                  <c:v>0.56262600000000029</c:v>
                </c:pt>
                <c:pt idx="300">
                  <c:v>0.56448900000000002</c:v>
                </c:pt>
                <c:pt idx="301">
                  <c:v>0.56573099999999998</c:v>
                </c:pt>
                <c:pt idx="302">
                  <c:v>0.56821500000000003</c:v>
                </c:pt>
                <c:pt idx="303">
                  <c:v>0.56945699999999966</c:v>
                </c:pt>
                <c:pt idx="304">
                  <c:v>0.57069900000000073</c:v>
                </c:pt>
                <c:pt idx="305">
                  <c:v>0.57194100000000037</c:v>
                </c:pt>
                <c:pt idx="306">
                  <c:v>0.57442500000000041</c:v>
                </c:pt>
                <c:pt idx="307">
                  <c:v>0.57628800000000002</c:v>
                </c:pt>
                <c:pt idx="308">
                  <c:v>0.57752999999999999</c:v>
                </c:pt>
                <c:pt idx="309">
                  <c:v>0.58001399999999959</c:v>
                </c:pt>
                <c:pt idx="310">
                  <c:v>0.58125599999999977</c:v>
                </c:pt>
                <c:pt idx="311">
                  <c:v>0.58249799999999952</c:v>
                </c:pt>
                <c:pt idx="312">
                  <c:v>0.58498199999999978</c:v>
                </c:pt>
                <c:pt idx="313">
                  <c:v>0.58622399999999975</c:v>
                </c:pt>
                <c:pt idx="314">
                  <c:v>0.58746599999999938</c:v>
                </c:pt>
                <c:pt idx="315">
                  <c:v>0.58932899999999977</c:v>
                </c:pt>
                <c:pt idx="316">
                  <c:v>0.59181299999999948</c:v>
                </c:pt>
                <c:pt idx="317">
                  <c:v>0.59305500000000011</c:v>
                </c:pt>
                <c:pt idx="318">
                  <c:v>0.59553899999999937</c:v>
                </c:pt>
                <c:pt idx="319">
                  <c:v>0.59678100000000012</c:v>
                </c:pt>
                <c:pt idx="320">
                  <c:v>0.59802299999999975</c:v>
                </c:pt>
                <c:pt idx="321">
                  <c:v>0.60112800000000033</c:v>
                </c:pt>
                <c:pt idx="322">
                  <c:v>0.60236999999999996</c:v>
                </c:pt>
                <c:pt idx="323">
                  <c:v>0.60361199999999993</c:v>
                </c:pt>
                <c:pt idx="324">
                  <c:v>0.6060960000000003</c:v>
                </c:pt>
                <c:pt idx="325">
                  <c:v>0.6073379999999996</c:v>
                </c:pt>
                <c:pt idx="326">
                  <c:v>0.60982200000000031</c:v>
                </c:pt>
                <c:pt idx="327">
                  <c:v>0.61106399999999961</c:v>
                </c:pt>
                <c:pt idx="328">
                  <c:v>0.61292700000000033</c:v>
                </c:pt>
                <c:pt idx="329">
                  <c:v>0.61541100000000004</c:v>
                </c:pt>
                <c:pt idx="330">
                  <c:v>0.61665300000000034</c:v>
                </c:pt>
                <c:pt idx="331">
                  <c:v>0.61913700000000005</c:v>
                </c:pt>
                <c:pt idx="332">
                  <c:v>0.62037900000000035</c:v>
                </c:pt>
                <c:pt idx="333">
                  <c:v>0.62162100000000053</c:v>
                </c:pt>
                <c:pt idx="334">
                  <c:v>0.62472600000000034</c:v>
                </c:pt>
                <c:pt idx="335">
                  <c:v>0.62596799999999997</c:v>
                </c:pt>
                <c:pt idx="336">
                  <c:v>0.62721000000000005</c:v>
                </c:pt>
                <c:pt idx="337">
                  <c:v>0.62969400000000053</c:v>
                </c:pt>
                <c:pt idx="338">
                  <c:v>0.63093600000000005</c:v>
                </c:pt>
                <c:pt idx="339">
                  <c:v>0.63341999999999998</c:v>
                </c:pt>
                <c:pt idx="340">
                  <c:v>0.63466200000000039</c:v>
                </c:pt>
                <c:pt idx="341">
                  <c:v>0.63590400000000036</c:v>
                </c:pt>
                <c:pt idx="342">
                  <c:v>0.63900899999999994</c:v>
                </c:pt>
                <c:pt idx="343">
                  <c:v>0.6402509999999999</c:v>
                </c:pt>
                <c:pt idx="344">
                  <c:v>0.64149299999999998</c:v>
                </c:pt>
                <c:pt idx="345">
                  <c:v>0.64397699999999991</c:v>
                </c:pt>
                <c:pt idx="346">
                  <c:v>0.64521899999999999</c:v>
                </c:pt>
                <c:pt idx="347">
                  <c:v>0.64646099999999962</c:v>
                </c:pt>
                <c:pt idx="348">
                  <c:v>0.64956599999999998</c:v>
                </c:pt>
                <c:pt idx="349">
                  <c:v>0.65080800000000061</c:v>
                </c:pt>
                <c:pt idx="350">
                  <c:v>0.65205000000000035</c:v>
                </c:pt>
                <c:pt idx="351">
                  <c:v>0.65453400000000039</c:v>
                </c:pt>
                <c:pt idx="352">
                  <c:v>0.65577600000000036</c:v>
                </c:pt>
                <c:pt idx="353">
                  <c:v>0.65701799999999999</c:v>
                </c:pt>
                <c:pt idx="354">
                  <c:v>0.65950200000000003</c:v>
                </c:pt>
                <c:pt idx="355">
                  <c:v>0.66136499999999998</c:v>
                </c:pt>
                <c:pt idx="356">
                  <c:v>0.66384900000000047</c:v>
                </c:pt>
                <c:pt idx="357">
                  <c:v>0.66509100000000054</c:v>
                </c:pt>
                <c:pt idx="358">
                  <c:v>0.66757499999999992</c:v>
                </c:pt>
                <c:pt idx="359">
                  <c:v>0.67005900000000052</c:v>
                </c:pt>
                <c:pt idx="360">
                  <c:v>0.67130099999999993</c:v>
                </c:pt>
                <c:pt idx="361">
                  <c:v>0.67440600000000039</c:v>
                </c:pt>
                <c:pt idx="362">
                  <c:v>0.6756480000000008</c:v>
                </c:pt>
                <c:pt idx="363">
                  <c:v>0.6781320000000004</c:v>
                </c:pt>
                <c:pt idx="364">
                  <c:v>0.68061600000000011</c:v>
                </c:pt>
                <c:pt idx="365">
                  <c:v>0.68185800000000052</c:v>
                </c:pt>
                <c:pt idx="366">
                  <c:v>0.68434200000000012</c:v>
                </c:pt>
                <c:pt idx="367">
                  <c:v>0.68620499999999973</c:v>
                </c:pt>
                <c:pt idx="368">
                  <c:v>0.68868900000000044</c:v>
                </c:pt>
                <c:pt idx="369">
                  <c:v>0.69117300000000015</c:v>
                </c:pt>
                <c:pt idx="370">
                  <c:v>0.69241500000000011</c:v>
                </c:pt>
                <c:pt idx="371">
                  <c:v>0.69489900000000071</c:v>
                </c:pt>
                <c:pt idx="372">
                  <c:v>0.69614100000000045</c:v>
                </c:pt>
                <c:pt idx="373">
                  <c:v>0.69924600000000003</c:v>
                </c:pt>
                <c:pt idx="374">
                  <c:v>0.70048799999999956</c:v>
                </c:pt>
                <c:pt idx="375">
                  <c:v>0.70297199999999993</c:v>
                </c:pt>
                <c:pt idx="376">
                  <c:v>0.70421399999999956</c:v>
                </c:pt>
                <c:pt idx="377">
                  <c:v>0.70669799999999994</c:v>
                </c:pt>
                <c:pt idx="378">
                  <c:v>0.7079399999999999</c:v>
                </c:pt>
                <c:pt idx="379">
                  <c:v>0.71104500000000048</c:v>
                </c:pt>
                <c:pt idx="380">
                  <c:v>0.712287</c:v>
                </c:pt>
                <c:pt idx="381">
                  <c:v>0.7147710000000006</c:v>
                </c:pt>
                <c:pt idx="382">
                  <c:v>0.71601300000000001</c:v>
                </c:pt>
                <c:pt idx="383">
                  <c:v>0.71725499999999998</c:v>
                </c:pt>
                <c:pt idx="384">
                  <c:v>0.71973900000000035</c:v>
                </c:pt>
                <c:pt idx="385">
                  <c:v>0.7216020000000003</c:v>
                </c:pt>
                <c:pt idx="386">
                  <c:v>0.7240859999999999</c:v>
                </c:pt>
                <c:pt idx="387">
                  <c:v>0.72532799999999997</c:v>
                </c:pt>
                <c:pt idx="388">
                  <c:v>0.7278119999999999</c:v>
                </c:pt>
                <c:pt idx="389">
                  <c:v>0.72905399999999998</c:v>
                </c:pt>
                <c:pt idx="390">
                  <c:v>0.73029599999999995</c:v>
                </c:pt>
                <c:pt idx="391">
                  <c:v>0.73278000000000032</c:v>
                </c:pt>
                <c:pt idx="392">
                  <c:v>0.7346430000000006</c:v>
                </c:pt>
                <c:pt idx="393">
                  <c:v>0.73712699999999998</c:v>
                </c:pt>
                <c:pt idx="394">
                  <c:v>0.73836900000000005</c:v>
                </c:pt>
                <c:pt idx="395">
                  <c:v>0.74085299999999998</c:v>
                </c:pt>
                <c:pt idx="396">
                  <c:v>0.74209500000000073</c:v>
                </c:pt>
                <c:pt idx="397">
                  <c:v>0.74457899999999999</c:v>
                </c:pt>
                <c:pt idx="398">
                  <c:v>0.74644199999999994</c:v>
                </c:pt>
                <c:pt idx="399">
                  <c:v>0.74892600000000031</c:v>
                </c:pt>
                <c:pt idx="400">
                  <c:v>0.75016799999999961</c:v>
                </c:pt>
                <c:pt idx="401">
                  <c:v>0.75265200000000032</c:v>
                </c:pt>
                <c:pt idx="402">
                  <c:v>0.75389399999999995</c:v>
                </c:pt>
                <c:pt idx="403">
                  <c:v>0.75637799999999999</c:v>
                </c:pt>
                <c:pt idx="404">
                  <c:v>0.75824100000000061</c:v>
                </c:pt>
                <c:pt idx="405">
                  <c:v>0.76072500000000076</c:v>
                </c:pt>
                <c:pt idx="406">
                  <c:v>0.76196700000000039</c:v>
                </c:pt>
                <c:pt idx="407">
                  <c:v>0.76445100000000044</c:v>
                </c:pt>
                <c:pt idx="408">
                  <c:v>0.76569300000000073</c:v>
                </c:pt>
                <c:pt idx="409">
                  <c:v>0.76817700000000044</c:v>
                </c:pt>
                <c:pt idx="410">
                  <c:v>0.76941900000000041</c:v>
                </c:pt>
                <c:pt idx="411">
                  <c:v>0.77252399999999988</c:v>
                </c:pt>
                <c:pt idx="412">
                  <c:v>0.77376599999999984</c:v>
                </c:pt>
                <c:pt idx="413">
                  <c:v>0.77625000000000022</c:v>
                </c:pt>
                <c:pt idx="414">
                  <c:v>0.77749200000000018</c:v>
                </c:pt>
                <c:pt idx="415">
                  <c:v>0.77997600000000022</c:v>
                </c:pt>
                <c:pt idx="416">
                  <c:v>0.78121799999999952</c:v>
                </c:pt>
                <c:pt idx="417">
                  <c:v>0.78432299999999955</c:v>
                </c:pt>
                <c:pt idx="418">
                  <c:v>0.7855649999999994</c:v>
                </c:pt>
                <c:pt idx="419">
                  <c:v>0.78804899999999989</c:v>
                </c:pt>
                <c:pt idx="420">
                  <c:v>0.78929099999999996</c:v>
                </c:pt>
                <c:pt idx="421">
                  <c:v>0.7917749999999999</c:v>
                </c:pt>
                <c:pt idx="422">
                  <c:v>0.79301699999999953</c:v>
                </c:pt>
                <c:pt idx="423">
                  <c:v>0.796122</c:v>
                </c:pt>
                <c:pt idx="424">
                  <c:v>0.79860600000000004</c:v>
                </c:pt>
                <c:pt idx="425">
                  <c:v>0.79984800000000034</c:v>
                </c:pt>
                <c:pt idx="426">
                  <c:v>0.80233199999999971</c:v>
                </c:pt>
                <c:pt idx="427">
                  <c:v>0.80481599999999998</c:v>
                </c:pt>
                <c:pt idx="428">
                  <c:v>0.80667899999999992</c:v>
                </c:pt>
                <c:pt idx="429">
                  <c:v>0.80916299999999941</c:v>
                </c:pt>
                <c:pt idx="430">
                  <c:v>0.8104049999999996</c:v>
                </c:pt>
                <c:pt idx="431">
                  <c:v>0.81288899999999997</c:v>
                </c:pt>
                <c:pt idx="432">
                  <c:v>0.81537300000000001</c:v>
                </c:pt>
                <c:pt idx="433">
                  <c:v>0.81661499999999998</c:v>
                </c:pt>
                <c:pt idx="434">
                  <c:v>0.81972000000000034</c:v>
                </c:pt>
                <c:pt idx="435">
                  <c:v>0.82096200000000008</c:v>
                </c:pt>
                <c:pt idx="436">
                  <c:v>0.82344600000000001</c:v>
                </c:pt>
                <c:pt idx="437">
                  <c:v>0.82468800000000042</c:v>
                </c:pt>
                <c:pt idx="438">
                  <c:v>0.82717200000000002</c:v>
                </c:pt>
                <c:pt idx="439">
                  <c:v>0.82965600000000039</c:v>
                </c:pt>
                <c:pt idx="440">
                  <c:v>0.83151900000000001</c:v>
                </c:pt>
                <c:pt idx="441">
                  <c:v>0.83400299999999961</c:v>
                </c:pt>
                <c:pt idx="442">
                  <c:v>0.83524500000000035</c:v>
                </c:pt>
                <c:pt idx="443">
                  <c:v>0.83772899999999995</c:v>
                </c:pt>
                <c:pt idx="444">
                  <c:v>0.84021299999999965</c:v>
                </c:pt>
                <c:pt idx="445">
                  <c:v>0.84145499999999962</c:v>
                </c:pt>
                <c:pt idx="446">
                  <c:v>0.84456000000000009</c:v>
                </c:pt>
                <c:pt idx="447">
                  <c:v>0.84580200000000005</c:v>
                </c:pt>
                <c:pt idx="448">
                  <c:v>0.8482860000000001</c:v>
                </c:pt>
                <c:pt idx="449">
                  <c:v>0.84952800000000039</c:v>
                </c:pt>
                <c:pt idx="450">
                  <c:v>0.8520120000000001</c:v>
                </c:pt>
                <c:pt idx="451">
                  <c:v>0.85511700000000002</c:v>
                </c:pt>
                <c:pt idx="452">
                  <c:v>0.85635899999999998</c:v>
                </c:pt>
                <c:pt idx="453">
                  <c:v>0.85884300000000036</c:v>
                </c:pt>
                <c:pt idx="454">
                  <c:v>0.86008499999999999</c:v>
                </c:pt>
                <c:pt idx="455">
                  <c:v>0.86256900000000003</c:v>
                </c:pt>
                <c:pt idx="456">
                  <c:v>0.86381100000000033</c:v>
                </c:pt>
                <c:pt idx="457">
                  <c:v>0.86629500000000048</c:v>
                </c:pt>
                <c:pt idx="458">
                  <c:v>0.86815799999999999</c:v>
                </c:pt>
                <c:pt idx="459">
                  <c:v>0.87064200000000025</c:v>
                </c:pt>
                <c:pt idx="460">
                  <c:v>0.87188399999999999</c:v>
                </c:pt>
                <c:pt idx="461">
                  <c:v>0.87436799999999959</c:v>
                </c:pt>
                <c:pt idx="462">
                  <c:v>0.87561000000000033</c:v>
                </c:pt>
                <c:pt idx="463">
                  <c:v>0.87809399999999993</c:v>
                </c:pt>
                <c:pt idx="464">
                  <c:v>0.87995699999999999</c:v>
                </c:pt>
                <c:pt idx="465">
                  <c:v>0.88244100000000014</c:v>
                </c:pt>
                <c:pt idx="466">
                  <c:v>0.88368300000000011</c:v>
                </c:pt>
                <c:pt idx="467">
                  <c:v>0.88616699999999959</c:v>
                </c:pt>
                <c:pt idx="468">
                  <c:v>0.88740900000000011</c:v>
                </c:pt>
                <c:pt idx="469">
                  <c:v>0.88989300000000027</c:v>
                </c:pt>
                <c:pt idx="470">
                  <c:v>0.8917560000000001</c:v>
                </c:pt>
                <c:pt idx="471">
                  <c:v>0.8942399999999997</c:v>
                </c:pt>
                <c:pt idx="472">
                  <c:v>0.89672400000000019</c:v>
                </c:pt>
                <c:pt idx="473">
                  <c:v>0.89796599999999971</c:v>
                </c:pt>
                <c:pt idx="474">
                  <c:v>0.90044999999999997</c:v>
                </c:pt>
                <c:pt idx="475">
                  <c:v>0.90169199999999994</c:v>
                </c:pt>
                <c:pt idx="476">
                  <c:v>0.90479700000000041</c:v>
                </c:pt>
                <c:pt idx="477">
                  <c:v>0.907281</c:v>
                </c:pt>
                <c:pt idx="478">
                  <c:v>0.90852300000000008</c:v>
                </c:pt>
                <c:pt idx="479">
                  <c:v>0.91100700000000001</c:v>
                </c:pt>
                <c:pt idx="480">
                  <c:v>0.91224900000000042</c:v>
                </c:pt>
                <c:pt idx="481">
                  <c:v>0.91473300000000002</c:v>
                </c:pt>
                <c:pt idx="482">
                  <c:v>0.9178379999999996</c:v>
                </c:pt>
                <c:pt idx="483">
                  <c:v>0.91908000000000001</c:v>
                </c:pt>
                <c:pt idx="484">
                  <c:v>0.92156399999999938</c:v>
                </c:pt>
                <c:pt idx="485">
                  <c:v>0.92404799999999998</c:v>
                </c:pt>
                <c:pt idx="486">
                  <c:v>0.92528999999999961</c:v>
                </c:pt>
                <c:pt idx="487">
                  <c:v>0.92839500000000041</c:v>
                </c:pt>
                <c:pt idx="488">
                  <c:v>0.92963700000000005</c:v>
                </c:pt>
                <c:pt idx="489">
                  <c:v>0.93212099999999998</c:v>
                </c:pt>
                <c:pt idx="490">
                  <c:v>0.93336299999999939</c:v>
                </c:pt>
                <c:pt idx="491">
                  <c:v>0.93584699999999998</c:v>
                </c:pt>
                <c:pt idx="492">
                  <c:v>0.93833099999999958</c:v>
                </c:pt>
                <c:pt idx="493">
                  <c:v>0.94019399999999997</c:v>
                </c:pt>
                <c:pt idx="494">
                  <c:v>0.94267800000000035</c:v>
                </c:pt>
                <c:pt idx="495">
                  <c:v>0.94391999999999998</c:v>
                </c:pt>
                <c:pt idx="496">
                  <c:v>0.94640400000000002</c:v>
                </c:pt>
                <c:pt idx="497">
                  <c:v>0.94764600000000032</c:v>
                </c:pt>
                <c:pt idx="498">
                  <c:v>0.95013000000000003</c:v>
                </c:pt>
                <c:pt idx="499">
                  <c:v>0.95199299999999998</c:v>
                </c:pt>
                <c:pt idx="500">
                  <c:v>0.95447699999999958</c:v>
                </c:pt>
                <c:pt idx="501">
                  <c:v>0.95696099999999962</c:v>
                </c:pt>
                <c:pt idx="502">
                  <c:v>0.95820299999999958</c:v>
                </c:pt>
                <c:pt idx="503">
                  <c:v>0.96068699999999996</c:v>
                </c:pt>
                <c:pt idx="504">
                  <c:v>0.96317100000000033</c:v>
                </c:pt>
                <c:pt idx="505">
                  <c:v>0.96627600000000002</c:v>
                </c:pt>
                <c:pt idx="506">
                  <c:v>0.9687600000000004</c:v>
                </c:pt>
                <c:pt idx="507">
                  <c:v>0.97000199999999992</c:v>
                </c:pt>
                <c:pt idx="508">
                  <c:v>0.97248599999999996</c:v>
                </c:pt>
                <c:pt idx="509">
                  <c:v>0.97497000000000023</c:v>
                </c:pt>
                <c:pt idx="510">
                  <c:v>0.97807499999999981</c:v>
                </c:pt>
                <c:pt idx="511">
                  <c:v>0.9805589999999994</c:v>
                </c:pt>
                <c:pt idx="512">
                  <c:v>0.98180099999999959</c:v>
                </c:pt>
                <c:pt idx="513">
                  <c:v>0.98428499999999941</c:v>
                </c:pt>
                <c:pt idx="514">
                  <c:v>0.98676900000000001</c:v>
                </c:pt>
                <c:pt idx="515">
                  <c:v>0.98863200000000007</c:v>
                </c:pt>
                <c:pt idx="516">
                  <c:v>0.99111599999999966</c:v>
                </c:pt>
                <c:pt idx="517">
                  <c:v>0.99360000000000004</c:v>
                </c:pt>
                <c:pt idx="518">
                  <c:v>0.994842</c:v>
                </c:pt>
                <c:pt idx="519">
                  <c:v>0.99732599999999971</c:v>
                </c:pt>
                <c:pt idx="520">
                  <c:v>1.0004309999999998</c:v>
                </c:pt>
                <c:pt idx="521">
                  <c:v>1.0016729999999998</c:v>
                </c:pt>
                <c:pt idx="522">
                  <c:v>1.0041570000000006</c:v>
                </c:pt>
                <c:pt idx="523">
                  <c:v>1.0066409999999999</c:v>
                </c:pt>
                <c:pt idx="524">
                  <c:v>1.0078829999999999</c:v>
                </c:pt>
                <c:pt idx="525">
                  <c:v>1.010367</c:v>
                </c:pt>
                <c:pt idx="526">
                  <c:v>1.0116089999999998</c:v>
                </c:pt>
                <c:pt idx="527">
                  <c:v>1.0147139999999999</c:v>
                </c:pt>
                <c:pt idx="528">
                  <c:v>1.0171979999999998</c:v>
                </c:pt>
                <c:pt idx="529">
                  <c:v>1.01844</c:v>
                </c:pt>
                <c:pt idx="530">
                  <c:v>1.0209239999999993</c:v>
                </c:pt>
                <c:pt idx="531">
                  <c:v>1.0234079999999999</c:v>
                </c:pt>
                <c:pt idx="532">
                  <c:v>1.0252709999999998</c:v>
                </c:pt>
                <c:pt idx="533">
                  <c:v>1.027755</c:v>
                </c:pt>
                <c:pt idx="534">
                  <c:v>1.0302389999999999</c:v>
                </c:pt>
                <c:pt idx="535">
                  <c:v>1.0314809999999999</c:v>
                </c:pt>
                <c:pt idx="536">
                  <c:v>1.0339649999999994</c:v>
                </c:pt>
                <c:pt idx="537">
                  <c:v>1.035207</c:v>
                </c:pt>
                <c:pt idx="538">
                  <c:v>1.0383119999999999</c:v>
                </c:pt>
                <c:pt idx="539">
                  <c:v>1.0407959999999998</c:v>
                </c:pt>
                <c:pt idx="540">
                  <c:v>1.042038</c:v>
                </c:pt>
                <c:pt idx="541">
                  <c:v>1.044522</c:v>
                </c:pt>
                <c:pt idx="542">
                  <c:v>1.0457639999999992</c:v>
                </c:pt>
                <c:pt idx="543">
                  <c:v>1.0488689999999998</c:v>
                </c:pt>
                <c:pt idx="544">
                  <c:v>1.050111</c:v>
                </c:pt>
                <c:pt idx="545">
                  <c:v>1.0525949999999993</c:v>
                </c:pt>
                <c:pt idx="546">
                  <c:v>1.0538369999999995</c:v>
                </c:pt>
                <c:pt idx="547">
                  <c:v>1.0563209999999998</c:v>
                </c:pt>
                <c:pt idx="548">
                  <c:v>1.0575629999999998</c:v>
                </c:pt>
                <c:pt idx="549">
                  <c:v>1.0600470000000006</c:v>
                </c:pt>
                <c:pt idx="550">
                  <c:v>1.0619099999999992</c:v>
                </c:pt>
                <c:pt idx="551">
                  <c:v>1.0643939999999998</c:v>
                </c:pt>
                <c:pt idx="552">
                  <c:v>1.0656359999999998</c:v>
                </c:pt>
                <c:pt idx="553">
                  <c:v>1.06812</c:v>
                </c:pt>
                <c:pt idx="554">
                  <c:v>1.0693619999999993</c:v>
                </c:pt>
                <c:pt idx="555">
                  <c:v>1.0718459999999999</c:v>
                </c:pt>
                <c:pt idx="556">
                  <c:v>1.0737089999999998</c:v>
                </c:pt>
                <c:pt idx="557">
                  <c:v>1.074951</c:v>
                </c:pt>
                <c:pt idx="558">
                  <c:v>1.0774349999999995</c:v>
                </c:pt>
                <c:pt idx="559">
                  <c:v>1.0799189999999999</c:v>
                </c:pt>
                <c:pt idx="560">
                  <c:v>1.0811609999999998</c:v>
                </c:pt>
                <c:pt idx="561">
                  <c:v>1.083645</c:v>
                </c:pt>
                <c:pt idx="562">
                  <c:v>1.0855079999999999</c:v>
                </c:pt>
                <c:pt idx="563">
                  <c:v>1.0867499999999999</c:v>
                </c:pt>
                <c:pt idx="564">
                  <c:v>1.0892339999999998</c:v>
                </c:pt>
                <c:pt idx="565">
                  <c:v>1.090476</c:v>
                </c:pt>
                <c:pt idx="566">
                  <c:v>1.0929599999999999</c:v>
                </c:pt>
                <c:pt idx="567">
                  <c:v>1.0942019999999999</c:v>
                </c:pt>
                <c:pt idx="568">
                  <c:v>1.096686</c:v>
                </c:pt>
                <c:pt idx="569">
                  <c:v>1.098549</c:v>
                </c:pt>
                <c:pt idx="570">
                  <c:v>1.1010329999999999</c:v>
                </c:pt>
                <c:pt idx="571">
                  <c:v>1.1022749999999999</c:v>
                </c:pt>
                <c:pt idx="572">
                  <c:v>1.1035169999999999</c:v>
                </c:pt>
                <c:pt idx="573">
                  <c:v>1.106001</c:v>
                </c:pt>
                <c:pt idx="574">
                  <c:v>1.107243</c:v>
                </c:pt>
                <c:pt idx="575">
                  <c:v>1.1103480000000001</c:v>
                </c:pt>
                <c:pt idx="576">
                  <c:v>1.1115899999999999</c:v>
                </c:pt>
                <c:pt idx="577">
                  <c:v>1.112832</c:v>
                </c:pt>
                <c:pt idx="578">
                  <c:v>1.115316</c:v>
                </c:pt>
                <c:pt idx="579">
                  <c:v>1.1165580000000006</c:v>
                </c:pt>
                <c:pt idx="580">
                  <c:v>1.1190420000000001</c:v>
                </c:pt>
                <c:pt idx="581">
                  <c:v>1.1202840000000001</c:v>
                </c:pt>
                <c:pt idx="582">
                  <c:v>1.123389</c:v>
                </c:pt>
                <c:pt idx="583">
                  <c:v>1.1246309999999999</c:v>
                </c:pt>
                <c:pt idx="584">
                  <c:v>1.1258729999999999</c:v>
                </c:pt>
                <c:pt idx="585">
                  <c:v>1.1283570000000007</c:v>
                </c:pt>
                <c:pt idx="586">
                  <c:v>1.1295989999999998</c:v>
                </c:pt>
                <c:pt idx="587">
                  <c:v>1.1320830000000006</c:v>
                </c:pt>
                <c:pt idx="588">
                  <c:v>1.1351880000000001</c:v>
                </c:pt>
                <c:pt idx="589">
                  <c:v>1.1364300000000001</c:v>
                </c:pt>
                <c:pt idx="590">
                  <c:v>1.138914</c:v>
                </c:pt>
                <c:pt idx="591">
                  <c:v>1.1401560000000006</c:v>
                </c:pt>
                <c:pt idx="592">
                  <c:v>1.1426400000000001</c:v>
                </c:pt>
                <c:pt idx="593">
                  <c:v>1.1438820000000001</c:v>
                </c:pt>
                <c:pt idx="594">
                  <c:v>1.1469870000000006</c:v>
                </c:pt>
                <c:pt idx="595">
                  <c:v>1.1494709999999999</c:v>
                </c:pt>
                <c:pt idx="596">
                  <c:v>1.1507130000000001</c:v>
                </c:pt>
                <c:pt idx="597">
                  <c:v>1.153197</c:v>
                </c:pt>
                <c:pt idx="598">
                  <c:v>1.154439</c:v>
                </c:pt>
                <c:pt idx="599">
                  <c:v>1.155681</c:v>
                </c:pt>
                <c:pt idx="600">
                  <c:v>1.1587860000000001</c:v>
                </c:pt>
                <c:pt idx="601">
                  <c:v>1.1600280000000001</c:v>
                </c:pt>
                <c:pt idx="602">
                  <c:v>1.1625120000000007</c:v>
                </c:pt>
                <c:pt idx="603">
                  <c:v>1.163754</c:v>
                </c:pt>
                <c:pt idx="604">
                  <c:v>1.1662380000000001</c:v>
                </c:pt>
                <c:pt idx="605">
                  <c:v>1.1674799999999999</c:v>
                </c:pt>
                <c:pt idx="606">
                  <c:v>1.1705850000000007</c:v>
                </c:pt>
                <c:pt idx="607">
                  <c:v>1.171827</c:v>
                </c:pt>
                <c:pt idx="608">
                  <c:v>1.1743110000000001</c:v>
                </c:pt>
                <c:pt idx="609">
                  <c:v>1.1755530000000001</c:v>
                </c:pt>
                <c:pt idx="610">
                  <c:v>1.1780370000000007</c:v>
                </c:pt>
                <c:pt idx="611">
                  <c:v>1.179279</c:v>
                </c:pt>
                <c:pt idx="612">
                  <c:v>1.1823840000000001</c:v>
                </c:pt>
                <c:pt idx="613">
                  <c:v>1.1836259999999998</c:v>
                </c:pt>
                <c:pt idx="614">
                  <c:v>1.1861100000000007</c:v>
                </c:pt>
                <c:pt idx="615">
                  <c:v>1.1873520000000006</c:v>
                </c:pt>
                <c:pt idx="616">
                  <c:v>1.1898359999999999</c:v>
                </c:pt>
                <c:pt idx="617">
                  <c:v>1.1910780000000001</c:v>
                </c:pt>
                <c:pt idx="618">
                  <c:v>1.193562</c:v>
                </c:pt>
                <c:pt idx="619">
                  <c:v>1.195425</c:v>
                </c:pt>
                <c:pt idx="620">
                  <c:v>1.1979089999999999</c:v>
                </c:pt>
                <c:pt idx="621">
                  <c:v>1.1991510000000001</c:v>
                </c:pt>
                <c:pt idx="622">
                  <c:v>1.2003929999999998</c:v>
                </c:pt>
                <c:pt idx="623">
                  <c:v>1.202877</c:v>
                </c:pt>
                <c:pt idx="624">
                  <c:v>1.2041189999999999</c:v>
                </c:pt>
                <c:pt idx="625">
                  <c:v>1.2072239999999992</c:v>
                </c:pt>
                <c:pt idx="626">
                  <c:v>1.2097079999999998</c:v>
                </c:pt>
                <c:pt idx="627">
                  <c:v>1.21095</c:v>
                </c:pt>
                <c:pt idx="628">
                  <c:v>1.2134339999999992</c:v>
                </c:pt>
                <c:pt idx="629">
                  <c:v>1.2146759999999999</c:v>
                </c:pt>
                <c:pt idx="630">
                  <c:v>1.2171599999999998</c:v>
                </c:pt>
                <c:pt idx="631">
                  <c:v>1.2202649999999993</c:v>
                </c:pt>
                <c:pt idx="632">
                  <c:v>1.2215069999999995</c:v>
                </c:pt>
                <c:pt idx="633">
                  <c:v>1.2239909999999992</c:v>
                </c:pt>
                <c:pt idx="634">
                  <c:v>1.226475</c:v>
                </c:pt>
                <c:pt idx="635">
                  <c:v>1.2277169999999993</c:v>
                </c:pt>
                <c:pt idx="636">
                  <c:v>1.2308219999999994</c:v>
                </c:pt>
                <c:pt idx="637">
                  <c:v>1.2333059999999998</c:v>
                </c:pt>
                <c:pt idx="638">
                  <c:v>1.234548</c:v>
                </c:pt>
                <c:pt idx="639">
                  <c:v>1.2370319999999992</c:v>
                </c:pt>
                <c:pt idx="640">
                  <c:v>1.2395159999999998</c:v>
                </c:pt>
                <c:pt idx="641">
                  <c:v>1.240758</c:v>
                </c:pt>
                <c:pt idx="642">
                  <c:v>1.2438629999999995</c:v>
                </c:pt>
                <c:pt idx="643">
                  <c:v>1.2451049999999992</c:v>
                </c:pt>
                <c:pt idx="644">
                  <c:v>1.2475889999999998</c:v>
                </c:pt>
                <c:pt idx="645">
                  <c:v>1.2488309999999998</c:v>
                </c:pt>
                <c:pt idx="646">
                  <c:v>1.2513150000000002</c:v>
                </c:pt>
                <c:pt idx="647">
                  <c:v>1.2525569999999999</c:v>
                </c:pt>
                <c:pt idx="648">
                  <c:v>1.2556619999999992</c:v>
                </c:pt>
                <c:pt idx="649">
                  <c:v>1.2569039999999998</c:v>
                </c:pt>
                <c:pt idx="650">
                  <c:v>1.259388</c:v>
                </c:pt>
                <c:pt idx="651">
                  <c:v>1.2606299999999993</c:v>
                </c:pt>
                <c:pt idx="652">
                  <c:v>1.2631139999999998</c:v>
                </c:pt>
                <c:pt idx="653">
                  <c:v>1.2655979999999998</c:v>
                </c:pt>
                <c:pt idx="654">
                  <c:v>1.2687029999999999</c:v>
                </c:pt>
                <c:pt idx="655">
                  <c:v>1.2711870000000001</c:v>
                </c:pt>
                <c:pt idx="656">
                  <c:v>1.2736709999999998</c:v>
                </c:pt>
                <c:pt idx="657">
                  <c:v>1.274913</c:v>
                </c:pt>
                <c:pt idx="658">
                  <c:v>1.2773969999999992</c:v>
                </c:pt>
                <c:pt idx="659">
                  <c:v>1.2805019999999998</c:v>
                </c:pt>
                <c:pt idx="660">
                  <c:v>1.282986</c:v>
                </c:pt>
                <c:pt idx="661">
                  <c:v>1.2854699999999992</c:v>
                </c:pt>
                <c:pt idx="662">
                  <c:v>1.2879539999999998</c:v>
                </c:pt>
                <c:pt idx="663">
                  <c:v>1.2891959999999998</c:v>
                </c:pt>
                <c:pt idx="664">
                  <c:v>1.2923009999999999</c:v>
                </c:pt>
                <c:pt idx="665">
                  <c:v>1.2947850000000001</c:v>
                </c:pt>
                <c:pt idx="666">
                  <c:v>1.296027</c:v>
                </c:pt>
                <c:pt idx="667">
                  <c:v>1.2985110000000002</c:v>
                </c:pt>
                <c:pt idx="668">
                  <c:v>1.2997529999999999</c:v>
                </c:pt>
                <c:pt idx="669">
                  <c:v>1.3022369999999999</c:v>
                </c:pt>
                <c:pt idx="670">
                  <c:v>1.305342</c:v>
                </c:pt>
                <c:pt idx="671">
                  <c:v>1.306584</c:v>
                </c:pt>
                <c:pt idx="672">
                  <c:v>1.3090679999999999</c:v>
                </c:pt>
                <c:pt idx="673">
                  <c:v>1.3115520000000001</c:v>
                </c:pt>
                <c:pt idx="674">
                  <c:v>1.3127939999999998</c:v>
                </c:pt>
                <c:pt idx="675">
                  <c:v>1.3158989999999995</c:v>
                </c:pt>
                <c:pt idx="676">
                  <c:v>1.3171409999999999</c:v>
                </c:pt>
                <c:pt idx="677">
                  <c:v>1.3196249999999994</c:v>
                </c:pt>
                <c:pt idx="678">
                  <c:v>1.3208669999999998</c:v>
                </c:pt>
                <c:pt idx="679">
                  <c:v>1.3233509999999999</c:v>
                </c:pt>
                <c:pt idx="680">
                  <c:v>1.3258349999999992</c:v>
                </c:pt>
                <c:pt idx="681">
                  <c:v>1.3276979999999998</c:v>
                </c:pt>
                <c:pt idx="682">
                  <c:v>1.3301820000000006</c:v>
                </c:pt>
                <c:pt idx="683">
                  <c:v>1.3314239999999995</c:v>
                </c:pt>
                <c:pt idx="684">
                  <c:v>1.3339079999999999</c:v>
                </c:pt>
                <c:pt idx="685">
                  <c:v>1.336392</c:v>
                </c:pt>
                <c:pt idx="686">
                  <c:v>1.3376339999999998</c:v>
                </c:pt>
                <c:pt idx="687">
                  <c:v>1.3407389999999999</c:v>
                </c:pt>
                <c:pt idx="688">
                  <c:v>1.3419809999999999</c:v>
                </c:pt>
                <c:pt idx="689">
                  <c:v>1.344465</c:v>
                </c:pt>
                <c:pt idx="690">
                  <c:v>1.346949</c:v>
                </c:pt>
                <c:pt idx="691">
                  <c:v>1.3481909999999999</c:v>
                </c:pt>
                <c:pt idx="692">
                  <c:v>1.3506749999999998</c:v>
                </c:pt>
                <c:pt idx="693">
                  <c:v>1.352538</c:v>
                </c:pt>
                <c:pt idx="694">
                  <c:v>1.3550219999999993</c:v>
                </c:pt>
                <c:pt idx="695">
                  <c:v>1.3562639999999999</c:v>
                </c:pt>
                <c:pt idx="696">
                  <c:v>1.3587480000000001</c:v>
                </c:pt>
                <c:pt idx="697">
                  <c:v>1.3599899999999998</c:v>
                </c:pt>
                <c:pt idx="698">
                  <c:v>1.362474</c:v>
                </c:pt>
                <c:pt idx="699">
                  <c:v>1.3643370000000001</c:v>
                </c:pt>
                <c:pt idx="700">
                  <c:v>1.3668209999999998</c:v>
                </c:pt>
                <c:pt idx="701">
                  <c:v>1.368063</c:v>
                </c:pt>
                <c:pt idx="702">
                  <c:v>1.3705470000000006</c:v>
                </c:pt>
                <c:pt idx="703">
                  <c:v>1.3717889999999999</c:v>
                </c:pt>
                <c:pt idx="704">
                  <c:v>1.3742730000000001</c:v>
                </c:pt>
                <c:pt idx="705">
                  <c:v>1.3755149999999998</c:v>
                </c:pt>
                <c:pt idx="706">
                  <c:v>1.3786200000000002</c:v>
                </c:pt>
                <c:pt idx="707">
                  <c:v>1.3798619999999993</c:v>
                </c:pt>
                <c:pt idx="708">
                  <c:v>1.3823460000000001</c:v>
                </c:pt>
                <c:pt idx="709">
                  <c:v>1.383588</c:v>
                </c:pt>
                <c:pt idx="710">
                  <c:v>1.38483</c:v>
                </c:pt>
                <c:pt idx="711">
                  <c:v>1.3873139999999999</c:v>
                </c:pt>
                <c:pt idx="712">
                  <c:v>1.3891770000000001</c:v>
                </c:pt>
                <c:pt idx="713">
                  <c:v>1.3916609999999998</c:v>
                </c:pt>
                <c:pt idx="714">
                  <c:v>1.392903</c:v>
                </c:pt>
                <c:pt idx="715">
                  <c:v>1.3953869999999999</c:v>
                </c:pt>
                <c:pt idx="716">
                  <c:v>1.3966289999999999</c:v>
                </c:pt>
                <c:pt idx="717">
                  <c:v>1.3991130000000001</c:v>
                </c:pt>
                <c:pt idx="718">
                  <c:v>1.402218</c:v>
                </c:pt>
                <c:pt idx="719">
                  <c:v>1.4034599999999993</c:v>
                </c:pt>
                <c:pt idx="720">
                  <c:v>1.4059439999999992</c:v>
                </c:pt>
                <c:pt idx="721">
                  <c:v>1.4071859999999998</c:v>
                </c:pt>
                <c:pt idx="722">
                  <c:v>1.4096699999999991</c:v>
                </c:pt>
                <c:pt idx="723">
                  <c:v>1.4127749999999992</c:v>
                </c:pt>
                <c:pt idx="724">
                  <c:v>1.4140170000000001</c:v>
                </c:pt>
                <c:pt idx="725">
                  <c:v>1.4165009999999998</c:v>
                </c:pt>
                <c:pt idx="726">
                  <c:v>1.4177429999999998</c:v>
                </c:pt>
                <c:pt idx="727">
                  <c:v>1.4202269999999992</c:v>
                </c:pt>
                <c:pt idx="728">
                  <c:v>1.4214689999999992</c:v>
                </c:pt>
                <c:pt idx="729">
                  <c:v>1.4239529999999998</c:v>
                </c:pt>
                <c:pt idx="730">
                  <c:v>1.4258159999999998</c:v>
                </c:pt>
                <c:pt idx="731">
                  <c:v>1.4282999999999992</c:v>
                </c:pt>
                <c:pt idx="732">
                  <c:v>1.4307839999999998</c:v>
                </c:pt>
                <c:pt idx="733">
                  <c:v>1.4320259999999998</c:v>
                </c:pt>
                <c:pt idx="734">
                  <c:v>1.4332679999999998</c:v>
                </c:pt>
                <c:pt idx="735">
                  <c:v>1.4357519999999993</c:v>
                </c:pt>
                <c:pt idx="736">
                  <c:v>1.4376149999999992</c:v>
                </c:pt>
                <c:pt idx="737">
                  <c:v>1.4400989999999998</c:v>
                </c:pt>
                <c:pt idx="738">
                  <c:v>1.4413409999999998</c:v>
                </c:pt>
                <c:pt idx="739">
                  <c:v>1.4438249999999988</c:v>
                </c:pt>
                <c:pt idx="740">
                  <c:v>1.4450669999999992</c:v>
                </c:pt>
                <c:pt idx="741">
                  <c:v>1.4463089999999998</c:v>
                </c:pt>
                <c:pt idx="742">
                  <c:v>1.4475509999999998</c:v>
                </c:pt>
                <c:pt idx="743">
                  <c:v>1.4506559999999999</c:v>
                </c:pt>
                <c:pt idx="744">
                  <c:v>1.4518979999999992</c:v>
                </c:pt>
                <c:pt idx="745">
                  <c:v>1.4531399999999992</c:v>
                </c:pt>
                <c:pt idx="746">
                  <c:v>1.4543820000000001</c:v>
                </c:pt>
                <c:pt idx="747">
                  <c:v>1.4568659999999998</c:v>
                </c:pt>
                <c:pt idx="748">
                  <c:v>1.458108</c:v>
                </c:pt>
                <c:pt idx="749">
                  <c:v>1.4593499999999995</c:v>
                </c:pt>
                <c:pt idx="750">
                  <c:v>1.4612129999999999</c:v>
                </c:pt>
                <c:pt idx="751">
                  <c:v>1.4636969999999994</c:v>
                </c:pt>
                <c:pt idx="752">
                  <c:v>1.4649389999999998</c:v>
                </c:pt>
                <c:pt idx="753">
                  <c:v>1.4674229999999993</c:v>
                </c:pt>
                <c:pt idx="754">
                  <c:v>1.4686649999999994</c:v>
                </c:pt>
                <c:pt idx="755">
                  <c:v>1.4711489999999998</c:v>
                </c:pt>
                <c:pt idx="756">
                  <c:v>1.4723909999999998</c:v>
                </c:pt>
                <c:pt idx="757">
                  <c:v>1.474254</c:v>
                </c:pt>
                <c:pt idx="758">
                  <c:v>1.4767379999999999</c:v>
                </c:pt>
                <c:pt idx="759">
                  <c:v>1.4779799999999992</c:v>
                </c:pt>
                <c:pt idx="760">
                  <c:v>1.4804639999999998</c:v>
                </c:pt>
                <c:pt idx="761">
                  <c:v>1.4817059999999993</c:v>
                </c:pt>
                <c:pt idx="762">
                  <c:v>1.4829479999999999</c:v>
                </c:pt>
                <c:pt idx="763">
                  <c:v>1.4860530000000001</c:v>
                </c:pt>
                <c:pt idx="764">
                  <c:v>1.4872949999999994</c:v>
                </c:pt>
                <c:pt idx="765">
                  <c:v>1.4885369999999998</c:v>
                </c:pt>
                <c:pt idx="766">
                  <c:v>1.4910209999999993</c:v>
                </c:pt>
                <c:pt idx="767">
                  <c:v>1.4922629999999999</c:v>
                </c:pt>
                <c:pt idx="768">
                  <c:v>1.4935049999999992</c:v>
                </c:pt>
                <c:pt idx="769">
                  <c:v>1.4959889999999998</c:v>
                </c:pt>
                <c:pt idx="770">
                  <c:v>1.497852</c:v>
                </c:pt>
                <c:pt idx="771">
                  <c:v>1.4990939999999993</c:v>
                </c:pt>
                <c:pt idx="772">
                  <c:v>1.5003359999999999</c:v>
                </c:pt>
                <c:pt idx="773">
                  <c:v>1.5028199999999998</c:v>
                </c:pt>
                <c:pt idx="774">
                  <c:v>1.504062</c:v>
                </c:pt>
                <c:pt idx="775">
                  <c:v>1.5053039999999998</c:v>
                </c:pt>
                <c:pt idx="776">
                  <c:v>1.5065460000000002</c:v>
                </c:pt>
                <c:pt idx="777">
                  <c:v>1.5096509999999999</c:v>
                </c:pt>
                <c:pt idx="778">
                  <c:v>1.5108929999999998</c:v>
                </c:pt>
                <c:pt idx="779">
                  <c:v>1.512135</c:v>
                </c:pt>
                <c:pt idx="780">
                  <c:v>1.513377</c:v>
                </c:pt>
                <c:pt idx="781">
                  <c:v>1.5158609999999992</c:v>
                </c:pt>
                <c:pt idx="782">
                  <c:v>1.5171029999999999</c:v>
                </c:pt>
                <c:pt idx="783">
                  <c:v>1.519587</c:v>
                </c:pt>
                <c:pt idx="784">
                  <c:v>1.5208289999999998</c:v>
                </c:pt>
                <c:pt idx="785">
                  <c:v>1.5239339999999992</c:v>
                </c:pt>
                <c:pt idx="786">
                  <c:v>1.5251759999999999</c:v>
                </c:pt>
                <c:pt idx="787">
                  <c:v>1.5264180000000001</c:v>
                </c:pt>
                <c:pt idx="788">
                  <c:v>1.5289020000000002</c:v>
                </c:pt>
                <c:pt idx="789">
                  <c:v>1.5301439999999999</c:v>
                </c:pt>
                <c:pt idx="790">
                  <c:v>1.5313859999999999</c:v>
                </c:pt>
                <c:pt idx="791">
                  <c:v>1.5344909999999998</c:v>
                </c:pt>
                <c:pt idx="792">
                  <c:v>1.5357329999999998</c:v>
                </c:pt>
                <c:pt idx="793">
                  <c:v>1.5382169999999999</c:v>
                </c:pt>
                <c:pt idx="794">
                  <c:v>1.5407009999999999</c:v>
                </c:pt>
                <c:pt idx="795">
                  <c:v>1.5419429999999998</c:v>
                </c:pt>
                <c:pt idx="796">
                  <c:v>1.544427</c:v>
                </c:pt>
                <c:pt idx="797">
                  <c:v>1.5475319999999992</c:v>
                </c:pt>
                <c:pt idx="798">
                  <c:v>1.5487739999999999</c:v>
                </c:pt>
                <c:pt idx="799">
                  <c:v>1.551258</c:v>
                </c:pt>
                <c:pt idx="800">
                  <c:v>1.553742</c:v>
                </c:pt>
                <c:pt idx="801">
                  <c:v>1.5549839999999999</c:v>
                </c:pt>
                <c:pt idx="802">
                  <c:v>1.5580890000000001</c:v>
                </c:pt>
                <c:pt idx="803">
                  <c:v>1.560573</c:v>
                </c:pt>
                <c:pt idx="804">
                  <c:v>1.5630569999999999</c:v>
                </c:pt>
                <c:pt idx="805">
                  <c:v>1.5655409999999998</c:v>
                </c:pt>
                <c:pt idx="806">
                  <c:v>1.566783</c:v>
                </c:pt>
                <c:pt idx="807">
                  <c:v>1.569267</c:v>
                </c:pt>
                <c:pt idx="808">
                  <c:v>1.5723720000000001</c:v>
                </c:pt>
                <c:pt idx="809">
                  <c:v>1.574856</c:v>
                </c:pt>
                <c:pt idx="810">
                  <c:v>1.576098</c:v>
                </c:pt>
                <c:pt idx="811">
                  <c:v>1.5785819999999999</c:v>
                </c:pt>
                <c:pt idx="812">
                  <c:v>1.5810659999999999</c:v>
                </c:pt>
                <c:pt idx="813">
                  <c:v>1.5829289999999998</c:v>
                </c:pt>
                <c:pt idx="814">
                  <c:v>1.585413</c:v>
                </c:pt>
                <c:pt idx="815">
                  <c:v>1.5866550000000001</c:v>
                </c:pt>
                <c:pt idx="816">
                  <c:v>1.5891389999999999</c:v>
                </c:pt>
                <c:pt idx="817">
                  <c:v>1.590381</c:v>
                </c:pt>
                <c:pt idx="818">
                  <c:v>1.592865</c:v>
                </c:pt>
                <c:pt idx="819">
                  <c:v>1.5959699999999992</c:v>
                </c:pt>
                <c:pt idx="820">
                  <c:v>1.5972120000000001</c:v>
                </c:pt>
                <c:pt idx="821">
                  <c:v>1.5996959999999998</c:v>
                </c:pt>
                <c:pt idx="822">
                  <c:v>1.600938</c:v>
                </c:pt>
                <c:pt idx="823">
                  <c:v>1.6034219999999992</c:v>
                </c:pt>
                <c:pt idx="824">
                  <c:v>1.6046639999999999</c:v>
                </c:pt>
                <c:pt idx="825">
                  <c:v>1.6077689999999998</c:v>
                </c:pt>
                <c:pt idx="826">
                  <c:v>1.6090110000000002</c:v>
                </c:pt>
                <c:pt idx="827">
                  <c:v>1.6102530000000006</c:v>
                </c:pt>
                <c:pt idx="828">
                  <c:v>1.6127369999999999</c:v>
                </c:pt>
                <c:pt idx="829">
                  <c:v>1.6139789999999998</c:v>
                </c:pt>
                <c:pt idx="830">
                  <c:v>1.6164630000000002</c:v>
                </c:pt>
                <c:pt idx="831">
                  <c:v>1.6177049999999993</c:v>
                </c:pt>
                <c:pt idx="832">
                  <c:v>1.6195679999999999</c:v>
                </c:pt>
                <c:pt idx="833">
                  <c:v>1.6220520000000007</c:v>
                </c:pt>
                <c:pt idx="834">
                  <c:v>1.6232939999999998</c:v>
                </c:pt>
                <c:pt idx="835">
                  <c:v>1.6257779999999999</c:v>
                </c:pt>
                <c:pt idx="836">
                  <c:v>1.6270199999999999</c:v>
                </c:pt>
                <c:pt idx="837">
                  <c:v>1.6282619999999999</c:v>
                </c:pt>
                <c:pt idx="838">
                  <c:v>1.6313669999999998</c:v>
                </c:pt>
                <c:pt idx="839">
                  <c:v>1.632609</c:v>
                </c:pt>
                <c:pt idx="840">
                  <c:v>1.6338509999999999</c:v>
                </c:pt>
                <c:pt idx="841">
                  <c:v>1.6363349999999999</c:v>
                </c:pt>
                <c:pt idx="842">
                  <c:v>1.6375770000000001</c:v>
                </c:pt>
                <c:pt idx="843">
                  <c:v>1.640061</c:v>
                </c:pt>
                <c:pt idx="844">
                  <c:v>1.641303</c:v>
                </c:pt>
                <c:pt idx="845">
                  <c:v>1.6431659999999999</c:v>
                </c:pt>
                <c:pt idx="846">
                  <c:v>1.6444080000000001</c:v>
                </c:pt>
                <c:pt idx="847">
                  <c:v>1.646892</c:v>
                </c:pt>
                <c:pt idx="848">
                  <c:v>1.648134</c:v>
                </c:pt>
                <c:pt idx="849">
                  <c:v>1.6493760000000002</c:v>
                </c:pt>
                <c:pt idx="850">
                  <c:v>1.6506180000000001</c:v>
                </c:pt>
                <c:pt idx="851">
                  <c:v>1.6531019999999998</c:v>
                </c:pt>
                <c:pt idx="852">
                  <c:v>1.654344</c:v>
                </c:pt>
                <c:pt idx="853">
                  <c:v>1.6562070000000007</c:v>
                </c:pt>
                <c:pt idx="854">
                  <c:v>1.6586909999999999</c:v>
                </c:pt>
                <c:pt idx="855">
                  <c:v>1.6599329999999999</c:v>
                </c:pt>
                <c:pt idx="856">
                  <c:v>1.6611749999999998</c:v>
                </c:pt>
                <c:pt idx="857">
                  <c:v>1.6624170000000007</c:v>
                </c:pt>
                <c:pt idx="858">
                  <c:v>1.663659</c:v>
                </c:pt>
                <c:pt idx="859">
                  <c:v>1.6661430000000006</c:v>
                </c:pt>
                <c:pt idx="860">
                  <c:v>1.6680060000000001</c:v>
                </c:pt>
                <c:pt idx="861">
                  <c:v>1.6692480000000001</c:v>
                </c:pt>
                <c:pt idx="862">
                  <c:v>1.67049</c:v>
                </c:pt>
                <c:pt idx="863">
                  <c:v>1.671732</c:v>
                </c:pt>
                <c:pt idx="864">
                  <c:v>1.672974</c:v>
                </c:pt>
                <c:pt idx="865">
                  <c:v>1.6742160000000001</c:v>
                </c:pt>
                <c:pt idx="866">
                  <c:v>1.6767000000000001</c:v>
                </c:pt>
                <c:pt idx="867">
                  <c:v>1.677942</c:v>
                </c:pt>
                <c:pt idx="868">
                  <c:v>1.679805</c:v>
                </c:pt>
                <c:pt idx="869">
                  <c:v>1.6810470000000006</c:v>
                </c:pt>
                <c:pt idx="870">
                  <c:v>1.6822890000000001</c:v>
                </c:pt>
                <c:pt idx="871">
                  <c:v>1.6847730000000001</c:v>
                </c:pt>
                <c:pt idx="872">
                  <c:v>1.6860150000000005</c:v>
                </c:pt>
                <c:pt idx="873">
                  <c:v>1.6872570000000007</c:v>
                </c:pt>
                <c:pt idx="874">
                  <c:v>1.688499</c:v>
                </c:pt>
                <c:pt idx="875">
                  <c:v>1.6897409999999999</c:v>
                </c:pt>
                <c:pt idx="876">
                  <c:v>1.6916039999999999</c:v>
                </c:pt>
                <c:pt idx="877">
                  <c:v>1.6928460000000001</c:v>
                </c:pt>
                <c:pt idx="878">
                  <c:v>1.6940880000000007</c:v>
                </c:pt>
                <c:pt idx="879">
                  <c:v>1.69533</c:v>
                </c:pt>
                <c:pt idx="880">
                  <c:v>1.6965720000000009</c:v>
                </c:pt>
                <c:pt idx="881">
                  <c:v>1.6978139999999999</c:v>
                </c:pt>
                <c:pt idx="882">
                  <c:v>1.7002979999999999</c:v>
                </c:pt>
                <c:pt idx="883">
                  <c:v>1.7015399999999996</c:v>
                </c:pt>
                <c:pt idx="884">
                  <c:v>1.7027820000000002</c:v>
                </c:pt>
                <c:pt idx="885">
                  <c:v>1.7046450000000002</c:v>
                </c:pt>
                <c:pt idx="886">
                  <c:v>1.7058869999999995</c:v>
                </c:pt>
                <c:pt idx="887">
                  <c:v>1.7071289999999995</c:v>
                </c:pt>
                <c:pt idx="888">
                  <c:v>1.7083709999999999</c:v>
                </c:pt>
                <c:pt idx="889">
                  <c:v>1.7096129999999998</c:v>
                </c:pt>
                <c:pt idx="890">
                  <c:v>1.7108550000000002</c:v>
                </c:pt>
                <c:pt idx="891">
                  <c:v>1.7120970000000002</c:v>
                </c:pt>
                <c:pt idx="892">
                  <c:v>1.7133389999999995</c:v>
                </c:pt>
                <c:pt idx="893">
                  <c:v>1.7164439999999999</c:v>
                </c:pt>
                <c:pt idx="894">
                  <c:v>1.7176859999999998</c:v>
                </c:pt>
                <c:pt idx="895">
                  <c:v>1.7189279999999998</c:v>
                </c:pt>
                <c:pt idx="896">
                  <c:v>1.7201700000000002</c:v>
                </c:pt>
                <c:pt idx="897">
                  <c:v>1.7226539999999999</c:v>
                </c:pt>
                <c:pt idx="898">
                  <c:v>1.7238959999999994</c:v>
                </c:pt>
                <c:pt idx="899">
                  <c:v>1.7251379999999998</c:v>
                </c:pt>
                <c:pt idx="900">
                  <c:v>1.72638</c:v>
                </c:pt>
                <c:pt idx="901">
                  <c:v>1.7294850000000004</c:v>
                </c:pt>
                <c:pt idx="902">
                  <c:v>1.7307269999999995</c:v>
                </c:pt>
                <c:pt idx="903">
                  <c:v>1.7319689999999994</c:v>
                </c:pt>
                <c:pt idx="904">
                  <c:v>1.7332109999999998</c:v>
                </c:pt>
                <c:pt idx="905">
                  <c:v>1.7356949999999995</c:v>
                </c:pt>
                <c:pt idx="906">
                  <c:v>1.7369370000000004</c:v>
                </c:pt>
                <c:pt idx="907">
                  <c:v>1.7381789999999999</c:v>
                </c:pt>
                <c:pt idx="908">
                  <c:v>1.7412839999999998</c:v>
                </c:pt>
                <c:pt idx="909">
                  <c:v>1.7425259999999998</c:v>
                </c:pt>
                <c:pt idx="910">
                  <c:v>1.7437679999999998</c:v>
                </c:pt>
                <c:pt idx="911">
                  <c:v>1.7450100000000002</c:v>
                </c:pt>
                <c:pt idx="912">
                  <c:v>1.7474939999999994</c:v>
                </c:pt>
                <c:pt idx="913">
                  <c:v>1.7487359999999998</c:v>
                </c:pt>
                <c:pt idx="914">
                  <c:v>1.7499779999999998</c:v>
                </c:pt>
                <c:pt idx="915">
                  <c:v>1.7512199999999998</c:v>
                </c:pt>
                <c:pt idx="916">
                  <c:v>1.7543249999999997</c:v>
                </c:pt>
                <c:pt idx="917">
                  <c:v>1.7555669999999994</c:v>
                </c:pt>
                <c:pt idx="918">
                  <c:v>1.7568089999999998</c:v>
                </c:pt>
                <c:pt idx="919">
                  <c:v>1.7580510000000003</c:v>
                </c:pt>
                <c:pt idx="920">
                  <c:v>1.7605350000000002</c:v>
                </c:pt>
                <c:pt idx="921">
                  <c:v>1.7617769999999997</c:v>
                </c:pt>
                <c:pt idx="922">
                  <c:v>1.7630189999999999</c:v>
                </c:pt>
                <c:pt idx="923">
                  <c:v>1.7661239999999998</c:v>
                </c:pt>
                <c:pt idx="924">
                  <c:v>1.7673659999999998</c:v>
                </c:pt>
                <c:pt idx="925">
                  <c:v>1.7686080000000002</c:v>
                </c:pt>
                <c:pt idx="926">
                  <c:v>1.7698499999999997</c:v>
                </c:pt>
                <c:pt idx="927">
                  <c:v>1.7710919999999994</c:v>
                </c:pt>
                <c:pt idx="928">
                  <c:v>1.7735759999999998</c:v>
                </c:pt>
                <c:pt idx="929">
                  <c:v>1.7748180000000002</c:v>
                </c:pt>
                <c:pt idx="930">
                  <c:v>1.7766810000000004</c:v>
                </c:pt>
                <c:pt idx="931">
                  <c:v>1.7779229999999995</c:v>
                </c:pt>
                <c:pt idx="932">
                  <c:v>1.7791649999999997</c:v>
                </c:pt>
                <c:pt idx="933">
                  <c:v>1.7816489999999998</c:v>
                </c:pt>
                <c:pt idx="934">
                  <c:v>1.7828909999999998</c:v>
                </c:pt>
                <c:pt idx="935">
                  <c:v>1.7841330000000004</c:v>
                </c:pt>
                <c:pt idx="936">
                  <c:v>1.7853749999999995</c:v>
                </c:pt>
                <c:pt idx="937">
                  <c:v>1.7884800000000001</c:v>
                </c:pt>
                <c:pt idx="938">
                  <c:v>1.7897219999999996</c:v>
                </c:pt>
                <c:pt idx="939">
                  <c:v>1.7909639999999998</c:v>
                </c:pt>
                <c:pt idx="940">
                  <c:v>1.7934480000000002</c:v>
                </c:pt>
                <c:pt idx="941">
                  <c:v>1.7946899999999999</c:v>
                </c:pt>
                <c:pt idx="942">
                  <c:v>1.7971739999999998</c:v>
                </c:pt>
                <c:pt idx="943">
                  <c:v>1.7984160000000002</c:v>
                </c:pt>
                <c:pt idx="944">
                  <c:v>1.7996580000000002</c:v>
                </c:pt>
                <c:pt idx="945">
                  <c:v>1.8027629999999999</c:v>
                </c:pt>
                <c:pt idx="946">
                  <c:v>1.8040049999999999</c:v>
                </c:pt>
                <c:pt idx="947">
                  <c:v>1.805247</c:v>
                </c:pt>
                <c:pt idx="948">
                  <c:v>1.8077309999999998</c:v>
                </c:pt>
                <c:pt idx="949">
                  <c:v>1.8089729999999999</c:v>
                </c:pt>
                <c:pt idx="950">
                  <c:v>1.8102149999999999</c:v>
                </c:pt>
                <c:pt idx="951">
                  <c:v>1.8114569999999999</c:v>
                </c:pt>
                <c:pt idx="952">
                  <c:v>1.814562</c:v>
                </c:pt>
                <c:pt idx="953">
                  <c:v>1.8158039999999998</c:v>
                </c:pt>
                <c:pt idx="954">
                  <c:v>1.8170460000000002</c:v>
                </c:pt>
                <c:pt idx="955">
                  <c:v>1.8182880000000001</c:v>
                </c:pt>
                <c:pt idx="956">
                  <c:v>1.8207720000000001</c:v>
                </c:pt>
                <c:pt idx="957">
                  <c:v>1.822014</c:v>
                </c:pt>
                <c:pt idx="958">
                  <c:v>1.823256</c:v>
                </c:pt>
                <c:pt idx="959">
                  <c:v>1.8263609999999999</c:v>
                </c:pt>
                <c:pt idx="960">
                  <c:v>1.8276029999999999</c:v>
                </c:pt>
                <c:pt idx="961">
                  <c:v>1.8300870000000007</c:v>
                </c:pt>
                <c:pt idx="962">
                  <c:v>1.8313289999999998</c:v>
                </c:pt>
                <c:pt idx="963">
                  <c:v>1.8325709999999999</c:v>
                </c:pt>
                <c:pt idx="964">
                  <c:v>1.8350550000000001</c:v>
                </c:pt>
                <c:pt idx="965">
                  <c:v>1.8369180000000001</c:v>
                </c:pt>
                <c:pt idx="966">
                  <c:v>1.83816</c:v>
                </c:pt>
                <c:pt idx="967">
                  <c:v>1.8406439999999999</c:v>
                </c:pt>
                <c:pt idx="968">
                  <c:v>1.8418859999999999</c:v>
                </c:pt>
                <c:pt idx="969">
                  <c:v>1.8431279999999999</c:v>
                </c:pt>
                <c:pt idx="970">
                  <c:v>1.845612</c:v>
                </c:pt>
                <c:pt idx="971">
                  <c:v>1.8468540000000002</c:v>
                </c:pt>
                <c:pt idx="972">
                  <c:v>1.8499589999999999</c:v>
                </c:pt>
                <c:pt idx="973">
                  <c:v>1.8512009999999999</c:v>
                </c:pt>
                <c:pt idx="974">
                  <c:v>1.8524430000000001</c:v>
                </c:pt>
                <c:pt idx="975">
                  <c:v>1.854927</c:v>
                </c:pt>
                <c:pt idx="976">
                  <c:v>1.856169</c:v>
                </c:pt>
                <c:pt idx="977">
                  <c:v>1.8586530000000001</c:v>
                </c:pt>
                <c:pt idx="978">
                  <c:v>1.8598949999999994</c:v>
                </c:pt>
                <c:pt idx="979">
                  <c:v>1.861758</c:v>
                </c:pt>
                <c:pt idx="980">
                  <c:v>1.8642420000000006</c:v>
                </c:pt>
                <c:pt idx="981">
                  <c:v>1.8654839999999999</c:v>
                </c:pt>
                <c:pt idx="982">
                  <c:v>1.8679679999999999</c:v>
                </c:pt>
                <c:pt idx="983">
                  <c:v>1.8692099999999998</c:v>
                </c:pt>
                <c:pt idx="984">
                  <c:v>1.8704520000000007</c:v>
                </c:pt>
                <c:pt idx="985">
                  <c:v>1.8735569999999999</c:v>
                </c:pt>
                <c:pt idx="986">
                  <c:v>1.8747989999999999</c:v>
                </c:pt>
                <c:pt idx="987">
                  <c:v>1.877283</c:v>
                </c:pt>
                <c:pt idx="988">
                  <c:v>1.878525</c:v>
                </c:pt>
                <c:pt idx="989">
                  <c:v>1.879767</c:v>
                </c:pt>
                <c:pt idx="990">
                  <c:v>1.8822510000000001</c:v>
                </c:pt>
                <c:pt idx="991">
                  <c:v>1.8834929999999999</c:v>
                </c:pt>
                <c:pt idx="992">
                  <c:v>1.886598</c:v>
                </c:pt>
                <c:pt idx="993">
                  <c:v>1.88784</c:v>
                </c:pt>
                <c:pt idx="994">
                  <c:v>1.8890819999999999</c:v>
                </c:pt>
                <c:pt idx="995">
                  <c:v>1.8915659999999999</c:v>
                </c:pt>
                <c:pt idx="996">
                  <c:v>1.892808</c:v>
                </c:pt>
                <c:pt idx="997">
                  <c:v>1.895292</c:v>
                </c:pt>
                <c:pt idx="998">
                  <c:v>1.8965339999999999</c:v>
                </c:pt>
                <c:pt idx="999">
                  <c:v>1.8996389999999999</c:v>
                </c:pt>
                <c:pt idx="1000">
                  <c:v>1.900881</c:v>
                </c:pt>
                <c:pt idx="1001">
                  <c:v>1.902123</c:v>
                </c:pt>
                <c:pt idx="1002">
                  <c:v>1.9046070000000006</c:v>
                </c:pt>
                <c:pt idx="1003">
                  <c:v>1.9058489999999997</c:v>
                </c:pt>
                <c:pt idx="1004">
                  <c:v>1.9083330000000001</c:v>
                </c:pt>
                <c:pt idx="1005">
                  <c:v>1.910196</c:v>
                </c:pt>
                <c:pt idx="1006">
                  <c:v>1.9114379999999997</c:v>
                </c:pt>
                <c:pt idx="1007">
                  <c:v>1.913921999999999</c:v>
                </c:pt>
                <c:pt idx="1008">
                  <c:v>1.9151639999999996</c:v>
                </c:pt>
                <c:pt idx="1009">
                  <c:v>1.917648</c:v>
                </c:pt>
                <c:pt idx="1010">
                  <c:v>1.91889</c:v>
                </c:pt>
                <c:pt idx="1011">
                  <c:v>1.9219949999999992</c:v>
                </c:pt>
                <c:pt idx="1012">
                  <c:v>1.9232369999999996</c:v>
                </c:pt>
                <c:pt idx="1013">
                  <c:v>1.9244790000000001</c:v>
                </c:pt>
                <c:pt idx="1014">
                  <c:v>1.926963</c:v>
                </c:pt>
                <c:pt idx="1015">
                  <c:v>1.9282049999999997</c:v>
                </c:pt>
                <c:pt idx="1016">
                  <c:v>1.9306890000000001</c:v>
                </c:pt>
                <c:pt idx="1017">
                  <c:v>1.9319309999999996</c:v>
                </c:pt>
                <c:pt idx="1018">
                  <c:v>1.935036</c:v>
                </c:pt>
                <c:pt idx="1019">
                  <c:v>1.9362780000000004</c:v>
                </c:pt>
                <c:pt idx="1020">
                  <c:v>1.9387619999999997</c:v>
                </c:pt>
                <c:pt idx="1021">
                  <c:v>1.9400040000000001</c:v>
                </c:pt>
                <c:pt idx="1022">
                  <c:v>1.941246</c:v>
                </c:pt>
                <c:pt idx="1023">
                  <c:v>1.9437299999999995</c:v>
                </c:pt>
                <c:pt idx="1024">
                  <c:v>1.9468349999999996</c:v>
                </c:pt>
                <c:pt idx="1025">
                  <c:v>1.9480770000000005</c:v>
                </c:pt>
                <c:pt idx="1026">
                  <c:v>1.950561</c:v>
                </c:pt>
                <c:pt idx="1027">
                  <c:v>1.9530449999999997</c:v>
                </c:pt>
                <c:pt idx="1028">
                  <c:v>1.9555289999999996</c:v>
                </c:pt>
                <c:pt idx="1029">
                  <c:v>1.958634</c:v>
                </c:pt>
                <c:pt idx="1030">
                  <c:v>1.9611180000000001</c:v>
                </c:pt>
                <c:pt idx="1031">
                  <c:v>1.9623600000000001</c:v>
                </c:pt>
                <c:pt idx="1032">
                  <c:v>1.964844</c:v>
                </c:pt>
                <c:pt idx="1033">
                  <c:v>1.967328</c:v>
                </c:pt>
                <c:pt idx="1034">
                  <c:v>1.9685699999999997</c:v>
                </c:pt>
                <c:pt idx="1035">
                  <c:v>1.9716749999999996</c:v>
                </c:pt>
                <c:pt idx="1036">
                  <c:v>1.9741590000000004</c:v>
                </c:pt>
                <c:pt idx="1037">
                  <c:v>1.9766430000000001</c:v>
                </c:pt>
                <c:pt idx="1038">
                  <c:v>1.9778849999999999</c:v>
                </c:pt>
                <c:pt idx="1039">
                  <c:v>1.980369</c:v>
                </c:pt>
                <c:pt idx="1040">
                  <c:v>1.981611</c:v>
                </c:pt>
                <c:pt idx="1041">
                  <c:v>1.9847160000000001</c:v>
                </c:pt>
                <c:pt idx="1042">
                  <c:v>1.9871999999999999</c:v>
                </c:pt>
                <c:pt idx="1043">
                  <c:v>1.9884420000000005</c:v>
                </c:pt>
                <c:pt idx="1044">
                  <c:v>1.990926</c:v>
                </c:pt>
                <c:pt idx="1045">
                  <c:v>1.9934099999999997</c:v>
                </c:pt>
                <c:pt idx="1046">
                  <c:v>1.9952730000000001</c:v>
                </c:pt>
                <c:pt idx="1047">
                  <c:v>1.9977570000000004</c:v>
                </c:pt>
                <c:pt idx="1048">
                  <c:v>1.9989989999999997</c:v>
                </c:pt>
                <c:pt idx="1049">
                  <c:v>2.0014829999999986</c:v>
                </c:pt>
                <c:pt idx="1050">
                  <c:v>2.0039669999999998</c:v>
                </c:pt>
                <c:pt idx="1051">
                  <c:v>2.0052089999999989</c:v>
                </c:pt>
                <c:pt idx="1052">
                  <c:v>2.0083139999999999</c:v>
                </c:pt>
                <c:pt idx="1053">
                  <c:v>2.0107979999999999</c:v>
                </c:pt>
                <c:pt idx="1054">
                  <c:v>2.0120399999999989</c:v>
                </c:pt>
                <c:pt idx="1055">
                  <c:v>2.0145240000000002</c:v>
                </c:pt>
                <c:pt idx="1056">
                  <c:v>2.0170079999999997</c:v>
                </c:pt>
                <c:pt idx="1057">
                  <c:v>2.0201130000000012</c:v>
                </c:pt>
                <c:pt idx="1058">
                  <c:v>2.0225970000000002</c:v>
                </c:pt>
                <c:pt idx="1059">
                  <c:v>2.0238389999999997</c:v>
                </c:pt>
                <c:pt idx="1060">
                  <c:v>2.0263230000000001</c:v>
                </c:pt>
                <c:pt idx="1061">
                  <c:v>2.028807</c:v>
                </c:pt>
                <c:pt idx="1062">
                  <c:v>2.0319119999999997</c:v>
                </c:pt>
                <c:pt idx="1063">
                  <c:v>2.0343959999999988</c:v>
                </c:pt>
                <c:pt idx="1064">
                  <c:v>2.0368799999999982</c:v>
                </c:pt>
                <c:pt idx="1065">
                  <c:v>2.038122</c:v>
                </c:pt>
                <c:pt idx="1066">
                  <c:v>2.0406059999999986</c:v>
                </c:pt>
                <c:pt idx="1067">
                  <c:v>2.0437110000000014</c:v>
                </c:pt>
                <c:pt idx="1068">
                  <c:v>2.046195</c:v>
                </c:pt>
                <c:pt idx="1069">
                  <c:v>2.0474370000000013</c:v>
                </c:pt>
                <c:pt idx="1070">
                  <c:v>2.0499209999999999</c:v>
                </c:pt>
                <c:pt idx="1071">
                  <c:v>2.0511629999999985</c:v>
                </c:pt>
                <c:pt idx="1072">
                  <c:v>2.0536469999999984</c:v>
                </c:pt>
                <c:pt idx="1073">
                  <c:v>2.0555099999999986</c:v>
                </c:pt>
                <c:pt idx="1074">
                  <c:v>2.0579939999999999</c:v>
                </c:pt>
                <c:pt idx="1075">
                  <c:v>2.0592359999999985</c:v>
                </c:pt>
                <c:pt idx="1076">
                  <c:v>2.0617199999999998</c:v>
                </c:pt>
                <c:pt idx="1077">
                  <c:v>2.0629619999999997</c:v>
                </c:pt>
                <c:pt idx="1078">
                  <c:v>2.0654459999999983</c:v>
                </c:pt>
                <c:pt idx="1079">
                  <c:v>2.0673090000000012</c:v>
                </c:pt>
                <c:pt idx="1080">
                  <c:v>2.0697930000000002</c:v>
                </c:pt>
                <c:pt idx="1081">
                  <c:v>2.0710349999999997</c:v>
                </c:pt>
                <c:pt idx="1082">
                  <c:v>2.0735190000000001</c:v>
                </c:pt>
                <c:pt idx="1083">
                  <c:v>2.0747610000000001</c:v>
                </c:pt>
                <c:pt idx="1084">
                  <c:v>2.0772449999999987</c:v>
                </c:pt>
                <c:pt idx="1085">
                  <c:v>2.078487</c:v>
                </c:pt>
                <c:pt idx="1086">
                  <c:v>2.0815920000000001</c:v>
                </c:pt>
                <c:pt idx="1087">
                  <c:v>2.0828340000000001</c:v>
                </c:pt>
                <c:pt idx="1088">
                  <c:v>2.084076</c:v>
                </c:pt>
                <c:pt idx="1089">
                  <c:v>2.08656</c:v>
                </c:pt>
                <c:pt idx="1090">
                  <c:v>2.0878019999999999</c:v>
                </c:pt>
                <c:pt idx="1091">
                  <c:v>2.0890439999999986</c:v>
                </c:pt>
                <c:pt idx="1092">
                  <c:v>2.0921489999999983</c:v>
                </c:pt>
                <c:pt idx="1093">
                  <c:v>2.0933910000000013</c:v>
                </c:pt>
                <c:pt idx="1094">
                  <c:v>2.0958749999999986</c:v>
                </c:pt>
                <c:pt idx="1095">
                  <c:v>2.0971169999999999</c:v>
                </c:pt>
                <c:pt idx="1096">
                  <c:v>2.0983589999999985</c:v>
                </c:pt>
                <c:pt idx="1097">
                  <c:v>2.1008429999999985</c:v>
                </c:pt>
                <c:pt idx="1098">
                  <c:v>2.1020849999999998</c:v>
                </c:pt>
                <c:pt idx="1099">
                  <c:v>2.1051899999999999</c:v>
                </c:pt>
                <c:pt idx="1100">
                  <c:v>2.1064319999999999</c:v>
                </c:pt>
                <c:pt idx="1101">
                  <c:v>2.1076740000000012</c:v>
                </c:pt>
                <c:pt idx="1102">
                  <c:v>2.1101579999999998</c:v>
                </c:pt>
                <c:pt idx="1103">
                  <c:v>2.1113999999999997</c:v>
                </c:pt>
                <c:pt idx="1104">
                  <c:v>2.1126419999999979</c:v>
                </c:pt>
                <c:pt idx="1105">
                  <c:v>2.1157469999999985</c:v>
                </c:pt>
                <c:pt idx="1106">
                  <c:v>2.1169889999999985</c:v>
                </c:pt>
                <c:pt idx="1107">
                  <c:v>2.1182310000000002</c:v>
                </c:pt>
                <c:pt idx="1108">
                  <c:v>2.1207150000000001</c:v>
                </c:pt>
                <c:pt idx="1109">
                  <c:v>2.1219570000000001</c:v>
                </c:pt>
                <c:pt idx="1110">
                  <c:v>2.124441</c:v>
                </c:pt>
                <c:pt idx="1111">
                  <c:v>2.125683</c:v>
                </c:pt>
                <c:pt idx="1112">
                  <c:v>2.126925</c:v>
                </c:pt>
                <c:pt idx="1113">
                  <c:v>2.1300300000000001</c:v>
                </c:pt>
                <c:pt idx="1114">
                  <c:v>2.1312719999999987</c:v>
                </c:pt>
                <c:pt idx="1115">
                  <c:v>2.133756</c:v>
                </c:pt>
                <c:pt idx="1116">
                  <c:v>2.134998</c:v>
                </c:pt>
                <c:pt idx="1117">
                  <c:v>2.1374819999999999</c:v>
                </c:pt>
                <c:pt idx="1118">
                  <c:v>2.1387239999999998</c:v>
                </c:pt>
                <c:pt idx="1119">
                  <c:v>2.1405870000000013</c:v>
                </c:pt>
                <c:pt idx="1120">
                  <c:v>2.1430709999999999</c:v>
                </c:pt>
                <c:pt idx="1121">
                  <c:v>2.1443129999999999</c:v>
                </c:pt>
                <c:pt idx="1122">
                  <c:v>2.1467969999999998</c:v>
                </c:pt>
                <c:pt idx="1123">
                  <c:v>2.1480390000000011</c:v>
                </c:pt>
                <c:pt idx="1124">
                  <c:v>2.1505230000000002</c:v>
                </c:pt>
                <c:pt idx="1125">
                  <c:v>2.1523859999999986</c:v>
                </c:pt>
                <c:pt idx="1126">
                  <c:v>2.1548700000000003</c:v>
                </c:pt>
                <c:pt idx="1127">
                  <c:v>2.1561119999999998</c:v>
                </c:pt>
                <c:pt idx="1128">
                  <c:v>2.1585960000000002</c:v>
                </c:pt>
                <c:pt idx="1129">
                  <c:v>2.1598379999999997</c:v>
                </c:pt>
                <c:pt idx="1130">
                  <c:v>2.1623220000000001</c:v>
                </c:pt>
                <c:pt idx="1131">
                  <c:v>2.1641850000000002</c:v>
                </c:pt>
                <c:pt idx="1132">
                  <c:v>2.1666689999999984</c:v>
                </c:pt>
                <c:pt idx="1133">
                  <c:v>2.1679110000000015</c:v>
                </c:pt>
                <c:pt idx="1134">
                  <c:v>2.1691530000000001</c:v>
                </c:pt>
                <c:pt idx="1135">
                  <c:v>2.171637</c:v>
                </c:pt>
                <c:pt idx="1136">
                  <c:v>2.1728789999999982</c:v>
                </c:pt>
                <c:pt idx="1137">
                  <c:v>2.1753629999999986</c:v>
                </c:pt>
                <c:pt idx="1138">
                  <c:v>2.1772259999999997</c:v>
                </c:pt>
                <c:pt idx="1139">
                  <c:v>2.17971</c:v>
                </c:pt>
                <c:pt idx="1140">
                  <c:v>2.180952</c:v>
                </c:pt>
                <c:pt idx="1141">
                  <c:v>2.1834359999999999</c:v>
                </c:pt>
                <c:pt idx="1142">
                  <c:v>2.1846779999999999</c:v>
                </c:pt>
                <c:pt idx="1143">
                  <c:v>2.1871620000000012</c:v>
                </c:pt>
                <c:pt idx="1144">
                  <c:v>2.189025</c:v>
                </c:pt>
                <c:pt idx="1145">
                  <c:v>2.190267</c:v>
                </c:pt>
                <c:pt idx="1146">
                  <c:v>2.1927509999999986</c:v>
                </c:pt>
                <c:pt idx="1147">
                  <c:v>2.1939929999999999</c:v>
                </c:pt>
                <c:pt idx="1148">
                  <c:v>2.1952350000000003</c:v>
                </c:pt>
                <c:pt idx="1149">
                  <c:v>2.1977190000000002</c:v>
                </c:pt>
                <c:pt idx="1150">
                  <c:v>2.1989609999999997</c:v>
                </c:pt>
                <c:pt idx="1151">
                  <c:v>2.2020659999999985</c:v>
                </c:pt>
                <c:pt idx="1152">
                  <c:v>2.2033080000000012</c:v>
                </c:pt>
                <c:pt idx="1153">
                  <c:v>2.2045499999999998</c:v>
                </c:pt>
                <c:pt idx="1154">
                  <c:v>2.2070340000000011</c:v>
                </c:pt>
                <c:pt idx="1155">
                  <c:v>2.2082760000000001</c:v>
                </c:pt>
                <c:pt idx="1156">
                  <c:v>2.2095180000000001</c:v>
                </c:pt>
                <c:pt idx="1157">
                  <c:v>2.2120019999999987</c:v>
                </c:pt>
                <c:pt idx="1158">
                  <c:v>2.2138649999999997</c:v>
                </c:pt>
                <c:pt idx="1159">
                  <c:v>2.2163489999999983</c:v>
                </c:pt>
                <c:pt idx="1160">
                  <c:v>2.2175910000000014</c:v>
                </c:pt>
                <c:pt idx="1161">
                  <c:v>2.220075</c:v>
                </c:pt>
                <c:pt idx="1162">
                  <c:v>2.2213170000000013</c:v>
                </c:pt>
                <c:pt idx="1163">
                  <c:v>2.222559</c:v>
                </c:pt>
                <c:pt idx="1164">
                  <c:v>2.2256640000000001</c:v>
                </c:pt>
                <c:pt idx="1165">
                  <c:v>2.2269060000000001</c:v>
                </c:pt>
                <c:pt idx="1166">
                  <c:v>2.228148</c:v>
                </c:pt>
                <c:pt idx="1167">
                  <c:v>2.2306319999999999</c:v>
                </c:pt>
                <c:pt idx="1168">
                  <c:v>2.2318739999999986</c:v>
                </c:pt>
                <c:pt idx="1169">
                  <c:v>2.2331159999999999</c:v>
                </c:pt>
                <c:pt idx="1170">
                  <c:v>2.2356000000000003</c:v>
                </c:pt>
                <c:pt idx="1171">
                  <c:v>2.237463</c:v>
                </c:pt>
                <c:pt idx="1172">
                  <c:v>2.2399469999999986</c:v>
                </c:pt>
                <c:pt idx="1173">
                  <c:v>2.2411889999999999</c:v>
                </c:pt>
                <c:pt idx="1174">
                  <c:v>2.2424310000000012</c:v>
                </c:pt>
                <c:pt idx="1175">
                  <c:v>2.2449150000000002</c:v>
                </c:pt>
                <c:pt idx="1176">
                  <c:v>2.2461570000000002</c:v>
                </c:pt>
                <c:pt idx="1177">
                  <c:v>2.2492619999999999</c:v>
                </c:pt>
                <c:pt idx="1178">
                  <c:v>2.2505039999999998</c:v>
                </c:pt>
                <c:pt idx="1179">
                  <c:v>2.2529879999999998</c:v>
                </c:pt>
                <c:pt idx="1180">
                  <c:v>2.2542299999999997</c:v>
                </c:pt>
                <c:pt idx="1181">
                  <c:v>2.2554719999999997</c:v>
                </c:pt>
                <c:pt idx="1182">
                  <c:v>2.2579560000000001</c:v>
                </c:pt>
                <c:pt idx="1183">
                  <c:v>2.259198</c:v>
                </c:pt>
                <c:pt idx="1184">
                  <c:v>2.26044</c:v>
                </c:pt>
                <c:pt idx="1185">
                  <c:v>2.2635450000000001</c:v>
                </c:pt>
                <c:pt idx="1186">
                  <c:v>2.264787000000001</c:v>
                </c:pt>
                <c:pt idx="1187">
                  <c:v>2.2672710000000014</c:v>
                </c:pt>
                <c:pt idx="1188">
                  <c:v>2.2685130000000013</c:v>
                </c:pt>
                <c:pt idx="1189">
                  <c:v>2.269755</c:v>
                </c:pt>
                <c:pt idx="1190">
                  <c:v>2.2722389999999986</c:v>
                </c:pt>
                <c:pt idx="1191">
                  <c:v>2.2741020000000001</c:v>
                </c:pt>
                <c:pt idx="1192">
                  <c:v>2.276586</c:v>
                </c:pt>
                <c:pt idx="1193">
                  <c:v>2.277828</c:v>
                </c:pt>
                <c:pt idx="1194">
                  <c:v>2.2803120000000012</c:v>
                </c:pt>
                <c:pt idx="1195">
                  <c:v>2.2815539999999999</c:v>
                </c:pt>
                <c:pt idx="1196">
                  <c:v>2.2840380000000002</c:v>
                </c:pt>
                <c:pt idx="1197">
                  <c:v>2.2859010000000013</c:v>
                </c:pt>
                <c:pt idx="1198">
                  <c:v>2.2871429999999999</c:v>
                </c:pt>
                <c:pt idx="1199">
                  <c:v>2.2896269999999999</c:v>
                </c:pt>
                <c:pt idx="1200">
                  <c:v>2.2908689999999985</c:v>
                </c:pt>
                <c:pt idx="1201">
                  <c:v>2.2933530000000002</c:v>
                </c:pt>
                <c:pt idx="1202">
                  <c:v>2.2945950000000002</c:v>
                </c:pt>
                <c:pt idx="1203">
                  <c:v>2.2977000000000012</c:v>
                </c:pt>
                <c:pt idx="1204">
                  <c:v>2.2989419999999998</c:v>
                </c:pt>
                <c:pt idx="1205">
                  <c:v>2.3001840000000002</c:v>
                </c:pt>
                <c:pt idx="1206">
                  <c:v>2.3026679999999984</c:v>
                </c:pt>
                <c:pt idx="1207">
                  <c:v>2.3039100000000001</c:v>
                </c:pt>
                <c:pt idx="1208">
                  <c:v>2.3051519999999988</c:v>
                </c:pt>
                <c:pt idx="1209">
                  <c:v>2.307636</c:v>
                </c:pt>
                <c:pt idx="1210">
                  <c:v>2.3088779999999987</c:v>
                </c:pt>
                <c:pt idx="1211">
                  <c:v>2.3119829999999983</c:v>
                </c:pt>
                <c:pt idx="1212">
                  <c:v>2.3132249999999988</c:v>
                </c:pt>
                <c:pt idx="1213">
                  <c:v>2.3144669999999983</c:v>
                </c:pt>
                <c:pt idx="1214">
                  <c:v>2.3169509999999982</c:v>
                </c:pt>
                <c:pt idx="1215">
                  <c:v>2.3181929999999986</c:v>
                </c:pt>
                <c:pt idx="1216">
                  <c:v>2.3206769999999985</c:v>
                </c:pt>
                <c:pt idx="1217">
                  <c:v>2.3225399999999987</c:v>
                </c:pt>
                <c:pt idx="1218">
                  <c:v>2.325024</c:v>
                </c:pt>
                <c:pt idx="1219">
                  <c:v>2.3262659999999973</c:v>
                </c:pt>
                <c:pt idx="1220">
                  <c:v>2.3275079999999999</c:v>
                </c:pt>
                <c:pt idx="1221">
                  <c:v>2.3299919999999998</c:v>
                </c:pt>
                <c:pt idx="1222">
                  <c:v>2.3324759999999971</c:v>
                </c:pt>
                <c:pt idx="1223">
                  <c:v>2.3343389999999986</c:v>
                </c:pt>
                <c:pt idx="1224">
                  <c:v>2.3368229999999972</c:v>
                </c:pt>
                <c:pt idx="1225">
                  <c:v>2.3380649999999989</c:v>
                </c:pt>
                <c:pt idx="1226">
                  <c:v>2.3405489999999989</c:v>
                </c:pt>
                <c:pt idx="1227">
                  <c:v>2.3417909999999997</c:v>
                </c:pt>
                <c:pt idx="1228">
                  <c:v>2.3442749999999997</c:v>
                </c:pt>
                <c:pt idx="1229">
                  <c:v>2.3461379999999998</c:v>
                </c:pt>
                <c:pt idx="1230">
                  <c:v>2.3486219999999998</c:v>
                </c:pt>
                <c:pt idx="1231">
                  <c:v>2.3498639999999984</c:v>
                </c:pt>
                <c:pt idx="1232">
                  <c:v>2.3523479999999979</c:v>
                </c:pt>
                <c:pt idx="1233">
                  <c:v>2.3535900000000001</c:v>
                </c:pt>
                <c:pt idx="1234">
                  <c:v>2.3548319999999987</c:v>
                </c:pt>
                <c:pt idx="1235">
                  <c:v>2.357316</c:v>
                </c:pt>
                <c:pt idx="1236">
                  <c:v>2.3591789999999984</c:v>
                </c:pt>
                <c:pt idx="1237">
                  <c:v>2.3604210000000001</c:v>
                </c:pt>
                <c:pt idx="1238">
                  <c:v>2.3629049999999987</c:v>
                </c:pt>
                <c:pt idx="1239">
                  <c:v>2.364147</c:v>
                </c:pt>
                <c:pt idx="1240">
                  <c:v>2.365389</c:v>
                </c:pt>
                <c:pt idx="1241">
                  <c:v>2.3678729999999986</c:v>
                </c:pt>
                <c:pt idx="1242">
                  <c:v>2.3691149999999999</c:v>
                </c:pt>
                <c:pt idx="1243">
                  <c:v>2.3722199999999982</c:v>
                </c:pt>
                <c:pt idx="1244">
                  <c:v>2.3734619999999986</c:v>
                </c:pt>
                <c:pt idx="1245">
                  <c:v>2.3747039999999986</c:v>
                </c:pt>
                <c:pt idx="1246">
                  <c:v>2.3771879999999999</c:v>
                </c:pt>
                <c:pt idx="1247">
                  <c:v>2.3784299999999985</c:v>
                </c:pt>
                <c:pt idx="1248">
                  <c:v>2.3796719999999985</c:v>
                </c:pt>
                <c:pt idx="1249">
                  <c:v>2.3827769999999986</c:v>
                </c:pt>
                <c:pt idx="1250">
                  <c:v>2.3840189999999986</c:v>
                </c:pt>
                <c:pt idx="1251">
                  <c:v>2.3865029999999985</c:v>
                </c:pt>
                <c:pt idx="1252">
                  <c:v>2.3877449999999998</c:v>
                </c:pt>
                <c:pt idx="1253">
                  <c:v>2.3889869999999997</c:v>
                </c:pt>
                <c:pt idx="1254">
                  <c:v>2.3914709999999983</c:v>
                </c:pt>
                <c:pt idx="1255">
                  <c:v>2.3927129999999983</c:v>
                </c:pt>
                <c:pt idx="1256">
                  <c:v>2.3945759999999985</c:v>
                </c:pt>
                <c:pt idx="1257">
                  <c:v>2.3958179999999984</c:v>
                </c:pt>
                <c:pt idx="1258">
                  <c:v>2.3983019999999997</c:v>
                </c:pt>
                <c:pt idx="1259">
                  <c:v>2.3995439999999983</c:v>
                </c:pt>
                <c:pt idx="1260">
                  <c:v>2.4007860000000001</c:v>
                </c:pt>
                <c:pt idx="1261">
                  <c:v>2.40327</c:v>
                </c:pt>
                <c:pt idx="1262">
                  <c:v>2.404512</c:v>
                </c:pt>
                <c:pt idx="1263">
                  <c:v>2.4057539999999986</c:v>
                </c:pt>
                <c:pt idx="1264">
                  <c:v>2.4076169999999997</c:v>
                </c:pt>
                <c:pt idx="1265">
                  <c:v>2.410101</c:v>
                </c:pt>
                <c:pt idx="1266">
                  <c:v>2.4113429999999982</c:v>
                </c:pt>
                <c:pt idx="1267">
                  <c:v>2.4125849999999986</c:v>
                </c:pt>
                <c:pt idx="1268">
                  <c:v>2.4138269999999986</c:v>
                </c:pt>
                <c:pt idx="1269">
                  <c:v>2.4163109999999985</c:v>
                </c:pt>
                <c:pt idx="1270">
                  <c:v>2.4175529999999985</c:v>
                </c:pt>
                <c:pt idx="1271">
                  <c:v>2.4194159999999982</c:v>
                </c:pt>
                <c:pt idx="1272">
                  <c:v>2.4206579999999986</c:v>
                </c:pt>
                <c:pt idx="1273">
                  <c:v>2.4231419999999999</c:v>
                </c:pt>
                <c:pt idx="1274">
                  <c:v>2.4243839999999999</c:v>
                </c:pt>
                <c:pt idx="1275">
                  <c:v>2.4256260000000003</c:v>
                </c:pt>
                <c:pt idx="1276">
                  <c:v>2.4268679999999985</c:v>
                </c:pt>
                <c:pt idx="1277">
                  <c:v>2.4293519999999997</c:v>
                </c:pt>
                <c:pt idx="1278">
                  <c:v>2.4312149999999986</c:v>
                </c:pt>
                <c:pt idx="1279">
                  <c:v>2.4324569999999972</c:v>
                </c:pt>
                <c:pt idx="1280">
                  <c:v>2.4336989999999985</c:v>
                </c:pt>
                <c:pt idx="1281">
                  <c:v>2.4361829999999989</c:v>
                </c:pt>
                <c:pt idx="1282">
                  <c:v>2.4374249999999997</c:v>
                </c:pt>
                <c:pt idx="1283">
                  <c:v>2.4386669999999988</c:v>
                </c:pt>
                <c:pt idx="1284">
                  <c:v>2.4399089999999979</c:v>
                </c:pt>
                <c:pt idx="1285">
                  <c:v>2.4430140000000002</c:v>
                </c:pt>
                <c:pt idx="1286">
                  <c:v>2.4442559999999984</c:v>
                </c:pt>
                <c:pt idx="1287">
                  <c:v>2.4454979999999997</c:v>
                </c:pt>
                <c:pt idx="1288">
                  <c:v>2.4467399999999997</c:v>
                </c:pt>
                <c:pt idx="1289">
                  <c:v>2.4492240000000001</c:v>
                </c:pt>
                <c:pt idx="1290">
                  <c:v>2.4504659999999983</c:v>
                </c:pt>
                <c:pt idx="1291">
                  <c:v>2.4517079999999987</c:v>
                </c:pt>
                <c:pt idx="1292">
                  <c:v>2.4529499999999977</c:v>
                </c:pt>
                <c:pt idx="1293">
                  <c:v>2.4560549999999979</c:v>
                </c:pt>
                <c:pt idx="1294">
                  <c:v>2.4572970000000001</c:v>
                </c:pt>
                <c:pt idx="1295">
                  <c:v>2.458539</c:v>
                </c:pt>
                <c:pt idx="1296">
                  <c:v>2.459781</c:v>
                </c:pt>
                <c:pt idx="1297">
                  <c:v>2.4622649999999986</c:v>
                </c:pt>
                <c:pt idx="1298">
                  <c:v>2.4635069999999999</c:v>
                </c:pt>
                <c:pt idx="1299">
                  <c:v>2.4647489999999985</c:v>
                </c:pt>
                <c:pt idx="1300">
                  <c:v>2.4659909999999998</c:v>
                </c:pt>
                <c:pt idx="1301">
                  <c:v>2.469096</c:v>
                </c:pt>
                <c:pt idx="1302">
                  <c:v>2.4703379999999999</c:v>
                </c:pt>
                <c:pt idx="1303">
                  <c:v>2.4715799999999986</c:v>
                </c:pt>
                <c:pt idx="1304">
                  <c:v>2.472821999999999</c:v>
                </c:pt>
                <c:pt idx="1305">
                  <c:v>2.4753059999999989</c:v>
                </c:pt>
                <c:pt idx="1306">
                  <c:v>2.4765479999999984</c:v>
                </c:pt>
                <c:pt idx="1307">
                  <c:v>2.4777900000000002</c:v>
                </c:pt>
                <c:pt idx="1308">
                  <c:v>2.4796529999999972</c:v>
                </c:pt>
                <c:pt idx="1309">
                  <c:v>2.4808949999999999</c:v>
                </c:pt>
                <c:pt idx="1310">
                  <c:v>2.4821369999999998</c:v>
                </c:pt>
                <c:pt idx="1311">
                  <c:v>2.4846210000000002</c:v>
                </c:pt>
                <c:pt idx="1312">
                  <c:v>2.4858629999999988</c:v>
                </c:pt>
                <c:pt idx="1313">
                  <c:v>2.4871050000000001</c:v>
                </c:pt>
                <c:pt idx="1314">
                  <c:v>2.4883469999999988</c:v>
                </c:pt>
                <c:pt idx="1315">
                  <c:v>2.4895890000000001</c:v>
                </c:pt>
                <c:pt idx="1316">
                  <c:v>2.490831</c:v>
                </c:pt>
                <c:pt idx="1317">
                  <c:v>2.4939360000000002</c:v>
                </c:pt>
                <c:pt idx="1318">
                  <c:v>2.4951779999999997</c:v>
                </c:pt>
                <c:pt idx="1319">
                  <c:v>2.4964199999999979</c:v>
                </c:pt>
                <c:pt idx="1320">
                  <c:v>2.4976619999999987</c:v>
                </c:pt>
                <c:pt idx="1321">
                  <c:v>2.498904</c:v>
                </c:pt>
                <c:pt idx="1322">
                  <c:v>2.500146</c:v>
                </c:pt>
                <c:pt idx="1323">
                  <c:v>2.5026300000000004</c:v>
                </c:pt>
                <c:pt idx="1324">
                  <c:v>2.5044930000000001</c:v>
                </c:pt>
                <c:pt idx="1325">
                  <c:v>2.505735</c:v>
                </c:pt>
                <c:pt idx="1326">
                  <c:v>2.506977</c:v>
                </c:pt>
                <c:pt idx="1327">
                  <c:v>2.508219</c:v>
                </c:pt>
                <c:pt idx="1328">
                  <c:v>2.5094610000000004</c:v>
                </c:pt>
                <c:pt idx="1329">
                  <c:v>2.5119449999999985</c:v>
                </c:pt>
                <c:pt idx="1330">
                  <c:v>2.5131869999999998</c:v>
                </c:pt>
                <c:pt idx="1331">
                  <c:v>2.5144289999999989</c:v>
                </c:pt>
                <c:pt idx="1332">
                  <c:v>2.5162919999999982</c:v>
                </c:pt>
                <c:pt idx="1333">
                  <c:v>2.5187759999999986</c:v>
                </c:pt>
                <c:pt idx="1334">
                  <c:v>2.5200179999999999</c:v>
                </c:pt>
                <c:pt idx="1335">
                  <c:v>2.5212599999999985</c:v>
                </c:pt>
                <c:pt idx="1336">
                  <c:v>2.5225019999999998</c:v>
                </c:pt>
                <c:pt idx="1337">
                  <c:v>2.5249859999999997</c:v>
                </c:pt>
                <c:pt idx="1338">
                  <c:v>2.5262279999999997</c:v>
                </c:pt>
                <c:pt idx="1339">
                  <c:v>2.5280909999999999</c:v>
                </c:pt>
                <c:pt idx="1340">
                  <c:v>2.5293330000000012</c:v>
                </c:pt>
                <c:pt idx="1341">
                  <c:v>2.5305749999999998</c:v>
                </c:pt>
                <c:pt idx="1342">
                  <c:v>2.5330589999999984</c:v>
                </c:pt>
                <c:pt idx="1343">
                  <c:v>2.5343010000000001</c:v>
                </c:pt>
                <c:pt idx="1344">
                  <c:v>2.5355429999999983</c:v>
                </c:pt>
                <c:pt idx="1345">
                  <c:v>2.5367849999999987</c:v>
                </c:pt>
                <c:pt idx="1346">
                  <c:v>2.5392689999999987</c:v>
                </c:pt>
                <c:pt idx="1347">
                  <c:v>2.5411320000000002</c:v>
                </c:pt>
                <c:pt idx="1348">
                  <c:v>2.5423740000000001</c:v>
                </c:pt>
                <c:pt idx="1349">
                  <c:v>2.5436160000000001</c:v>
                </c:pt>
                <c:pt idx="1350">
                  <c:v>2.5460999999999987</c:v>
                </c:pt>
                <c:pt idx="1351">
                  <c:v>2.547342</c:v>
                </c:pt>
                <c:pt idx="1352">
                  <c:v>2.5485840000000013</c:v>
                </c:pt>
                <c:pt idx="1353">
                  <c:v>2.5498259999999986</c:v>
                </c:pt>
                <c:pt idx="1354">
                  <c:v>2.5529310000000001</c:v>
                </c:pt>
                <c:pt idx="1355">
                  <c:v>2.5541730000000005</c:v>
                </c:pt>
                <c:pt idx="1356">
                  <c:v>2.5554149999999987</c:v>
                </c:pt>
                <c:pt idx="1357">
                  <c:v>2.5566569999999977</c:v>
                </c:pt>
                <c:pt idx="1358">
                  <c:v>2.5578989999999986</c:v>
                </c:pt>
                <c:pt idx="1359">
                  <c:v>2.5603830000000012</c:v>
                </c:pt>
                <c:pt idx="1360">
                  <c:v>2.5616249999999998</c:v>
                </c:pt>
                <c:pt idx="1361">
                  <c:v>2.5628669999999985</c:v>
                </c:pt>
                <c:pt idx="1362">
                  <c:v>2.5659719999999999</c:v>
                </c:pt>
                <c:pt idx="1363">
                  <c:v>2.5672140000000012</c:v>
                </c:pt>
                <c:pt idx="1364">
                  <c:v>2.5684559999999985</c:v>
                </c:pt>
                <c:pt idx="1365">
                  <c:v>2.5696979999999998</c:v>
                </c:pt>
                <c:pt idx="1366">
                  <c:v>2.5721819999999997</c:v>
                </c:pt>
                <c:pt idx="1367">
                  <c:v>2.5734240000000002</c:v>
                </c:pt>
                <c:pt idx="1368">
                  <c:v>2.5746659999999983</c:v>
                </c:pt>
                <c:pt idx="1369">
                  <c:v>2.5777709999999998</c:v>
                </c:pt>
                <c:pt idx="1370">
                  <c:v>2.5790129999999984</c:v>
                </c:pt>
                <c:pt idx="1371">
                  <c:v>2.5802549999999997</c:v>
                </c:pt>
                <c:pt idx="1372">
                  <c:v>2.5827389999999997</c:v>
                </c:pt>
                <c:pt idx="1373">
                  <c:v>2.5839809999999996</c:v>
                </c:pt>
                <c:pt idx="1374">
                  <c:v>2.585223</c:v>
                </c:pt>
                <c:pt idx="1375">
                  <c:v>2.5864649999999987</c:v>
                </c:pt>
                <c:pt idx="1376">
                  <c:v>2.5895700000000001</c:v>
                </c:pt>
                <c:pt idx="1377">
                  <c:v>2.5908119999999997</c:v>
                </c:pt>
                <c:pt idx="1378">
                  <c:v>2.5920539999999983</c:v>
                </c:pt>
                <c:pt idx="1379">
                  <c:v>2.593296</c:v>
                </c:pt>
                <c:pt idx="1380">
                  <c:v>2.59578</c:v>
                </c:pt>
                <c:pt idx="1381">
                  <c:v>2.5970220000000004</c:v>
                </c:pt>
                <c:pt idx="1382">
                  <c:v>2.5982639999999986</c:v>
                </c:pt>
                <c:pt idx="1383">
                  <c:v>2.5995059999999985</c:v>
                </c:pt>
                <c:pt idx="1384">
                  <c:v>2.602611</c:v>
                </c:pt>
                <c:pt idx="1385">
                  <c:v>2.6038529999999982</c:v>
                </c:pt>
                <c:pt idx="1386">
                  <c:v>2.6050950000000004</c:v>
                </c:pt>
                <c:pt idx="1387">
                  <c:v>2.6063369999999999</c:v>
                </c:pt>
                <c:pt idx="1388">
                  <c:v>2.6075789999999999</c:v>
                </c:pt>
                <c:pt idx="1389">
                  <c:v>2.6100629999999989</c:v>
                </c:pt>
                <c:pt idx="1390">
                  <c:v>2.6113049999999998</c:v>
                </c:pt>
                <c:pt idx="1391">
                  <c:v>2.6131679999999999</c:v>
                </c:pt>
                <c:pt idx="1392">
                  <c:v>2.6144099999999986</c:v>
                </c:pt>
                <c:pt idx="1393">
                  <c:v>2.6156519999999985</c:v>
                </c:pt>
                <c:pt idx="1394">
                  <c:v>2.6181360000000002</c:v>
                </c:pt>
                <c:pt idx="1395">
                  <c:v>2.6193779999999998</c:v>
                </c:pt>
                <c:pt idx="1396">
                  <c:v>2.6206199999999997</c:v>
                </c:pt>
                <c:pt idx="1397">
                  <c:v>2.6218619999999997</c:v>
                </c:pt>
                <c:pt idx="1398">
                  <c:v>2.6231040000000014</c:v>
                </c:pt>
                <c:pt idx="1399">
                  <c:v>2.6262089999999989</c:v>
                </c:pt>
                <c:pt idx="1400">
                  <c:v>2.6274509999999998</c:v>
                </c:pt>
                <c:pt idx="1401">
                  <c:v>2.6286929999999997</c:v>
                </c:pt>
                <c:pt idx="1402">
                  <c:v>2.6299350000000001</c:v>
                </c:pt>
                <c:pt idx="1403">
                  <c:v>2.6311770000000001</c:v>
                </c:pt>
                <c:pt idx="1404">
                  <c:v>2.6336609999999987</c:v>
                </c:pt>
                <c:pt idx="1405">
                  <c:v>2.634903</c:v>
                </c:pt>
                <c:pt idx="1406">
                  <c:v>2.6361449999999986</c:v>
                </c:pt>
                <c:pt idx="1407">
                  <c:v>2.6380079999999997</c:v>
                </c:pt>
                <c:pt idx="1408">
                  <c:v>2.6392499999999983</c:v>
                </c:pt>
                <c:pt idx="1409">
                  <c:v>2.6417339999999996</c:v>
                </c:pt>
                <c:pt idx="1410">
                  <c:v>2.642976</c:v>
                </c:pt>
                <c:pt idx="1411">
                  <c:v>2.644218</c:v>
                </c:pt>
                <c:pt idx="1412">
                  <c:v>2.6454599999999986</c:v>
                </c:pt>
                <c:pt idx="1413">
                  <c:v>2.6467019999999999</c:v>
                </c:pt>
                <c:pt idx="1414">
                  <c:v>2.6479440000000012</c:v>
                </c:pt>
                <c:pt idx="1415">
                  <c:v>2.6510489999999982</c:v>
                </c:pt>
                <c:pt idx="1416">
                  <c:v>2.652291</c:v>
                </c:pt>
                <c:pt idx="1417">
                  <c:v>2.6535329999999999</c:v>
                </c:pt>
                <c:pt idx="1418">
                  <c:v>2.6547750000000003</c:v>
                </c:pt>
                <c:pt idx="1419">
                  <c:v>2.6572589999999985</c:v>
                </c:pt>
                <c:pt idx="1420">
                  <c:v>2.6585009999999998</c:v>
                </c:pt>
                <c:pt idx="1421">
                  <c:v>2.6597429999999989</c:v>
                </c:pt>
                <c:pt idx="1422">
                  <c:v>2.6616059999999986</c:v>
                </c:pt>
                <c:pt idx="1423">
                  <c:v>2.6640899999999998</c:v>
                </c:pt>
                <c:pt idx="1424">
                  <c:v>2.6653320000000011</c:v>
                </c:pt>
                <c:pt idx="1425">
                  <c:v>2.6665739999999998</c:v>
                </c:pt>
                <c:pt idx="1426">
                  <c:v>2.6678160000000002</c:v>
                </c:pt>
                <c:pt idx="1427">
                  <c:v>2.6690579999999997</c:v>
                </c:pt>
                <c:pt idx="1428">
                  <c:v>2.6702999999999997</c:v>
                </c:pt>
                <c:pt idx="1429">
                  <c:v>2.672784</c:v>
                </c:pt>
                <c:pt idx="1430">
                  <c:v>2.6746469999999989</c:v>
                </c:pt>
                <c:pt idx="1431">
                  <c:v>2.6758889999999989</c:v>
                </c:pt>
                <c:pt idx="1432">
                  <c:v>2.6771310000000015</c:v>
                </c:pt>
                <c:pt idx="1433">
                  <c:v>2.6783729999999997</c:v>
                </c:pt>
                <c:pt idx="1434">
                  <c:v>2.6796149999999987</c:v>
                </c:pt>
                <c:pt idx="1435">
                  <c:v>2.682099</c:v>
                </c:pt>
                <c:pt idx="1436">
                  <c:v>2.6833410000000013</c:v>
                </c:pt>
                <c:pt idx="1437">
                  <c:v>2.6845830000000017</c:v>
                </c:pt>
                <c:pt idx="1438">
                  <c:v>2.6864459999999979</c:v>
                </c:pt>
                <c:pt idx="1439">
                  <c:v>2.6889300000000014</c:v>
                </c:pt>
                <c:pt idx="1440">
                  <c:v>2.690172</c:v>
                </c:pt>
                <c:pt idx="1441">
                  <c:v>2.6926559999999982</c:v>
                </c:pt>
                <c:pt idx="1442">
                  <c:v>2.6938979999999999</c:v>
                </c:pt>
                <c:pt idx="1443">
                  <c:v>2.6951399999999999</c:v>
                </c:pt>
                <c:pt idx="1444">
                  <c:v>2.6963819999999998</c:v>
                </c:pt>
                <c:pt idx="1445">
                  <c:v>2.6994870000000004</c:v>
                </c:pt>
                <c:pt idx="1446">
                  <c:v>2.7007289999999999</c:v>
                </c:pt>
                <c:pt idx="1447">
                  <c:v>2.7019709999999999</c:v>
                </c:pt>
                <c:pt idx="1448">
                  <c:v>2.7032129999999999</c:v>
                </c:pt>
                <c:pt idx="1449">
                  <c:v>2.7044550000000003</c:v>
                </c:pt>
                <c:pt idx="1450">
                  <c:v>2.7056970000000002</c:v>
                </c:pt>
                <c:pt idx="1451">
                  <c:v>2.7081810000000011</c:v>
                </c:pt>
                <c:pt idx="1452">
                  <c:v>2.7100439999999986</c:v>
                </c:pt>
                <c:pt idx="1453">
                  <c:v>2.7112859999999985</c:v>
                </c:pt>
                <c:pt idx="1454">
                  <c:v>2.7125280000000003</c:v>
                </c:pt>
                <c:pt idx="1455">
                  <c:v>2.7137700000000002</c:v>
                </c:pt>
                <c:pt idx="1456">
                  <c:v>2.7150119999999998</c:v>
                </c:pt>
                <c:pt idx="1457">
                  <c:v>2.7162539999999984</c:v>
                </c:pt>
                <c:pt idx="1458">
                  <c:v>2.7174960000000001</c:v>
                </c:pt>
                <c:pt idx="1459">
                  <c:v>2.7199800000000001</c:v>
                </c:pt>
                <c:pt idx="1460">
                  <c:v>2.7212219999999996</c:v>
                </c:pt>
                <c:pt idx="1461">
                  <c:v>2.7230850000000002</c:v>
                </c:pt>
                <c:pt idx="1462">
                  <c:v>2.7243270000000011</c:v>
                </c:pt>
                <c:pt idx="1463">
                  <c:v>2.7255690000000001</c:v>
                </c:pt>
                <c:pt idx="1464">
                  <c:v>2.7268110000000001</c:v>
                </c:pt>
                <c:pt idx="1465">
                  <c:v>2.7292949999999996</c:v>
                </c:pt>
                <c:pt idx="1466">
                  <c:v>2.7305370000000013</c:v>
                </c:pt>
                <c:pt idx="1467">
                  <c:v>2.731779</c:v>
                </c:pt>
                <c:pt idx="1468">
                  <c:v>2.7330209999999999</c:v>
                </c:pt>
                <c:pt idx="1469">
                  <c:v>2.7348840000000001</c:v>
                </c:pt>
                <c:pt idx="1470">
                  <c:v>2.7361259999999987</c:v>
                </c:pt>
                <c:pt idx="1471">
                  <c:v>2.73861</c:v>
                </c:pt>
                <c:pt idx="1472">
                  <c:v>2.7398519999999986</c:v>
                </c:pt>
                <c:pt idx="1473">
                  <c:v>2.7410939999999999</c:v>
                </c:pt>
                <c:pt idx="1474">
                  <c:v>2.7423360000000012</c:v>
                </c:pt>
                <c:pt idx="1475">
                  <c:v>2.7435780000000012</c:v>
                </c:pt>
                <c:pt idx="1476">
                  <c:v>2.746683</c:v>
                </c:pt>
                <c:pt idx="1477">
                  <c:v>2.7479250000000013</c:v>
                </c:pt>
                <c:pt idx="1478">
                  <c:v>2.7491669999999999</c:v>
                </c:pt>
                <c:pt idx="1479">
                  <c:v>2.7504090000000003</c:v>
                </c:pt>
                <c:pt idx="1480">
                  <c:v>2.7516509999999985</c:v>
                </c:pt>
                <c:pt idx="1481">
                  <c:v>2.7541350000000002</c:v>
                </c:pt>
                <c:pt idx="1482">
                  <c:v>2.7553770000000002</c:v>
                </c:pt>
                <c:pt idx="1483">
                  <c:v>2.7566189999999988</c:v>
                </c:pt>
                <c:pt idx="1484">
                  <c:v>2.7584819999999999</c:v>
                </c:pt>
                <c:pt idx="1485">
                  <c:v>2.7609659999999998</c:v>
                </c:pt>
                <c:pt idx="1486">
                  <c:v>2.7622079999999998</c:v>
                </c:pt>
                <c:pt idx="1487">
                  <c:v>2.7634500000000002</c:v>
                </c:pt>
                <c:pt idx="1488">
                  <c:v>2.765934000000001</c:v>
                </c:pt>
                <c:pt idx="1489">
                  <c:v>2.7671760000000014</c:v>
                </c:pt>
                <c:pt idx="1490">
                  <c:v>2.768418</c:v>
                </c:pt>
                <c:pt idx="1491">
                  <c:v>2.76966</c:v>
                </c:pt>
                <c:pt idx="1492">
                  <c:v>2.7715230000000002</c:v>
                </c:pt>
                <c:pt idx="1493">
                  <c:v>2.7740069999999997</c:v>
                </c:pt>
                <c:pt idx="1494">
                  <c:v>2.7752489999999983</c:v>
                </c:pt>
                <c:pt idx="1495">
                  <c:v>2.776491</c:v>
                </c:pt>
                <c:pt idx="1496">
                  <c:v>2.7777330000000013</c:v>
                </c:pt>
                <c:pt idx="1497">
                  <c:v>2.7802170000000017</c:v>
                </c:pt>
                <c:pt idx="1498">
                  <c:v>2.7814589999999986</c:v>
                </c:pt>
                <c:pt idx="1499">
                  <c:v>2.7833220000000014</c:v>
                </c:pt>
                <c:pt idx="1500">
                  <c:v>2.7845640000000014</c:v>
                </c:pt>
                <c:pt idx="1501">
                  <c:v>2.785806</c:v>
                </c:pt>
                <c:pt idx="1502">
                  <c:v>2.7870480000000004</c:v>
                </c:pt>
                <c:pt idx="1503">
                  <c:v>2.7895320000000012</c:v>
                </c:pt>
                <c:pt idx="1504">
                  <c:v>2.7907739999999999</c:v>
                </c:pt>
                <c:pt idx="1505">
                  <c:v>2.7920160000000003</c:v>
                </c:pt>
                <c:pt idx="1506">
                  <c:v>2.7932579999999998</c:v>
                </c:pt>
                <c:pt idx="1507">
                  <c:v>2.7951210000000017</c:v>
                </c:pt>
                <c:pt idx="1508">
                  <c:v>2.7963629999999986</c:v>
                </c:pt>
                <c:pt idx="1509">
                  <c:v>2.7976049999999999</c:v>
                </c:pt>
                <c:pt idx="1510">
                  <c:v>2.7988469999999985</c:v>
                </c:pt>
                <c:pt idx="1511">
                  <c:v>2.8013310000000002</c:v>
                </c:pt>
                <c:pt idx="1512">
                  <c:v>2.8025729999999984</c:v>
                </c:pt>
                <c:pt idx="1513">
                  <c:v>2.8038149999999997</c:v>
                </c:pt>
                <c:pt idx="1514">
                  <c:v>2.8050569999999984</c:v>
                </c:pt>
                <c:pt idx="1515">
                  <c:v>2.8069199999999985</c:v>
                </c:pt>
                <c:pt idx="1516">
                  <c:v>2.8081620000000003</c:v>
                </c:pt>
                <c:pt idx="1517">
                  <c:v>2.8094039999999985</c:v>
                </c:pt>
                <c:pt idx="1518">
                  <c:v>2.8106459999999971</c:v>
                </c:pt>
                <c:pt idx="1519">
                  <c:v>2.8131300000000001</c:v>
                </c:pt>
                <c:pt idx="1520">
                  <c:v>2.8143719999999997</c:v>
                </c:pt>
                <c:pt idx="1521">
                  <c:v>2.8156139999999983</c:v>
                </c:pt>
                <c:pt idx="1522">
                  <c:v>2.8168559999999965</c:v>
                </c:pt>
                <c:pt idx="1523">
                  <c:v>2.8180979999999987</c:v>
                </c:pt>
                <c:pt idx="1524">
                  <c:v>2.8199609999999988</c:v>
                </c:pt>
                <c:pt idx="1525">
                  <c:v>2.8224449999999979</c:v>
                </c:pt>
                <c:pt idx="1526">
                  <c:v>2.8236869999999987</c:v>
                </c:pt>
                <c:pt idx="1527">
                  <c:v>2.824929</c:v>
                </c:pt>
                <c:pt idx="1528">
                  <c:v>2.826171</c:v>
                </c:pt>
                <c:pt idx="1529">
                  <c:v>2.8286549999999986</c:v>
                </c:pt>
                <c:pt idx="1530">
                  <c:v>2.8298970000000003</c:v>
                </c:pt>
                <c:pt idx="1531">
                  <c:v>2.8317599999999978</c:v>
                </c:pt>
                <c:pt idx="1532">
                  <c:v>2.8330019999999987</c:v>
                </c:pt>
                <c:pt idx="1533">
                  <c:v>2.8342439999999982</c:v>
                </c:pt>
                <c:pt idx="1534">
                  <c:v>2.8367279999999986</c:v>
                </c:pt>
                <c:pt idx="1535">
                  <c:v>2.8379700000000003</c:v>
                </c:pt>
                <c:pt idx="1536">
                  <c:v>2.8392119999999985</c:v>
                </c:pt>
                <c:pt idx="1537">
                  <c:v>2.8416959999999984</c:v>
                </c:pt>
                <c:pt idx="1538">
                  <c:v>2.8435589999999986</c:v>
                </c:pt>
                <c:pt idx="1539">
                  <c:v>2.8448010000000004</c:v>
                </c:pt>
                <c:pt idx="1540">
                  <c:v>2.8460429999999972</c:v>
                </c:pt>
                <c:pt idx="1541">
                  <c:v>2.8472849999999998</c:v>
                </c:pt>
                <c:pt idx="1542">
                  <c:v>2.8497689999999989</c:v>
                </c:pt>
                <c:pt idx="1543">
                  <c:v>2.8510109999999989</c:v>
                </c:pt>
                <c:pt idx="1544">
                  <c:v>2.8522529999999975</c:v>
                </c:pt>
                <c:pt idx="1545">
                  <c:v>2.8534949999999997</c:v>
                </c:pt>
                <c:pt idx="1546">
                  <c:v>2.8565999999999985</c:v>
                </c:pt>
                <c:pt idx="1547">
                  <c:v>2.8578419999999984</c:v>
                </c:pt>
                <c:pt idx="1548">
                  <c:v>2.8590839999999988</c:v>
                </c:pt>
                <c:pt idx="1549">
                  <c:v>2.8603259999999997</c:v>
                </c:pt>
                <c:pt idx="1550">
                  <c:v>2.8615679999999997</c:v>
                </c:pt>
                <c:pt idx="1551">
                  <c:v>2.8640519999999987</c:v>
                </c:pt>
                <c:pt idx="1552">
                  <c:v>2.865294</c:v>
                </c:pt>
                <c:pt idx="1553">
                  <c:v>2.866536</c:v>
                </c:pt>
                <c:pt idx="1554">
                  <c:v>2.8696409999999983</c:v>
                </c:pt>
                <c:pt idx="1555">
                  <c:v>2.8708829999999983</c:v>
                </c:pt>
                <c:pt idx="1556">
                  <c:v>2.873367</c:v>
                </c:pt>
                <c:pt idx="1557">
                  <c:v>2.8746089999999973</c:v>
                </c:pt>
                <c:pt idx="1558">
                  <c:v>2.8758509999999973</c:v>
                </c:pt>
                <c:pt idx="1559">
                  <c:v>2.8770929999999986</c:v>
                </c:pt>
                <c:pt idx="1560">
                  <c:v>2.880198</c:v>
                </c:pt>
                <c:pt idx="1561">
                  <c:v>2.8814399999999987</c:v>
                </c:pt>
                <c:pt idx="1562">
                  <c:v>2.8826819999999991</c:v>
                </c:pt>
                <c:pt idx="1563">
                  <c:v>2.8851659999999986</c:v>
                </c:pt>
                <c:pt idx="1564">
                  <c:v>2.8864079999999985</c:v>
                </c:pt>
                <c:pt idx="1565">
                  <c:v>2.8876500000000003</c:v>
                </c:pt>
                <c:pt idx="1566">
                  <c:v>2.8888919999999998</c:v>
                </c:pt>
                <c:pt idx="1567">
                  <c:v>2.8919969999999986</c:v>
                </c:pt>
                <c:pt idx="1568">
                  <c:v>2.8932389999999986</c:v>
                </c:pt>
                <c:pt idx="1569">
                  <c:v>2.8944809999999985</c:v>
                </c:pt>
                <c:pt idx="1570">
                  <c:v>2.8957230000000003</c:v>
                </c:pt>
                <c:pt idx="1571">
                  <c:v>2.8982069999999984</c:v>
                </c:pt>
                <c:pt idx="1572">
                  <c:v>2.8994489999999971</c:v>
                </c:pt>
                <c:pt idx="1573">
                  <c:v>2.9006910000000001</c:v>
                </c:pt>
                <c:pt idx="1574">
                  <c:v>2.9019330000000001</c:v>
                </c:pt>
                <c:pt idx="1575">
                  <c:v>2.9031750000000001</c:v>
                </c:pt>
                <c:pt idx="1576">
                  <c:v>2.9062799999999984</c:v>
                </c:pt>
                <c:pt idx="1577">
                  <c:v>2.9075220000000002</c:v>
                </c:pt>
                <c:pt idx="1578">
                  <c:v>2.9087640000000001</c:v>
                </c:pt>
                <c:pt idx="1579">
                  <c:v>2.9100059999999983</c:v>
                </c:pt>
                <c:pt idx="1580">
                  <c:v>2.9124899999999982</c:v>
                </c:pt>
                <c:pt idx="1581">
                  <c:v>2.913732</c:v>
                </c:pt>
                <c:pt idx="1582">
                  <c:v>2.914974</c:v>
                </c:pt>
                <c:pt idx="1583">
                  <c:v>2.9180789999999983</c:v>
                </c:pt>
                <c:pt idx="1584">
                  <c:v>2.9193209999999987</c:v>
                </c:pt>
                <c:pt idx="1585">
                  <c:v>2.920563</c:v>
                </c:pt>
                <c:pt idx="1586">
                  <c:v>2.923047</c:v>
                </c:pt>
                <c:pt idx="1587">
                  <c:v>2.9242889999999986</c:v>
                </c:pt>
                <c:pt idx="1588">
                  <c:v>2.9255310000000012</c:v>
                </c:pt>
                <c:pt idx="1589">
                  <c:v>2.9267729999999985</c:v>
                </c:pt>
                <c:pt idx="1590">
                  <c:v>2.9298779999999987</c:v>
                </c:pt>
                <c:pt idx="1591">
                  <c:v>2.9311199999999986</c:v>
                </c:pt>
                <c:pt idx="1592">
                  <c:v>2.932361999999999</c:v>
                </c:pt>
                <c:pt idx="1593">
                  <c:v>2.9336040000000003</c:v>
                </c:pt>
                <c:pt idx="1594">
                  <c:v>2.9348459999999972</c:v>
                </c:pt>
                <c:pt idx="1595">
                  <c:v>2.9373300000000002</c:v>
                </c:pt>
                <c:pt idx="1596">
                  <c:v>2.9385719999999997</c:v>
                </c:pt>
                <c:pt idx="1597">
                  <c:v>2.9404350000000004</c:v>
                </c:pt>
                <c:pt idx="1598">
                  <c:v>2.9416769999999985</c:v>
                </c:pt>
                <c:pt idx="1599">
                  <c:v>2.9429189999999985</c:v>
                </c:pt>
                <c:pt idx="1600">
                  <c:v>2.9454029999999989</c:v>
                </c:pt>
                <c:pt idx="1601">
                  <c:v>2.9466449999999984</c:v>
                </c:pt>
                <c:pt idx="1602">
                  <c:v>2.9478869999999997</c:v>
                </c:pt>
                <c:pt idx="1603">
                  <c:v>2.9491289999999997</c:v>
                </c:pt>
                <c:pt idx="1604">
                  <c:v>2.9503710000000001</c:v>
                </c:pt>
                <c:pt idx="1605">
                  <c:v>2.9534759999999989</c:v>
                </c:pt>
                <c:pt idx="1606">
                  <c:v>2.9547179999999997</c:v>
                </c:pt>
                <c:pt idx="1607">
                  <c:v>2.9559599999999984</c:v>
                </c:pt>
                <c:pt idx="1608">
                  <c:v>2.9572019999999997</c:v>
                </c:pt>
                <c:pt idx="1609">
                  <c:v>2.9584439999999983</c:v>
                </c:pt>
                <c:pt idx="1610">
                  <c:v>2.9596859999999983</c:v>
                </c:pt>
                <c:pt idx="1611">
                  <c:v>2.960928</c:v>
                </c:pt>
                <c:pt idx="1612">
                  <c:v>2.9621699999999982</c:v>
                </c:pt>
                <c:pt idx="1613">
                  <c:v>2.9652749999999997</c:v>
                </c:pt>
                <c:pt idx="1614">
                  <c:v>2.9665170000000001</c:v>
                </c:pt>
                <c:pt idx="1615">
                  <c:v>2.967759</c:v>
                </c:pt>
                <c:pt idx="1616">
                  <c:v>2.969001</c:v>
                </c:pt>
                <c:pt idx="1617">
                  <c:v>2.9702429999999986</c:v>
                </c:pt>
                <c:pt idx="1618">
                  <c:v>2.9714849999999986</c:v>
                </c:pt>
                <c:pt idx="1619">
                  <c:v>2.9739689999999985</c:v>
                </c:pt>
                <c:pt idx="1620">
                  <c:v>2.9752110000000003</c:v>
                </c:pt>
                <c:pt idx="1621">
                  <c:v>2.9770739999999987</c:v>
                </c:pt>
                <c:pt idx="1622">
                  <c:v>2.978316</c:v>
                </c:pt>
                <c:pt idx="1623">
                  <c:v>2.9795579999999986</c:v>
                </c:pt>
                <c:pt idx="1624">
                  <c:v>2.9820419999999985</c:v>
                </c:pt>
                <c:pt idx="1625">
                  <c:v>2.9832840000000012</c:v>
                </c:pt>
                <c:pt idx="1626">
                  <c:v>2.9845260000000002</c:v>
                </c:pt>
                <c:pt idx="1627">
                  <c:v>2.9857679999999998</c:v>
                </c:pt>
                <c:pt idx="1628">
                  <c:v>2.9870099999999997</c:v>
                </c:pt>
                <c:pt idx="1629">
                  <c:v>2.9888729999999986</c:v>
                </c:pt>
                <c:pt idx="1630">
                  <c:v>2.9913570000000003</c:v>
                </c:pt>
                <c:pt idx="1631">
                  <c:v>2.9925989999999985</c:v>
                </c:pt>
                <c:pt idx="1632">
                  <c:v>2.9938409999999984</c:v>
                </c:pt>
                <c:pt idx="1633">
                  <c:v>2.9950829999999988</c:v>
                </c:pt>
                <c:pt idx="1634">
                  <c:v>2.9963249999999997</c:v>
                </c:pt>
                <c:pt idx="1635">
                  <c:v>2.9975670000000001</c:v>
                </c:pt>
                <c:pt idx="1636">
                  <c:v>3.000051</c:v>
                </c:pt>
                <c:pt idx="1637">
                  <c:v>3.0019139999999997</c:v>
                </c:pt>
                <c:pt idx="1638">
                  <c:v>3.0031560000000002</c:v>
                </c:pt>
                <c:pt idx="1639">
                  <c:v>3.0043980000000001</c:v>
                </c:pt>
                <c:pt idx="1640">
                  <c:v>3.0068819999999987</c:v>
                </c:pt>
                <c:pt idx="1641">
                  <c:v>3.0081240000000014</c:v>
                </c:pt>
                <c:pt idx="1642">
                  <c:v>3.009366</c:v>
                </c:pt>
                <c:pt idx="1643">
                  <c:v>3.0106079999999986</c:v>
                </c:pt>
                <c:pt idx="1644">
                  <c:v>3.0137129999999988</c:v>
                </c:pt>
                <c:pt idx="1645">
                  <c:v>3.0149549999999987</c:v>
                </c:pt>
                <c:pt idx="1646">
                  <c:v>3.016197</c:v>
                </c:pt>
                <c:pt idx="1647">
                  <c:v>3.017439</c:v>
                </c:pt>
                <c:pt idx="1648">
                  <c:v>3.0186809999999986</c:v>
                </c:pt>
                <c:pt idx="1649">
                  <c:v>3.0211650000000003</c:v>
                </c:pt>
                <c:pt idx="1650">
                  <c:v>3.0224069999999985</c:v>
                </c:pt>
                <c:pt idx="1651">
                  <c:v>3.0236489999999985</c:v>
                </c:pt>
                <c:pt idx="1652">
                  <c:v>3.025512</c:v>
                </c:pt>
                <c:pt idx="1653">
                  <c:v>3.0267539999999986</c:v>
                </c:pt>
                <c:pt idx="1654">
                  <c:v>3.0292379999999999</c:v>
                </c:pt>
                <c:pt idx="1655">
                  <c:v>3.0304799999999985</c:v>
                </c:pt>
                <c:pt idx="1656">
                  <c:v>3.0317219999999998</c:v>
                </c:pt>
                <c:pt idx="1657">
                  <c:v>3.0329639999999989</c:v>
                </c:pt>
                <c:pt idx="1658">
                  <c:v>3.0354479999999984</c:v>
                </c:pt>
                <c:pt idx="1659">
                  <c:v>3.0366899999999979</c:v>
                </c:pt>
                <c:pt idx="1660">
                  <c:v>3.0385529999999985</c:v>
                </c:pt>
                <c:pt idx="1661">
                  <c:v>3.0397949999999998</c:v>
                </c:pt>
                <c:pt idx="1662">
                  <c:v>3.0422789999999988</c:v>
                </c:pt>
                <c:pt idx="1663">
                  <c:v>3.043521000000001</c:v>
                </c:pt>
                <c:pt idx="1664">
                  <c:v>3.0447629999999997</c:v>
                </c:pt>
                <c:pt idx="1665">
                  <c:v>3.0460049999999987</c:v>
                </c:pt>
                <c:pt idx="1666">
                  <c:v>3.047247</c:v>
                </c:pt>
                <c:pt idx="1667">
                  <c:v>3.0503519999999997</c:v>
                </c:pt>
                <c:pt idx="1668">
                  <c:v>3.0515939999999997</c:v>
                </c:pt>
                <c:pt idx="1669">
                  <c:v>3.0528359999999983</c:v>
                </c:pt>
                <c:pt idx="1670">
                  <c:v>3.0540779999999987</c:v>
                </c:pt>
                <c:pt idx="1671">
                  <c:v>3.05532</c:v>
                </c:pt>
                <c:pt idx="1672">
                  <c:v>3.0578040000000004</c:v>
                </c:pt>
                <c:pt idx="1673">
                  <c:v>3.0590459999999973</c:v>
                </c:pt>
                <c:pt idx="1674">
                  <c:v>3.0602879999999999</c:v>
                </c:pt>
                <c:pt idx="1675">
                  <c:v>3.0621510000000001</c:v>
                </c:pt>
                <c:pt idx="1676">
                  <c:v>3.0633930000000014</c:v>
                </c:pt>
                <c:pt idx="1677">
                  <c:v>3.0646349999999996</c:v>
                </c:pt>
                <c:pt idx="1678">
                  <c:v>3.0671189999999999</c:v>
                </c:pt>
                <c:pt idx="1679">
                  <c:v>3.0683609999999999</c:v>
                </c:pt>
                <c:pt idx="1680">
                  <c:v>3.0696029999999985</c:v>
                </c:pt>
                <c:pt idx="1681">
                  <c:v>3.0708449999999989</c:v>
                </c:pt>
                <c:pt idx="1682">
                  <c:v>3.0720869999999989</c:v>
                </c:pt>
                <c:pt idx="1683">
                  <c:v>3.07395</c:v>
                </c:pt>
                <c:pt idx="1684">
                  <c:v>3.0751919999999999</c:v>
                </c:pt>
                <c:pt idx="1685">
                  <c:v>3.0776760000000003</c:v>
                </c:pt>
                <c:pt idx="1686">
                  <c:v>3.0789180000000003</c:v>
                </c:pt>
                <c:pt idx="1687">
                  <c:v>3.0801599999999998</c:v>
                </c:pt>
                <c:pt idx="1688">
                  <c:v>3.0814019999999998</c:v>
                </c:pt>
                <c:pt idx="1689">
                  <c:v>3.0826439999999988</c:v>
                </c:pt>
                <c:pt idx="1690">
                  <c:v>3.0838860000000001</c:v>
                </c:pt>
                <c:pt idx="1691">
                  <c:v>3.0851280000000001</c:v>
                </c:pt>
                <c:pt idx="1692">
                  <c:v>3.0882329999999998</c:v>
                </c:pt>
                <c:pt idx="1693">
                  <c:v>3.0894749999999997</c:v>
                </c:pt>
                <c:pt idx="1694">
                  <c:v>3.0907170000000002</c:v>
                </c:pt>
                <c:pt idx="1695">
                  <c:v>3.0919589999999983</c:v>
                </c:pt>
                <c:pt idx="1696">
                  <c:v>3.0932010000000001</c:v>
                </c:pt>
                <c:pt idx="1697">
                  <c:v>3.0944429999999978</c:v>
                </c:pt>
                <c:pt idx="1698">
                  <c:v>3.0956849999999987</c:v>
                </c:pt>
                <c:pt idx="1699">
                  <c:v>3.0987900000000002</c:v>
                </c:pt>
                <c:pt idx="1700">
                  <c:v>3.1000320000000001</c:v>
                </c:pt>
                <c:pt idx="1701">
                  <c:v>3.1012739999999988</c:v>
                </c:pt>
                <c:pt idx="1702">
                  <c:v>3.1025160000000001</c:v>
                </c:pt>
                <c:pt idx="1703">
                  <c:v>3.103758</c:v>
                </c:pt>
                <c:pt idx="1704">
                  <c:v>3.105</c:v>
                </c:pt>
                <c:pt idx="1705">
                  <c:v>3.1062419999999986</c:v>
                </c:pt>
                <c:pt idx="1706">
                  <c:v>3.1087260000000012</c:v>
                </c:pt>
                <c:pt idx="1707">
                  <c:v>3.110589</c:v>
                </c:pt>
                <c:pt idx="1708">
                  <c:v>3.111831</c:v>
                </c:pt>
                <c:pt idx="1709">
                  <c:v>3.113073</c:v>
                </c:pt>
                <c:pt idx="1710">
                  <c:v>3.1143149999999999</c:v>
                </c:pt>
                <c:pt idx="1711">
                  <c:v>3.1167989999999985</c:v>
                </c:pt>
                <c:pt idx="1712">
                  <c:v>3.1180409999999985</c:v>
                </c:pt>
                <c:pt idx="1713">
                  <c:v>3.1192829999999985</c:v>
                </c:pt>
                <c:pt idx="1714">
                  <c:v>3.1205250000000002</c:v>
                </c:pt>
                <c:pt idx="1715">
                  <c:v>3.1223879999999999</c:v>
                </c:pt>
                <c:pt idx="1716">
                  <c:v>3.1236300000000012</c:v>
                </c:pt>
                <c:pt idx="1717">
                  <c:v>3.1261139999999998</c:v>
                </c:pt>
                <c:pt idx="1718">
                  <c:v>3.1273559999999998</c:v>
                </c:pt>
                <c:pt idx="1719">
                  <c:v>3.1285980000000002</c:v>
                </c:pt>
                <c:pt idx="1720">
                  <c:v>3.1298399999999997</c:v>
                </c:pt>
                <c:pt idx="1721">
                  <c:v>3.1310819999999997</c:v>
                </c:pt>
                <c:pt idx="1722">
                  <c:v>3.1323239999999997</c:v>
                </c:pt>
                <c:pt idx="1723">
                  <c:v>3.1335660000000001</c:v>
                </c:pt>
                <c:pt idx="1724">
                  <c:v>3.1366709999999989</c:v>
                </c:pt>
                <c:pt idx="1725">
                  <c:v>3.1379129999999997</c:v>
                </c:pt>
                <c:pt idx="1726">
                  <c:v>3.1391549999999997</c:v>
                </c:pt>
                <c:pt idx="1727">
                  <c:v>3.1403970000000014</c:v>
                </c:pt>
                <c:pt idx="1728">
                  <c:v>3.1416390000000001</c:v>
                </c:pt>
                <c:pt idx="1729">
                  <c:v>3.142881</c:v>
                </c:pt>
                <c:pt idx="1730">
                  <c:v>3.1453650000000004</c:v>
                </c:pt>
                <c:pt idx="1731">
                  <c:v>3.1472280000000001</c:v>
                </c:pt>
                <c:pt idx="1732">
                  <c:v>3.1484700000000001</c:v>
                </c:pt>
                <c:pt idx="1733">
                  <c:v>3.1497120000000001</c:v>
                </c:pt>
                <c:pt idx="1734">
                  <c:v>3.150954</c:v>
                </c:pt>
                <c:pt idx="1735">
                  <c:v>3.153438</c:v>
                </c:pt>
                <c:pt idx="1736">
                  <c:v>3.1546799999999986</c:v>
                </c:pt>
                <c:pt idx="1737">
                  <c:v>3.1559219999999999</c:v>
                </c:pt>
                <c:pt idx="1738">
                  <c:v>3.1571639999999999</c:v>
                </c:pt>
                <c:pt idx="1739">
                  <c:v>3.159027</c:v>
                </c:pt>
                <c:pt idx="1740">
                  <c:v>3.1602690000000004</c:v>
                </c:pt>
                <c:pt idx="1741">
                  <c:v>3.1615110000000013</c:v>
                </c:pt>
                <c:pt idx="1742">
                  <c:v>3.1639950000000012</c:v>
                </c:pt>
                <c:pt idx="1743">
                  <c:v>3.1652370000000012</c:v>
                </c:pt>
                <c:pt idx="1744">
                  <c:v>3.1664790000000003</c:v>
                </c:pt>
                <c:pt idx="1745">
                  <c:v>3.1677210000000016</c:v>
                </c:pt>
                <c:pt idx="1746">
                  <c:v>3.1689629999999998</c:v>
                </c:pt>
                <c:pt idx="1747">
                  <c:v>3.1708259999999986</c:v>
                </c:pt>
                <c:pt idx="1748">
                  <c:v>3.1720679999999986</c:v>
                </c:pt>
                <c:pt idx="1749">
                  <c:v>3.1733100000000012</c:v>
                </c:pt>
                <c:pt idx="1750">
                  <c:v>3.1757939999999998</c:v>
                </c:pt>
                <c:pt idx="1751">
                  <c:v>3.1770359999999997</c:v>
                </c:pt>
                <c:pt idx="1752">
                  <c:v>3.1782779999999997</c:v>
                </c:pt>
                <c:pt idx="1753">
                  <c:v>3.1795200000000001</c:v>
                </c:pt>
                <c:pt idx="1754">
                  <c:v>3.1807620000000001</c:v>
                </c:pt>
                <c:pt idx="1755">
                  <c:v>3.1838669999999998</c:v>
                </c:pt>
                <c:pt idx="1756">
                  <c:v>3.1851089999999997</c:v>
                </c:pt>
                <c:pt idx="1757">
                  <c:v>3.1863510000000002</c:v>
                </c:pt>
                <c:pt idx="1758">
                  <c:v>3.1875930000000015</c:v>
                </c:pt>
                <c:pt idx="1759">
                  <c:v>3.1888349999999996</c:v>
                </c:pt>
                <c:pt idx="1760">
                  <c:v>3.1900769999999987</c:v>
                </c:pt>
                <c:pt idx="1761">
                  <c:v>3.192561</c:v>
                </c:pt>
                <c:pt idx="1762">
                  <c:v>3.1938029999999986</c:v>
                </c:pt>
                <c:pt idx="1763">
                  <c:v>3.1956659999999983</c:v>
                </c:pt>
                <c:pt idx="1764">
                  <c:v>3.1969079999999988</c:v>
                </c:pt>
                <c:pt idx="1765">
                  <c:v>3.19815</c:v>
                </c:pt>
                <c:pt idx="1766">
                  <c:v>3.2006340000000013</c:v>
                </c:pt>
                <c:pt idx="1767">
                  <c:v>3.2018759999999986</c:v>
                </c:pt>
                <c:pt idx="1768">
                  <c:v>3.2031180000000012</c:v>
                </c:pt>
                <c:pt idx="1769">
                  <c:v>3.2043599999999999</c:v>
                </c:pt>
                <c:pt idx="1770">
                  <c:v>3.2056019999999998</c:v>
                </c:pt>
                <c:pt idx="1771">
                  <c:v>3.2087070000000013</c:v>
                </c:pt>
                <c:pt idx="1772">
                  <c:v>3.2099489999999986</c:v>
                </c:pt>
                <c:pt idx="1773">
                  <c:v>3.2111910000000012</c:v>
                </c:pt>
                <c:pt idx="1774">
                  <c:v>3.2124329999999985</c:v>
                </c:pt>
                <c:pt idx="1775">
                  <c:v>3.2149169999999998</c:v>
                </c:pt>
                <c:pt idx="1776">
                  <c:v>3.2161589999999989</c:v>
                </c:pt>
                <c:pt idx="1777">
                  <c:v>3.2174010000000002</c:v>
                </c:pt>
                <c:pt idx="1778">
                  <c:v>3.2186429999999984</c:v>
                </c:pt>
                <c:pt idx="1779">
                  <c:v>3.2205059999999999</c:v>
                </c:pt>
                <c:pt idx="1780">
                  <c:v>3.2229900000000002</c:v>
                </c:pt>
                <c:pt idx="1781">
                  <c:v>3.2242320000000002</c:v>
                </c:pt>
                <c:pt idx="1782">
                  <c:v>3.2254739999999997</c:v>
                </c:pt>
                <c:pt idx="1783">
                  <c:v>3.2267159999999997</c:v>
                </c:pt>
                <c:pt idx="1784">
                  <c:v>3.2279580000000001</c:v>
                </c:pt>
                <c:pt idx="1785">
                  <c:v>3.2304419999999987</c:v>
                </c:pt>
                <c:pt idx="1786">
                  <c:v>3.2323049999999998</c:v>
                </c:pt>
                <c:pt idx="1787">
                  <c:v>3.2335469999999997</c:v>
                </c:pt>
                <c:pt idx="1788">
                  <c:v>3.2347889999999997</c:v>
                </c:pt>
                <c:pt idx="1789">
                  <c:v>3.2360310000000001</c:v>
                </c:pt>
                <c:pt idx="1790">
                  <c:v>3.2372730000000001</c:v>
                </c:pt>
                <c:pt idx="1791">
                  <c:v>3.238515</c:v>
                </c:pt>
                <c:pt idx="1792">
                  <c:v>3.2409990000000013</c:v>
                </c:pt>
                <c:pt idx="1793">
                  <c:v>3.2422409999999986</c:v>
                </c:pt>
                <c:pt idx="1794">
                  <c:v>3.2441040000000014</c:v>
                </c:pt>
                <c:pt idx="1795">
                  <c:v>3.2453460000000001</c:v>
                </c:pt>
                <c:pt idx="1796">
                  <c:v>3.246588</c:v>
                </c:pt>
                <c:pt idx="1797">
                  <c:v>3.2478300000000018</c:v>
                </c:pt>
                <c:pt idx="1798">
                  <c:v>3.2503139999999999</c:v>
                </c:pt>
                <c:pt idx="1799">
                  <c:v>3.2515559999999986</c:v>
                </c:pt>
                <c:pt idx="1800">
                  <c:v>3.2527980000000003</c:v>
                </c:pt>
                <c:pt idx="1801">
                  <c:v>3.2540400000000003</c:v>
                </c:pt>
                <c:pt idx="1802">
                  <c:v>3.255903</c:v>
                </c:pt>
                <c:pt idx="1803">
                  <c:v>3.257145</c:v>
                </c:pt>
                <c:pt idx="1804">
                  <c:v>3.2596289999999986</c:v>
                </c:pt>
                <c:pt idx="1805">
                  <c:v>3.2608710000000012</c:v>
                </c:pt>
                <c:pt idx="1806">
                  <c:v>3.2621130000000012</c:v>
                </c:pt>
                <c:pt idx="1807">
                  <c:v>3.2633550000000002</c:v>
                </c:pt>
                <c:pt idx="1808">
                  <c:v>3.2645970000000011</c:v>
                </c:pt>
                <c:pt idx="1809">
                  <c:v>3.2658390000000002</c:v>
                </c:pt>
                <c:pt idx="1810">
                  <c:v>3.2670810000000015</c:v>
                </c:pt>
                <c:pt idx="1811">
                  <c:v>3.2689440000000012</c:v>
                </c:pt>
                <c:pt idx="1812">
                  <c:v>3.2714279999999998</c:v>
                </c:pt>
                <c:pt idx="1813">
                  <c:v>3.2726699999999984</c:v>
                </c:pt>
                <c:pt idx="1814">
                  <c:v>3.2739120000000002</c:v>
                </c:pt>
                <c:pt idx="1815">
                  <c:v>3.2751540000000001</c:v>
                </c:pt>
                <c:pt idx="1816">
                  <c:v>3.2763959999999988</c:v>
                </c:pt>
                <c:pt idx="1817">
                  <c:v>3.27888</c:v>
                </c:pt>
                <c:pt idx="1818">
                  <c:v>3.2807430000000002</c:v>
                </c:pt>
                <c:pt idx="1819">
                  <c:v>3.2819850000000002</c:v>
                </c:pt>
                <c:pt idx="1820">
                  <c:v>3.2832270000000014</c:v>
                </c:pt>
                <c:pt idx="1821">
                  <c:v>3.2844689999999988</c:v>
                </c:pt>
                <c:pt idx="1822">
                  <c:v>3.286953</c:v>
                </c:pt>
                <c:pt idx="1823">
                  <c:v>3.2881950000000013</c:v>
                </c:pt>
                <c:pt idx="1824">
                  <c:v>3.2894369999999999</c:v>
                </c:pt>
                <c:pt idx="1825">
                  <c:v>3.2906790000000004</c:v>
                </c:pt>
                <c:pt idx="1826">
                  <c:v>3.2925419999999987</c:v>
                </c:pt>
                <c:pt idx="1827">
                  <c:v>3.295026</c:v>
                </c:pt>
                <c:pt idx="1828">
                  <c:v>3.2962679999999986</c:v>
                </c:pt>
                <c:pt idx="1829">
                  <c:v>3.2975099999999999</c:v>
                </c:pt>
                <c:pt idx="1830">
                  <c:v>3.2987520000000004</c:v>
                </c:pt>
                <c:pt idx="1831">
                  <c:v>3.2999939999999999</c:v>
                </c:pt>
                <c:pt idx="1832">
                  <c:v>3.3024779999999985</c:v>
                </c:pt>
                <c:pt idx="1833">
                  <c:v>3.304341</c:v>
                </c:pt>
                <c:pt idx="1834">
                  <c:v>3.3055830000000004</c:v>
                </c:pt>
                <c:pt idx="1835">
                  <c:v>3.3068249999999986</c:v>
                </c:pt>
                <c:pt idx="1836">
                  <c:v>3.3080669999999985</c:v>
                </c:pt>
                <c:pt idx="1837">
                  <c:v>3.3093089999999985</c:v>
                </c:pt>
                <c:pt idx="1838">
                  <c:v>3.3117929999999989</c:v>
                </c:pt>
                <c:pt idx="1839">
                  <c:v>3.3130349999999997</c:v>
                </c:pt>
                <c:pt idx="1840">
                  <c:v>3.3142769999999984</c:v>
                </c:pt>
                <c:pt idx="1841">
                  <c:v>3.3155189999999983</c:v>
                </c:pt>
                <c:pt idx="1842">
                  <c:v>3.3186239999999989</c:v>
                </c:pt>
                <c:pt idx="1843">
                  <c:v>3.3198659999999975</c:v>
                </c:pt>
                <c:pt idx="1844">
                  <c:v>3.3211079999999997</c:v>
                </c:pt>
                <c:pt idx="1845">
                  <c:v>3.3223499999999979</c:v>
                </c:pt>
                <c:pt idx="1846">
                  <c:v>3.3235920000000001</c:v>
                </c:pt>
                <c:pt idx="1847">
                  <c:v>3.3248340000000001</c:v>
                </c:pt>
                <c:pt idx="1848">
                  <c:v>3.3273179999999996</c:v>
                </c:pt>
                <c:pt idx="1849">
                  <c:v>3.3291809999999997</c:v>
                </c:pt>
                <c:pt idx="1850">
                  <c:v>3.3304229999999984</c:v>
                </c:pt>
                <c:pt idx="1851">
                  <c:v>3.3316649999999979</c:v>
                </c:pt>
                <c:pt idx="1852">
                  <c:v>3.3329069999999983</c:v>
                </c:pt>
                <c:pt idx="1853">
                  <c:v>3.3341489999999983</c:v>
                </c:pt>
                <c:pt idx="1854">
                  <c:v>3.3366329999999977</c:v>
                </c:pt>
                <c:pt idx="1855">
                  <c:v>3.3378749999999986</c:v>
                </c:pt>
                <c:pt idx="1856">
                  <c:v>3.3391169999999986</c:v>
                </c:pt>
                <c:pt idx="1857">
                  <c:v>3.3409800000000001</c:v>
                </c:pt>
                <c:pt idx="1858">
                  <c:v>3.3422219999999987</c:v>
                </c:pt>
                <c:pt idx="1859">
                  <c:v>3.343464</c:v>
                </c:pt>
                <c:pt idx="1860">
                  <c:v>3.3459479999999986</c:v>
                </c:pt>
                <c:pt idx="1861">
                  <c:v>3.3471899999999999</c:v>
                </c:pt>
                <c:pt idx="1862">
                  <c:v>3.3484320000000003</c:v>
                </c:pt>
                <c:pt idx="1863">
                  <c:v>3.3496740000000003</c:v>
                </c:pt>
                <c:pt idx="1864">
                  <c:v>3.3509159999999985</c:v>
                </c:pt>
                <c:pt idx="1865">
                  <c:v>3.3527789999999977</c:v>
                </c:pt>
                <c:pt idx="1866">
                  <c:v>3.3552629999999972</c:v>
                </c:pt>
                <c:pt idx="1867">
                  <c:v>3.356504999999999</c:v>
                </c:pt>
                <c:pt idx="1868">
                  <c:v>3.3577469999999985</c:v>
                </c:pt>
                <c:pt idx="1869">
                  <c:v>3.3589889999999984</c:v>
                </c:pt>
                <c:pt idx="1870">
                  <c:v>3.3602309999999997</c:v>
                </c:pt>
                <c:pt idx="1871">
                  <c:v>3.3627149999999997</c:v>
                </c:pt>
                <c:pt idx="1872">
                  <c:v>3.3639570000000001</c:v>
                </c:pt>
                <c:pt idx="1873">
                  <c:v>3.3658199999999985</c:v>
                </c:pt>
                <c:pt idx="1874">
                  <c:v>3.3670619999999998</c:v>
                </c:pt>
                <c:pt idx="1875">
                  <c:v>3.3695459999999988</c:v>
                </c:pt>
                <c:pt idx="1876">
                  <c:v>3.3707879999999997</c:v>
                </c:pt>
                <c:pt idx="1877">
                  <c:v>3.3720299999999979</c:v>
                </c:pt>
                <c:pt idx="1878">
                  <c:v>3.3732719999999987</c:v>
                </c:pt>
                <c:pt idx="1879">
                  <c:v>3.374514</c:v>
                </c:pt>
                <c:pt idx="1880">
                  <c:v>3.3757559999999978</c:v>
                </c:pt>
                <c:pt idx="1881">
                  <c:v>3.3788609999999979</c:v>
                </c:pt>
                <c:pt idx="1882">
                  <c:v>3.3801029999999987</c:v>
                </c:pt>
                <c:pt idx="1883">
                  <c:v>3.3813449999999987</c:v>
                </c:pt>
                <c:pt idx="1884">
                  <c:v>3.382587</c:v>
                </c:pt>
                <c:pt idx="1885">
                  <c:v>3.383829</c:v>
                </c:pt>
                <c:pt idx="1886">
                  <c:v>3.3863130000000004</c:v>
                </c:pt>
                <c:pt idx="1887">
                  <c:v>3.3875549999999999</c:v>
                </c:pt>
                <c:pt idx="1888">
                  <c:v>3.3894179999999987</c:v>
                </c:pt>
                <c:pt idx="1889">
                  <c:v>3.3906599999999982</c:v>
                </c:pt>
                <c:pt idx="1890">
                  <c:v>3.3919019999999986</c:v>
                </c:pt>
                <c:pt idx="1891">
                  <c:v>3.3931440000000004</c:v>
                </c:pt>
                <c:pt idx="1892">
                  <c:v>3.3956279999999985</c:v>
                </c:pt>
                <c:pt idx="1893">
                  <c:v>3.3968699999999972</c:v>
                </c:pt>
                <c:pt idx="1894">
                  <c:v>3.3981119999999998</c:v>
                </c:pt>
                <c:pt idx="1895">
                  <c:v>3.3993539999999989</c:v>
                </c:pt>
                <c:pt idx="1896">
                  <c:v>3.4005960000000002</c:v>
                </c:pt>
                <c:pt idx="1897">
                  <c:v>3.4037009999999999</c:v>
                </c:pt>
                <c:pt idx="1898">
                  <c:v>3.4049429999999985</c:v>
                </c:pt>
                <c:pt idx="1899">
                  <c:v>3.4061849999999998</c:v>
                </c:pt>
                <c:pt idx="1900">
                  <c:v>3.4074270000000002</c:v>
                </c:pt>
                <c:pt idx="1901">
                  <c:v>3.4086689999999984</c:v>
                </c:pt>
                <c:pt idx="1902">
                  <c:v>3.4111529999999983</c:v>
                </c:pt>
                <c:pt idx="1903">
                  <c:v>3.4123949999999987</c:v>
                </c:pt>
                <c:pt idx="1904">
                  <c:v>3.4142579999999985</c:v>
                </c:pt>
                <c:pt idx="1905">
                  <c:v>3.4154999999999984</c:v>
                </c:pt>
                <c:pt idx="1906">
                  <c:v>3.4167419999999984</c:v>
                </c:pt>
                <c:pt idx="1907">
                  <c:v>3.4192259999999983</c:v>
                </c:pt>
                <c:pt idx="1908">
                  <c:v>3.4204679999999987</c:v>
                </c:pt>
                <c:pt idx="1909">
                  <c:v>3.42171</c:v>
                </c:pt>
                <c:pt idx="1910">
                  <c:v>3.4229519999999987</c:v>
                </c:pt>
                <c:pt idx="1911">
                  <c:v>3.4241940000000013</c:v>
                </c:pt>
                <c:pt idx="1912">
                  <c:v>3.4272990000000001</c:v>
                </c:pt>
                <c:pt idx="1913">
                  <c:v>3.4285410000000001</c:v>
                </c:pt>
                <c:pt idx="1914">
                  <c:v>3.4297829999999987</c:v>
                </c:pt>
                <c:pt idx="1915">
                  <c:v>3.4310249999999987</c:v>
                </c:pt>
                <c:pt idx="1916">
                  <c:v>3.4322669999999977</c:v>
                </c:pt>
                <c:pt idx="1917">
                  <c:v>3.4335089999999986</c:v>
                </c:pt>
                <c:pt idx="1918">
                  <c:v>3.4347509999999986</c:v>
                </c:pt>
                <c:pt idx="1919">
                  <c:v>3.4359930000000003</c:v>
                </c:pt>
                <c:pt idx="1920">
                  <c:v>3.4378559999999974</c:v>
                </c:pt>
                <c:pt idx="1921">
                  <c:v>3.4390979999999987</c:v>
                </c:pt>
                <c:pt idx="1922">
                  <c:v>3.44034</c:v>
                </c:pt>
                <c:pt idx="1923">
                  <c:v>3.4428239999999986</c:v>
                </c:pt>
                <c:pt idx="1924">
                  <c:v>3.4440660000000003</c:v>
                </c:pt>
                <c:pt idx="1925">
                  <c:v>3.4453079999999998</c:v>
                </c:pt>
                <c:pt idx="1926">
                  <c:v>3.4465499999999984</c:v>
                </c:pt>
                <c:pt idx="1927">
                  <c:v>3.4490340000000002</c:v>
                </c:pt>
                <c:pt idx="1928">
                  <c:v>3.4508970000000003</c:v>
                </c:pt>
                <c:pt idx="1929">
                  <c:v>3.4521390000000003</c:v>
                </c:pt>
                <c:pt idx="1930">
                  <c:v>3.4533809999999998</c:v>
                </c:pt>
                <c:pt idx="1931">
                  <c:v>3.4558649999999984</c:v>
                </c:pt>
                <c:pt idx="1932">
                  <c:v>3.4571070000000002</c:v>
                </c:pt>
                <c:pt idx="1933">
                  <c:v>3.4583489999999983</c:v>
                </c:pt>
                <c:pt idx="1934">
                  <c:v>3.4595909999999988</c:v>
                </c:pt>
                <c:pt idx="1935">
                  <c:v>3.4626959999999984</c:v>
                </c:pt>
                <c:pt idx="1936">
                  <c:v>3.4639380000000002</c:v>
                </c:pt>
                <c:pt idx="1937">
                  <c:v>3.4651800000000001</c:v>
                </c:pt>
                <c:pt idx="1938">
                  <c:v>3.4664219999999997</c:v>
                </c:pt>
                <c:pt idx="1939">
                  <c:v>3.4676639999999987</c:v>
                </c:pt>
                <c:pt idx="1940">
                  <c:v>3.468906</c:v>
                </c:pt>
                <c:pt idx="1941">
                  <c:v>3.47139</c:v>
                </c:pt>
                <c:pt idx="1942">
                  <c:v>3.4726319999999986</c:v>
                </c:pt>
                <c:pt idx="1943">
                  <c:v>3.4744949999999997</c:v>
                </c:pt>
                <c:pt idx="1944">
                  <c:v>3.4757370000000001</c:v>
                </c:pt>
                <c:pt idx="1945">
                  <c:v>3.4769789999999983</c:v>
                </c:pt>
                <c:pt idx="1946">
                  <c:v>3.478221</c:v>
                </c:pt>
                <c:pt idx="1947">
                  <c:v>3.4794629999999978</c:v>
                </c:pt>
                <c:pt idx="1948">
                  <c:v>3.4807050000000004</c:v>
                </c:pt>
                <c:pt idx="1949">
                  <c:v>3.4819469999999986</c:v>
                </c:pt>
                <c:pt idx="1950">
                  <c:v>3.4831889999999999</c:v>
                </c:pt>
                <c:pt idx="1951">
                  <c:v>3.4844309999999998</c:v>
                </c:pt>
                <c:pt idx="1952">
                  <c:v>3.486294</c:v>
                </c:pt>
                <c:pt idx="1953">
                  <c:v>3.4887780000000004</c:v>
                </c:pt>
                <c:pt idx="1954">
                  <c:v>3.4900199999999986</c:v>
                </c:pt>
                <c:pt idx="1955">
                  <c:v>3.4912619999999985</c:v>
                </c:pt>
                <c:pt idx="1956">
                  <c:v>3.4925039999999985</c:v>
                </c:pt>
                <c:pt idx="1957">
                  <c:v>3.4937459999999989</c:v>
                </c:pt>
                <c:pt idx="1958">
                  <c:v>3.4949879999999998</c:v>
                </c:pt>
                <c:pt idx="1959">
                  <c:v>3.4962299999999984</c:v>
                </c:pt>
                <c:pt idx="1960">
                  <c:v>3.4974719999999997</c:v>
                </c:pt>
                <c:pt idx="1961">
                  <c:v>3.4993349999999999</c:v>
                </c:pt>
                <c:pt idx="1962">
                  <c:v>3.5005769999999998</c:v>
                </c:pt>
                <c:pt idx="1963">
                  <c:v>3.5030610000000002</c:v>
                </c:pt>
                <c:pt idx="1964">
                  <c:v>3.5043029999999997</c:v>
                </c:pt>
                <c:pt idx="1965">
                  <c:v>3.5055449999999997</c:v>
                </c:pt>
                <c:pt idx="1966">
                  <c:v>3.5067870000000001</c:v>
                </c:pt>
                <c:pt idx="1967">
                  <c:v>3.5080290000000001</c:v>
                </c:pt>
                <c:pt idx="1968">
                  <c:v>3.509271</c:v>
                </c:pt>
                <c:pt idx="1969">
                  <c:v>3.5111339999999998</c:v>
                </c:pt>
                <c:pt idx="1970">
                  <c:v>3.5123759999999984</c:v>
                </c:pt>
                <c:pt idx="1971">
                  <c:v>3.5148599999999983</c:v>
                </c:pt>
                <c:pt idx="1972">
                  <c:v>3.5161019999999987</c:v>
                </c:pt>
                <c:pt idx="1973">
                  <c:v>3.518586</c:v>
                </c:pt>
                <c:pt idx="1974">
                  <c:v>3.5198279999999986</c:v>
                </c:pt>
                <c:pt idx="1975">
                  <c:v>3.5229330000000001</c:v>
                </c:pt>
                <c:pt idx="1976">
                  <c:v>3.5241750000000001</c:v>
                </c:pt>
                <c:pt idx="1977">
                  <c:v>3.5254169999999987</c:v>
                </c:pt>
                <c:pt idx="1978">
                  <c:v>3.5279010000000013</c:v>
                </c:pt>
                <c:pt idx="1979">
                  <c:v>3.5291429999999986</c:v>
                </c:pt>
                <c:pt idx="1980">
                  <c:v>3.5303849999999999</c:v>
                </c:pt>
                <c:pt idx="1981">
                  <c:v>3.5316270000000003</c:v>
                </c:pt>
                <c:pt idx="1982">
                  <c:v>3.534732</c:v>
                </c:pt>
                <c:pt idx="1983">
                  <c:v>3.535974</c:v>
                </c:pt>
                <c:pt idx="1984">
                  <c:v>3.5372159999999986</c:v>
                </c:pt>
                <c:pt idx="1985">
                  <c:v>3.538457999999999</c:v>
                </c:pt>
                <c:pt idx="1986">
                  <c:v>3.5397000000000003</c:v>
                </c:pt>
                <c:pt idx="1987">
                  <c:v>3.5421839999999998</c:v>
                </c:pt>
                <c:pt idx="1988">
                  <c:v>3.5434260000000002</c:v>
                </c:pt>
                <c:pt idx="1989">
                  <c:v>3.5446679999999997</c:v>
                </c:pt>
                <c:pt idx="1990">
                  <c:v>3.5477729999999998</c:v>
                </c:pt>
                <c:pt idx="1991">
                  <c:v>3.5490149999999998</c:v>
                </c:pt>
                <c:pt idx="1992">
                  <c:v>3.5502569999999984</c:v>
                </c:pt>
                <c:pt idx="1993">
                  <c:v>3.5514989999999989</c:v>
                </c:pt>
                <c:pt idx="1994">
                  <c:v>3.5539830000000001</c:v>
                </c:pt>
                <c:pt idx="1995">
                  <c:v>3.5552249999999987</c:v>
                </c:pt>
                <c:pt idx="1996">
                  <c:v>3.5564669999999983</c:v>
                </c:pt>
                <c:pt idx="1997">
                  <c:v>3.557709</c:v>
                </c:pt>
                <c:pt idx="1998">
                  <c:v>3.5608140000000001</c:v>
                </c:pt>
                <c:pt idx="1999">
                  <c:v>3.5620559999999979</c:v>
                </c:pt>
                <c:pt idx="2000">
                  <c:v>3.5632980000000001</c:v>
                </c:pt>
                <c:pt idx="2001">
                  <c:v>3.56454</c:v>
                </c:pt>
                <c:pt idx="2002">
                  <c:v>3.5670240000000013</c:v>
                </c:pt>
                <c:pt idx="2003">
                  <c:v>3.5682660000000004</c:v>
                </c:pt>
                <c:pt idx="2004">
                  <c:v>3.5695079999999999</c:v>
                </c:pt>
                <c:pt idx="2005">
                  <c:v>3.5713710000000001</c:v>
                </c:pt>
                <c:pt idx="2006">
                  <c:v>3.5738549999999987</c:v>
                </c:pt>
                <c:pt idx="2007">
                  <c:v>3.575097</c:v>
                </c:pt>
                <c:pt idx="2008">
                  <c:v>3.5763390000000004</c:v>
                </c:pt>
                <c:pt idx="2009">
                  <c:v>3.5788229999999985</c:v>
                </c:pt>
                <c:pt idx="2010">
                  <c:v>3.5800649999999998</c:v>
                </c:pt>
                <c:pt idx="2011">
                  <c:v>3.5813070000000002</c:v>
                </c:pt>
                <c:pt idx="2012">
                  <c:v>3.5844119999999999</c:v>
                </c:pt>
                <c:pt idx="2013">
                  <c:v>3.5856539999999986</c:v>
                </c:pt>
                <c:pt idx="2014">
                  <c:v>3.5868959999999985</c:v>
                </c:pt>
                <c:pt idx="2015">
                  <c:v>3.5881380000000012</c:v>
                </c:pt>
                <c:pt idx="2016">
                  <c:v>3.5906219999999998</c:v>
                </c:pt>
                <c:pt idx="2017">
                  <c:v>3.5918639999999984</c:v>
                </c:pt>
                <c:pt idx="2018">
                  <c:v>3.5931059999999997</c:v>
                </c:pt>
                <c:pt idx="2019">
                  <c:v>3.5962110000000003</c:v>
                </c:pt>
                <c:pt idx="2020">
                  <c:v>3.5974529999999989</c:v>
                </c:pt>
                <c:pt idx="2021">
                  <c:v>3.5986949999999998</c:v>
                </c:pt>
                <c:pt idx="2022">
                  <c:v>3.5999369999999997</c:v>
                </c:pt>
                <c:pt idx="2023">
                  <c:v>3.6024210000000001</c:v>
                </c:pt>
                <c:pt idx="2024">
                  <c:v>3.6036630000000001</c:v>
                </c:pt>
                <c:pt idx="2025">
                  <c:v>3.6049049999999996</c:v>
                </c:pt>
                <c:pt idx="2026">
                  <c:v>3.6061470000000004</c:v>
                </c:pt>
                <c:pt idx="2027">
                  <c:v>3.6092519999999997</c:v>
                </c:pt>
                <c:pt idx="2028">
                  <c:v>3.6104940000000001</c:v>
                </c:pt>
                <c:pt idx="2029">
                  <c:v>3.6117360000000001</c:v>
                </c:pt>
                <c:pt idx="2030">
                  <c:v>3.61422</c:v>
                </c:pt>
                <c:pt idx="2031">
                  <c:v>3.6154619999999986</c:v>
                </c:pt>
                <c:pt idx="2032">
                  <c:v>3.6167039999999986</c:v>
                </c:pt>
                <c:pt idx="2033">
                  <c:v>3.6198089999999978</c:v>
                </c:pt>
                <c:pt idx="2034">
                  <c:v>3.621051</c:v>
                </c:pt>
                <c:pt idx="2035">
                  <c:v>3.622293</c:v>
                </c:pt>
                <c:pt idx="2036">
                  <c:v>3.6247769999999999</c:v>
                </c:pt>
                <c:pt idx="2037">
                  <c:v>3.6260190000000003</c:v>
                </c:pt>
                <c:pt idx="2038">
                  <c:v>3.6272610000000012</c:v>
                </c:pt>
                <c:pt idx="2039">
                  <c:v>3.6297449999999998</c:v>
                </c:pt>
                <c:pt idx="2040">
                  <c:v>3.6309870000000002</c:v>
                </c:pt>
                <c:pt idx="2041">
                  <c:v>3.6328499999999972</c:v>
                </c:pt>
                <c:pt idx="2042">
                  <c:v>3.6353339999999998</c:v>
                </c:pt>
                <c:pt idx="2043">
                  <c:v>3.6365759999999985</c:v>
                </c:pt>
                <c:pt idx="2044">
                  <c:v>3.6378179999999998</c:v>
                </c:pt>
                <c:pt idx="2045">
                  <c:v>3.6403020000000001</c:v>
                </c:pt>
                <c:pt idx="2046">
                  <c:v>3.6415440000000001</c:v>
                </c:pt>
                <c:pt idx="2047">
                  <c:v>3.6427859999999987</c:v>
                </c:pt>
                <c:pt idx="2048">
                  <c:v>3.6458910000000002</c:v>
                </c:pt>
                <c:pt idx="2049">
                  <c:v>3.6471330000000015</c:v>
                </c:pt>
                <c:pt idx="2050">
                  <c:v>3.6496169999999997</c:v>
                </c:pt>
                <c:pt idx="2051">
                  <c:v>3.6508589999999979</c:v>
                </c:pt>
                <c:pt idx="2052">
                  <c:v>3.652101</c:v>
                </c:pt>
                <c:pt idx="2053">
                  <c:v>3.654585</c:v>
                </c:pt>
                <c:pt idx="2054">
                  <c:v>3.6564479999999984</c:v>
                </c:pt>
                <c:pt idx="2055">
                  <c:v>3.6576899999999997</c:v>
                </c:pt>
                <c:pt idx="2056">
                  <c:v>3.6589320000000001</c:v>
                </c:pt>
                <c:pt idx="2057">
                  <c:v>3.661416</c:v>
                </c:pt>
                <c:pt idx="2058">
                  <c:v>3.6626579999999986</c:v>
                </c:pt>
                <c:pt idx="2059">
                  <c:v>3.6639000000000017</c:v>
                </c:pt>
                <c:pt idx="2060">
                  <c:v>3.6651419999999999</c:v>
                </c:pt>
                <c:pt idx="2061">
                  <c:v>3.668247</c:v>
                </c:pt>
                <c:pt idx="2062">
                  <c:v>3.669489</c:v>
                </c:pt>
                <c:pt idx="2063">
                  <c:v>3.6707309999999995</c:v>
                </c:pt>
                <c:pt idx="2064">
                  <c:v>3.6719729999999986</c:v>
                </c:pt>
                <c:pt idx="2065">
                  <c:v>3.6744569999999985</c:v>
                </c:pt>
                <c:pt idx="2066">
                  <c:v>3.6756989999999985</c:v>
                </c:pt>
                <c:pt idx="2067">
                  <c:v>3.6769409999999989</c:v>
                </c:pt>
                <c:pt idx="2068">
                  <c:v>3.6794249999999997</c:v>
                </c:pt>
                <c:pt idx="2069">
                  <c:v>3.6812879999999999</c:v>
                </c:pt>
                <c:pt idx="2070">
                  <c:v>3.6825299999999999</c:v>
                </c:pt>
                <c:pt idx="2071">
                  <c:v>3.6837720000000012</c:v>
                </c:pt>
                <c:pt idx="2072">
                  <c:v>3.6862559999999984</c:v>
                </c:pt>
                <c:pt idx="2073">
                  <c:v>3.6874980000000002</c:v>
                </c:pt>
                <c:pt idx="2074">
                  <c:v>3.6887400000000001</c:v>
                </c:pt>
                <c:pt idx="2075">
                  <c:v>3.6899820000000001</c:v>
                </c:pt>
                <c:pt idx="2076">
                  <c:v>3.6930870000000002</c:v>
                </c:pt>
                <c:pt idx="2077">
                  <c:v>3.6943289999999998</c:v>
                </c:pt>
                <c:pt idx="2078">
                  <c:v>3.6955709999999997</c:v>
                </c:pt>
                <c:pt idx="2079">
                  <c:v>3.6968129999999984</c:v>
                </c:pt>
                <c:pt idx="2080">
                  <c:v>3.6992970000000001</c:v>
                </c:pt>
                <c:pt idx="2081">
                  <c:v>3.7005389999999996</c:v>
                </c:pt>
                <c:pt idx="2082">
                  <c:v>3.7017810000000013</c:v>
                </c:pt>
                <c:pt idx="2083">
                  <c:v>3.7030230000000013</c:v>
                </c:pt>
                <c:pt idx="2084">
                  <c:v>3.7048860000000001</c:v>
                </c:pt>
                <c:pt idx="2085">
                  <c:v>3.7061280000000001</c:v>
                </c:pt>
                <c:pt idx="2086">
                  <c:v>3.7073699999999996</c:v>
                </c:pt>
                <c:pt idx="2087">
                  <c:v>3.709854</c:v>
                </c:pt>
                <c:pt idx="2088">
                  <c:v>3.711096</c:v>
                </c:pt>
                <c:pt idx="2089">
                  <c:v>3.7123379999999999</c:v>
                </c:pt>
                <c:pt idx="2090">
                  <c:v>3.7135800000000012</c:v>
                </c:pt>
                <c:pt idx="2091">
                  <c:v>3.7148220000000003</c:v>
                </c:pt>
                <c:pt idx="2092">
                  <c:v>3.7166849999999987</c:v>
                </c:pt>
                <c:pt idx="2093">
                  <c:v>3.7179270000000013</c:v>
                </c:pt>
                <c:pt idx="2094">
                  <c:v>3.7204109999999999</c:v>
                </c:pt>
                <c:pt idx="2095">
                  <c:v>3.7216530000000003</c:v>
                </c:pt>
                <c:pt idx="2096">
                  <c:v>3.7228949999999998</c:v>
                </c:pt>
                <c:pt idx="2097">
                  <c:v>3.7241370000000016</c:v>
                </c:pt>
                <c:pt idx="2098">
                  <c:v>3.7253789999999998</c:v>
                </c:pt>
                <c:pt idx="2099">
                  <c:v>3.7266210000000002</c:v>
                </c:pt>
                <c:pt idx="2100">
                  <c:v>3.7297260000000012</c:v>
                </c:pt>
                <c:pt idx="2101">
                  <c:v>3.7309679999999998</c:v>
                </c:pt>
                <c:pt idx="2102">
                  <c:v>3.7322099999999985</c:v>
                </c:pt>
                <c:pt idx="2103">
                  <c:v>3.7334519999999998</c:v>
                </c:pt>
                <c:pt idx="2104">
                  <c:v>3.7359360000000001</c:v>
                </c:pt>
                <c:pt idx="2105">
                  <c:v>3.7371780000000001</c:v>
                </c:pt>
                <c:pt idx="2106">
                  <c:v>3.7384199999999987</c:v>
                </c:pt>
                <c:pt idx="2107">
                  <c:v>3.7396619999999987</c:v>
                </c:pt>
                <c:pt idx="2108">
                  <c:v>3.7427670000000002</c:v>
                </c:pt>
                <c:pt idx="2109">
                  <c:v>3.7440090000000001</c:v>
                </c:pt>
                <c:pt idx="2110">
                  <c:v>3.7452509999999997</c:v>
                </c:pt>
                <c:pt idx="2111">
                  <c:v>3.7464930000000001</c:v>
                </c:pt>
                <c:pt idx="2112">
                  <c:v>3.7489770000000013</c:v>
                </c:pt>
                <c:pt idx="2113">
                  <c:v>3.750219</c:v>
                </c:pt>
                <c:pt idx="2114">
                  <c:v>3.7514610000000004</c:v>
                </c:pt>
                <c:pt idx="2115">
                  <c:v>3.7545660000000001</c:v>
                </c:pt>
                <c:pt idx="2116">
                  <c:v>3.7558079999999987</c:v>
                </c:pt>
                <c:pt idx="2117">
                  <c:v>3.75705</c:v>
                </c:pt>
                <c:pt idx="2118">
                  <c:v>3.7595339999999999</c:v>
                </c:pt>
                <c:pt idx="2119">
                  <c:v>3.7607759999999999</c:v>
                </c:pt>
                <c:pt idx="2120">
                  <c:v>3.7620179999999999</c:v>
                </c:pt>
                <c:pt idx="2121">
                  <c:v>3.7645020000000002</c:v>
                </c:pt>
                <c:pt idx="2122">
                  <c:v>3.7663650000000004</c:v>
                </c:pt>
                <c:pt idx="2123">
                  <c:v>3.7676069999999999</c:v>
                </c:pt>
                <c:pt idx="2124">
                  <c:v>3.7688489999999986</c:v>
                </c:pt>
                <c:pt idx="2125">
                  <c:v>3.7713330000000012</c:v>
                </c:pt>
                <c:pt idx="2126">
                  <c:v>3.7725749999999998</c:v>
                </c:pt>
                <c:pt idx="2127">
                  <c:v>3.7738169999999998</c:v>
                </c:pt>
                <c:pt idx="2128">
                  <c:v>3.7763010000000001</c:v>
                </c:pt>
                <c:pt idx="2129">
                  <c:v>3.7781639999999999</c:v>
                </c:pt>
                <c:pt idx="2130">
                  <c:v>3.7794060000000003</c:v>
                </c:pt>
                <c:pt idx="2131">
                  <c:v>3.7818899999999998</c:v>
                </c:pt>
                <c:pt idx="2132">
                  <c:v>3.7831320000000015</c:v>
                </c:pt>
                <c:pt idx="2133">
                  <c:v>3.7856160000000001</c:v>
                </c:pt>
                <c:pt idx="2134">
                  <c:v>3.7868579999999987</c:v>
                </c:pt>
                <c:pt idx="2135">
                  <c:v>3.7880999999999996</c:v>
                </c:pt>
                <c:pt idx="2136">
                  <c:v>3.7912049999999997</c:v>
                </c:pt>
                <c:pt idx="2137">
                  <c:v>3.7924469999999983</c:v>
                </c:pt>
                <c:pt idx="2138">
                  <c:v>3.7936890000000001</c:v>
                </c:pt>
                <c:pt idx="2139">
                  <c:v>3.7961730000000005</c:v>
                </c:pt>
                <c:pt idx="2140">
                  <c:v>3.797415</c:v>
                </c:pt>
                <c:pt idx="2141">
                  <c:v>3.7998989999999986</c:v>
                </c:pt>
                <c:pt idx="2142">
                  <c:v>3.8017619999999988</c:v>
                </c:pt>
                <c:pt idx="2143">
                  <c:v>3.8030039999999987</c:v>
                </c:pt>
                <c:pt idx="2144">
                  <c:v>3.8054879999999986</c:v>
                </c:pt>
                <c:pt idx="2145">
                  <c:v>3.8067299999999986</c:v>
                </c:pt>
                <c:pt idx="2146">
                  <c:v>3.8079719999999999</c:v>
                </c:pt>
                <c:pt idx="2147">
                  <c:v>3.8104559999999972</c:v>
                </c:pt>
                <c:pt idx="2148">
                  <c:v>3.8116979999999985</c:v>
                </c:pt>
                <c:pt idx="2149">
                  <c:v>3.8129399999999984</c:v>
                </c:pt>
                <c:pt idx="2150">
                  <c:v>3.8160449999999972</c:v>
                </c:pt>
                <c:pt idx="2151">
                  <c:v>3.8172870000000003</c:v>
                </c:pt>
                <c:pt idx="2152">
                  <c:v>3.8185289999999985</c:v>
                </c:pt>
                <c:pt idx="2153">
                  <c:v>3.8210129999999984</c:v>
                </c:pt>
                <c:pt idx="2154">
                  <c:v>3.8222549999999984</c:v>
                </c:pt>
                <c:pt idx="2155">
                  <c:v>3.8234970000000001</c:v>
                </c:pt>
                <c:pt idx="2156">
                  <c:v>3.8266019999999985</c:v>
                </c:pt>
                <c:pt idx="2157">
                  <c:v>3.8278439999999985</c:v>
                </c:pt>
                <c:pt idx="2158">
                  <c:v>3.8290859999999989</c:v>
                </c:pt>
                <c:pt idx="2159">
                  <c:v>3.8303279999999997</c:v>
                </c:pt>
                <c:pt idx="2160">
                  <c:v>3.8328119999999979</c:v>
                </c:pt>
                <c:pt idx="2161">
                  <c:v>3.8340539999999983</c:v>
                </c:pt>
                <c:pt idx="2162">
                  <c:v>3.8352959999999983</c:v>
                </c:pt>
                <c:pt idx="2163">
                  <c:v>3.8384009999999988</c:v>
                </c:pt>
                <c:pt idx="2164">
                  <c:v>3.839642999999997</c:v>
                </c:pt>
                <c:pt idx="2165">
                  <c:v>3.8408849999999997</c:v>
                </c:pt>
                <c:pt idx="2166">
                  <c:v>3.843369</c:v>
                </c:pt>
                <c:pt idx="2167">
                  <c:v>3.844611</c:v>
                </c:pt>
                <c:pt idx="2168">
                  <c:v>3.8458529999999973</c:v>
                </c:pt>
                <c:pt idx="2169">
                  <c:v>3.8470950000000004</c:v>
                </c:pt>
                <c:pt idx="2170">
                  <c:v>3.8501999999999987</c:v>
                </c:pt>
                <c:pt idx="2171">
                  <c:v>3.8514419999999978</c:v>
                </c:pt>
                <c:pt idx="2172">
                  <c:v>3.8526839999999982</c:v>
                </c:pt>
                <c:pt idx="2173">
                  <c:v>3.8539260000000004</c:v>
                </c:pt>
                <c:pt idx="2174">
                  <c:v>3.8564099999999972</c:v>
                </c:pt>
                <c:pt idx="2175">
                  <c:v>3.8576519999999985</c:v>
                </c:pt>
                <c:pt idx="2176">
                  <c:v>3.8588940000000003</c:v>
                </c:pt>
                <c:pt idx="2177">
                  <c:v>3.8613779999999998</c:v>
                </c:pt>
                <c:pt idx="2178">
                  <c:v>3.8632409999999986</c:v>
                </c:pt>
                <c:pt idx="2179">
                  <c:v>3.8644829999999986</c:v>
                </c:pt>
                <c:pt idx="2180">
                  <c:v>3.8669670000000003</c:v>
                </c:pt>
                <c:pt idx="2181">
                  <c:v>3.8682089999999989</c:v>
                </c:pt>
                <c:pt idx="2182">
                  <c:v>3.8694509999999984</c:v>
                </c:pt>
                <c:pt idx="2183">
                  <c:v>3.8706929999999984</c:v>
                </c:pt>
                <c:pt idx="2184">
                  <c:v>3.8719349999999997</c:v>
                </c:pt>
                <c:pt idx="2185">
                  <c:v>3.8750399999999989</c:v>
                </c:pt>
                <c:pt idx="2186">
                  <c:v>3.8762819999999985</c:v>
                </c:pt>
                <c:pt idx="2187">
                  <c:v>3.8775239999999997</c:v>
                </c:pt>
                <c:pt idx="2188">
                  <c:v>3.8800079999999997</c:v>
                </c:pt>
                <c:pt idx="2189">
                  <c:v>3.8812499999999983</c:v>
                </c:pt>
                <c:pt idx="2190">
                  <c:v>3.8824919999999987</c:v>
                </c:pt>
                <c:pt idx="2191">
                  <c:v>3.8837339999999996</c:v>
                </c:pt>
                <c:pt idx="2192">
                  <c:v>3.8868389999999988</c:v>
                </c:pt>
                <c:pt idx="2193">
                  <c:v>3.8880810000000001</c:v>
                </c:pt>
                <c:pt idx="2194">
                  <c:v>3.8893230000000001</c:v>
                </c:pt>
                <c:pt idx="2195">
                  <c:v>3.8905649999999987</c:v>
                </c:pt>
                <c:pt idx="2196">
                  <c:v>3.8918069999999982</c:v>
                </c:pt>
                <c:pt idx="2197">
                  <c:v>3.8942909999999986</c:v>
                </c:pt>
                <c:pt idx="2198">
                  <c:v>3.8955329999999986</c:v>
                </c:pt>
                <c:pt idx="2199">
                  <c:v>3.896774999999999</c:v>
                </c:pt>
                <c:pt idx="2200">
                  <c:v>3.8986379999999987</c:v>
                </c:pt>
                <c:pt idx="2201">
                  <c:v>3.8998799999999982</c:v>
                </c:pt>
                <c:pt idx="2202">
                  <c:v>3.901122</c:v>
                </c:pt>
                <c:pt idx="2203">
                  <c:v>3.9036059999999986</c:v>
                </c:pt>
                <c:pt idx="2204">
                  <c:v>3.904847999999999</c:v>
                </c:pt>
                <c:pt idx="2205">
                  <c:v>3.9060899999999985</c:v>
                </c:pt>
                <c:pt idx="2206">
                  <c:v>3.9073320000000002</c:v>
                </c:pt>
                <c:pt idx="2207">
                  <c:v>3.9085739999999998</c:v>
                </c:pt>
                <c:pt idx="2208">
                  <c:v>3.9098159999999988</c:v>
                </c:pt>
                <c:pt idx="2209">
                  <c:v>3.9116789999999981</c:v>
                </c:pt>
                <c:pt idx="2210">
                  <c:v>3.9129209999999985</c:v>
                </c:pt>
                <c:pt idx="2211">
                  <c:v>3.9154049999999985</c:v>
                </c:pt>
                <c:pt idx="2212">
                  <c:v>3.9166469999999975</c:v>
                </c:pt>
                <c:pt idx="2213">
                  <c:v>3.9178889999999988</c:v>
                </c:pt>
                <c:pt idx="2214">
                  <c:v>3.9191310000000001</c:v>
                </c:pt>
                <c:pt idx="2215">
                  <c:v>3.9203729999999997</c:v>
                </c:pt>
                <c:pt idx="2216">
                  <c:v>3.9234779999999998</c:v>
                </c:pt>
                <c:pt idx="2217">
                  <c:v>3.9247200000000002</c:v>
                </c:pt>
                <c:pt idx="2218">
                  <c:v>3.9259619999999997</c:v>
                </c:pt>
                <c:pt idx="2219">
                  <c:v>3.9272039999999997</c:v>
                </c:pt>
                <c:pt idx="2220">
                  <c:v>3.9284459999999979</c:v>
                </c:pt>
                <c:pt idx="2221">
                  <c:v>3.9296879999999987</c:v>
                </c:pt>
                <c:pt idx="2222">
                  <c:v>3.9321719999999987</c:v>
                </c:pt>
                <c:pt idx="2223">
                  <c:v>3.933414</c:v>
                </c:pt>
                <c:pt idx="2224">
                  <c:v>3.9352769999999979</c:v>
                </c:pt>
                <c:pt idx="2225">
                  <c:v>3.9365189999999983</c:v>
                </c:pt>
                <c:pt idx="2226">
                  <c:v>3.9377610000000001</c:v>
                </c:pt>
                <c:pt idx="2227">
                  <c:v>3.9402449999999987</c:v>
                </c:pt>
                <c:pt idx="2228">
                  <c:v>3.9414870000000004</c:v>
                </c:pt>
                <c:pt idx="2229">
                  <c:v>3.9427289999999986</c:v>
                </c:pt>
                <c:pt idx="2230">
                  <c:v>3.9439709999999999</c:v>
                </c:pt>
                <c:pt idx="2231">
                  <c:v>3.9452129999999985</c:v>
                </c:pt>
                <c:pt idx="2232">
                  <c:v>3.9464549999999989</c:v>
                </c:pt>
                <c:pt idx="2233">
                  <c:v>3.9483179999999996</c:v>
                </c:pt>
                <c:pt idx="2234">
                  <c:v>3.9508019999999986</c:v>
                </c:pt>
                <c:pt idx="2235">
                  <c:v>3.9520439999999972</c:v>
                </c:pt>
                <c:pt idx="2236">
                  <c:v>3.9532859999999985</c:v>
                </c:pt>
                <c:pt idx="2237">
                  <c:v>3.9545280000000003</c:v>
                </c:pt>
                <c:pt idx="2238">
                  <c:v>3.9557699999999989</c:v>
                </c:pt>
                <c:pt idx="2239">
                  <c:v>3.9582539999999984</c:v>
                </c:pt>
                <c:pt idx="2240">
                  <c:v>3.9601169999999999</c:v>
                </c:pt>
                <c:pt idx="2241">
                  <c:v>3.9613589999999985</c:v>
                </c:pt>
                <c:pt idx="2242">
                  <c:v>3.9626010000000003</c:v>
                </c:pt>
                <c:pt idx="2243">
                  <c:v>3.9650849999999997</c:v>
                </c:pt>
                <c:pt idx="2244">
                  <c:v>3.9663269999999997</c:v>
                </c:pt>
                <c:pt idx="2245">
                  <c:v>3.9675690000000001</c:v>
                </c:pt>
                <c:pt idx="2246">
                  <c:v>3.9688110000000001</c:v>
                </c:pt>
                <c:pt idx="2247">
                  <c:v>3.9700529999999983</c:v>
                </c:pt>
                <c:pt idx="2248">
                  <c:v>3.9731579999999997</c:v>
                </c:pt>
                <c:pt idx="2249">
                  <c:v>3.9743999999999997</c:v>
                </c:pt>
                <c:pt idx="2250">
                  <c:v>3.9756419999999979</c:v>
                </c:pt>
                <c:pt idx="2251">
                  <c:v>3.9768839999999983</c:v>
                </c:pt>
                <c:pt idx="2252">
                  <c:v>3.9781259999999987</c:v>
                </c:pt>
                <c:pt idx="2253">
                  <c:v>3.9793679999999987</c:v>
                </c:pt>
                <c:pt idx="2254">
                  <c:v>3.9818519999999986</c:v>
                </c:pt>
                <c:pt idx="2255">
                  <c:v>3.9837150000000001</c:v>
                </c:pt>
                <c:pt idx="2256">
                  <c:v>3.9849570000000001</c:v>
                </c:pt>
                <c:pt idx="2257">
                  <c:v>3.9861989999999987</c:v>
                </c:pt>
                <c:pt idx="2258">
                  <c:v>3.987441</c:v>
                </c:pt>
                <c:pt idx="2259">
                  <c:v>3.9899249999999999</c:v>
                </c:pt>
                <c:pt idx="2260">
                  <c:v>3.9911669999999986</c:v>
                </c:pt>
                <c:pt idx="2261">
                  <c:v>3.9924089999999981</c:v>
                </c:pt>
                <c:pt idx="2262">
                  <c:v>3.9936509999999985</c:v>
                </c:pt>
                <c:pt idx="2263">
                  <c:v>3.9967559999999978</c:v>
                </c:pt>
                <c:pt idx="2264">
                  <c:v>3.9979979999999999</c:v>
                </c:pt>
                <c:pt idx="2265">
                  <c:v>3.999239999999999</c:v>
                </c:pt>
                <c:pt idx="2266">
                  <c:v>4.0004819999999972</c:v>
                </c:pt>
                <c:pt idx="2267">
                  <c:v>4.0017240000000003</c:v>
                </c:pt>
                <c:pt idx="2268">
                  <c:v>4.0029659999999971</c:v>
                </c:pt>
                <c:pt idx="2269">
                  <c:v>4.0054499999999997</c:v>
                </c:pt>
                <c:pt idx="2270">
                  <c:v>4.0066920000000028</c:v>
                </c:pt>
                <c:pt idx="2271">
                  <c:v>4.0085549999999968</c:v>
                </c:pt>
                <c:pt idx="2272">
                  <c:v>4.0097969999999998</c:v>
                </c:pt>
                <c:pt idx="2273">
                  <c:v>4.0110389999999985</c:v>
                </c:pt>
                <c:pt idx="2274">
                  <c:v>4.0122809999999971</c:v>
                </c:pt>
                <c:pt idx="2275">
                  <c:v>4.0135230000000002</c:v>
                </c:pt>
                <c:pt idx="2276">
                  <c:v>4.0160070000000001</c:v>
                </c:pt>
                <c:pt idx="2277">
                  <c:v>4.0172490000000014</c:v>
                </c:pt>
                <c:pt idx="2278">
                  <c:v>4.018491</c:v>
                </c:pt>
                <c:pt idx="2279">
                  <c:v>4.0203539999999975</c:v>
                </c:pt>
                <c:pt idx="2280">
                  <c:v>4.0215959999999971</c:v>
                </c:pt>
                <c:pt idx="2281">
                  <c:v>4.0228379999999966</c:v>
                </c:pt>
                <c:pt idx="2282">
                  <c:v>4.0240799999999979</c:v>
                </c:pt>
                <c:pt idx="2283">
                  <c:v>4.0265639999999996</c:v>
                </c:pt>
                <c:pt idx="2284">
                  <c:v>4.0278059999999956</c:v>
                </c:pt>
                <c:pt idx="2285">
                  <c:v>4.0290480000000004</c:v>
                </c:pt>
                <c:pt idx="2286">
                  <c:v>4.0302899999999999</c:v>
                </c:pt>
                <c:pt idx="2287">
                  <c:v>4.0321530000000001</c:v>
                </c:pt>
                <c:pt idx="2288">
                  <c:v>4.034637</c:v>
                </c:pt>
                <c:pt idx="2289">
                  <c:v>4.0358789999999996</c:v>
                </c:pt>
                <c:pt idx="2290">
                  <c:v>4.037121</c:v>
                </c:pt>
                <c:pt idx="2291">
                  <c:v>4.038363000000003</c:v>
                </c:pt>
                <c:pt idx="2292">
                  <c:v>4.0408469999999985</c:v>
                </c:pt>
                <c:pt idx="2293">
                  <c:v>4.0420889999999972</c:v>
                </c:pt>
                <c:pt idx="2294">
                  <c:v>4.0433310000000002</c:v>
                </c:pt>
                <c:pt idx="2295">
                  <c:v>4.0451939999999995</c:v>
                </c:pt>
                <c:pt idx="2296">
                  <c:v>4.0464359999999973</c:v>
                </c:pt>
                <c:pt idx="2297">
                  <c:v>4.0489199999999972</c:v>
                </c:pt>
                <c:pt idx="2298">
                  <c:v>4.0501620000000003</c:v>
                </c:pt>
                <c:pt idx="2299">
                  <c:v>4.0514039999999998</c:v>
                </c:pt>
                <c:pt idx="2300">
                  <c:v>4.0526460000000002</c:v>
                </c:pt>
                <c:pt idx="2301">
                  <c:v>4.0551299999999975</c:v>
                </c:pt>
                <c:pt idx="2302">
                  <c:v>4.0569930000000003</c:v>
                </c:pt>
                <c:pt idx="2303">
                  <c:v>4.0582349999999972</c:v>
                </c:pt>
                <c:pt idx="2304">
                  <c:v>4.0594770000000002</c:v>
                </c:pt>
                <c:pt idx="2305">
                  <c:v>4.0607189999999971</c:v>
                </c:pt>
                <c:pt idx="2306">
                  <c:v>4.0632029999999997</c:v>
                </c:pt>
                <c:pt idx="2307">
                  <c:v>4.0644449999999956</c:v>
                </c:pt>
                <c:pt idx="2308">
                  <c:v>4.0656869999999969</c:v>
                </c:pt>
                <c:pt idx="2309">
                  <c:v>4.0687919999999975</c:v>
                </c:pt>
                <c:pt idx="2310">
                  <c:v>4.0700339999999997</c:v>
                </c:pt>
                <c:pt idx="2311">
                  <c:v>4.0712760000000028</c:v>
                </c:pt>
                <c:pt idx="2312">
                  <c:v>4.072517999999997</c:v>
                </c:pt>
                <c:pt idx="2313">
                  <c:v>4.0750020000000013</c:v>
                </c:pt>
                <c:pt idx="2314">
                  <c:v>4.0762440000000026</c:v>
                </c:pt>
                <c:pt idx="2315">
                  <c:v>4.0774859999999968</c:v>
                </c:pt>
                <c:pt idx="2316">
                  <c:v>4.0787279999999999</c:v>
                </c:pt>
                <c:pt idx="2317">
                  <c:v>4.0805910000000001</c:v>
                </c:pt>
                <c:pt idx="2318">
                  <c:v>4.0818330000000014</c:v>
                </c:pt>
                <c:pt idx="2319">
                  <c:v>4.0843169999999969</c:v>
                </c:pt>
                <c:pt idx="2320">
                  <c:v>4.0855589999999973</c:v>
                </c:pt>
                <c:pt idx="2321">
                  <c:v>4.0868010000000004</c:v>
                </c:pt>
                <c:pt idx="2322">
                  <c:v>4.0880429999999999</c:v>
                </c:pt>
                <c:pt idx="2323">
                  <c:v>4.0892850000000003</c:v>
                </c:pt>
                <c:pt idx="2324">
                  <c:v>4.0905269999999971</c:v>
                </c:pt>
                <c:pt idx="2325">
                  <c:v>4.0936319999999995</c:v>
                </c:pt>
                <c:pt idx="2326">
                  <c:v>4.0948739999999972</c:v>
                </c:pt>
                <c:pt idx="2327">
                  <c:v>4.0961159999999968</c:v>
                </c:pt>
                <c:pt idx="2328">
                  <c:v>4.0973579999999972</c:v>
                </c:pt>
                <c:pt idx="2329">
                  <c:v>4.0998419999999998</c:v>
                </c:pt>
                <c:pt idx="2330">
                  <c:v>4.1010839999999975</c:v>
                </c:pt>
                <c:pt idx="2331">
                  <c:v>4.102325999999997</c:v>
                </c:pt>
                <c:pt idx="2332">
                  <c:v>4.1035680000000001</c:v>
                </c:pt>
                <c:pt idx="2333">
                  <c:v>4.1066730000000033</c:v>
                </c:pt>
                <c:pt idx="2334">
                  <c:v>4.107914999999994</c:v>
                </c:pt>
                <c:pt idx="2335">
                  <c:v>4.1091569999999971</c:v>
                </c:pt>
                <c:pt idx="2336">
                  <c:v>4.1103990000000001</c:v>
                </c:pt>
                <c:pt idx="2337">
                  <c:v>4.1128829999999956</c:v>
                </c:pt>
                <c:pt idx="2338">
                  <c:v>4.1141249999999943</c:v>
                </c:pt>
                <c:pt idx="2339">
                  <c:v>4.115367</c:v>
                </c:pt>
                <c:pt idx="2340">
                  <c:v>4.118471999999997</c:v>
                </c:pt>
                <c:pt idx="2341">
                  <c:v>4.1197139999999974</c:v>
                </c:pt>
                <c:pt idx="2342">
                  <c:v>4.1209559999999943</c:v>
                </c:pt>
                <c:pt idx="2343">
                  <c:v>4.1221979999999956</c:v>
                </c:pt>
                <c:pt idx="2344">
                  <c:v>4.1246819999999955</c:v>
                </c:pt>
                <c:pt idx="2345">
                  <c:v>4.1259239999999968</c:v>
                </c:pt>
                <c:pt idx="2346">
                  <c:v>4.1271659999999946</c:v>
                </c:pt>
                <c:pt idx="2347">
                  <c:v>4.1284079999999959</c:v>
                </c:pt>
                <c:pt idx="2348">
                  <c:v>4.131513</c:v>
                </c:pt>
                <c:pt idx="2349">
                  <c:v>4.1327549999999977</c:v>
                </c:pt>
                <c:pt idx="2350">
                  <c:v>4.1339969999999973</c:v>
                </c:pt>
                <c:pt idx="2351">
                  <c:v>4.1352389999999986</c:v>
                </c:pt>
                <c:pt idx="2352">
                  <c:v>4.1377230000000003</c:v>
                </c:pt>
                <c:pt idx="2353">
                  <c:v>4.1389649999999971</c:v>
                </c:pt>
                <c:pt idx="2354">
                  <c:v>4.1402070000000002</c:v>
                </c:pt>
                <c:pt idx="2355">
                  <c:v>4.1420699999999995</c:v>
                </c:pt>
                <c:pt idx="2356">
                  <c:v>4.1445539999999967</c:v>
                </c:pt>
                <c:pt idx="2357">
                  <c:v>4.1457959999999972</c:v>
                </c:pt>
                <c:pt idx="2358">
                  <c:v>4.1470379999999967</c:v>
                </c:pt>
                <c:pt idx="2359">
                  <c:v>4.1495220000000002</c:v>
                </c:pt>
                <c:pt idx="2360">
                  <c:v>4.1507639999999997</c:v>
                </c:pt>
                <c:pt idx="2361">
                  <c:v>4.1520059999999956</c:v>
                </c:pt>
                <c:pt idx="2362">
                  <c:v>4.1538690000000003</c:v>
                </c:pt>
                <c:pt idx="2363">
                  <c:v>4.1563529999999975</c:v>
                </c:pt>
                <c:pt idx="2364">
                  <c:v>4.1575949999999962</c:v>
                </c:pt>
                <c:pt idx="2365">
                  <c:v>4.1588369999999966</c:v>
                </c:pt>
                <c:pt idx="2366">
                  <c:v>4.160078999999997</c:v>
                </c:pt>
                <c:pt idx="2367">
                  <c:v>4.1625630000000005</c:v>
                </c:pt>
                <c:pt idx="2368">
                  <c:v>4.1638049999999955</c:v>
                </c:pt>
                <c:pt idx="2369">
                  <c:v>4.1656680000000001</c:v>
                </c:pt>
                <c:pt idx="2370">
                  <c:v>4.166909999999997</c:v>
                </c:pt>
                <c:pt idx="2371">
                  <c:v>4.1681519999999956</c:v>
                </c:pt>
                <c:pt idx="2372">
                  <c:v>4.170636</c:v>
                </c:pt>
                <c:pt idx="2373">
                  <c:v>4.1718779999999995</c:v>
                </c:pt>
                <c:pt idx="2374">
                  <c:v>4.1731199999999973</c:v>
                </c:pt>
                <c:pt idx="2375">
                  <c:v>4.1756039999999999</c:v>
                </c:pt>
                <c:pt idx="2376">
                  <c:v>4.1768460000000003</c:v>
                </c:pt>
                <c:pt idx="2377">
                  <c:v>4.1787090000000013</c:v>
                </c:pt>
                <c:pt idx="2378">
                  <c:v>4.1811929999999995</c:v>
                </c:pt>
                <c:pt idx="2379">
                  <c:v>4.1824349999999946</c:v>
                </c:pt>
                <c:pt idx="2380">
                  <c:v>4.1836770000000003</c:v>
                </c:pt>
                <c:pt idx="2381">
                  <c:v>4.1849189999999945</c:v>
                </c:pt>
                <c:pt idx="2382">
                  <c:v>4.1861609999999985</c:v>
                </c:pt>
                <c:pt idx="2383">
                  <c:v>4.1874029999999971</c:v>
                </c:pt>
                <c:pt idx="2384">
                  <c:v>4.1905079999999977</c:v>
                </c:pt>
                <c:pt idx="2385">
                  <c:v>4.1917499999999999</c:v>
                </c:pt>
                <c:pt idx="2386">
                  <c:v>4.1929919999999967</c:v>
                </c:pt>
                <c:pt idx="2387">
                  <c:v>4.1942339999999971</c:v>
                </c:pt>
                <c:pt idx="2388">
                  <c:v>4.1967179999999971</c:v>
                </c:pt>
                <c:pt idx="2389">
                  <c:v>4.1979599999999966</c:v>
                </c:pt>
                <c:pt idx="2390">
                  <c:v>4.1992019999999997</c:v>
                </c:pt>
                <c:pt idx="2391">
                  <c:v>4.2004440000000001</c:v>
                </c:pt>
                <c:pt idx="2392">
                  <c:v>4.2035489999999998</c:v>
                </c:pt>
                <c:pt idx="2393">
                  <c:v>4.2047910000000002</c:v>
                </c:pt>
                <c:pt idx="2394">
                  <c:v>4.2060329999999997</c:v>
                </c:pt>
                <c:pt idx="2395">
                  <c:v>4.2072750000000001</c:v>
                </c:pt>
                <c:pt idx="2396">
                  <c:v>4.2097590000000027</c:v>
                </c:pt>
                <c:pt idx="2397">
                  <c:v>4.2110009999999996</c:v>
                </c:pt>
                <c:pt idx="2398">
                  <c:v>4.2122430000000026</c:v>
                </c:pt>
                <c:pt idx="2399">
                  <c:v>4.2141059999999966</c:v>
                </c:pt>
                <c:pt idx="2400">
                  <c:v>4.2153480000000014</c:v>
                </c:pt>
                <c:pt idx="2401">
                  <c:v>4.2178319999999969</c:v>
                </c:pt>
                <c:pt idx="2402">
                  <c:v>4.219074</c:v>
                </c:pt>
                <c:pt idx="2403">
                  <c:v>4.2203159999999977</c:v>
                </c:pt>
                <c:pt idx="2404">
                  <c:v>4.2215579999999973</c:v>
                </c:pt>
                <c:pt idx="2405">
                  <c:v>4.2227999999999986</c:v>
                </c:pt>
                <c:pt idx="2406">
                  <c:v>4.2252839999999985</c:v>
                </c:pt>
                <c:pt idx="2407">
                  <c:v>4.2271469999999978</c:v>
                </c:pt>
                <c:pt idx="2408">
                  <c:v>4.228389</c:v>
                </c:pt>
                <c:pt idx="2409">
                  <c:v>4.2296310000000004</c:v>
                </c:pt>
                <c:pt idx="2410">
                  <c:v>4.2308729999999999</c:v>
                </c:pt>
                <c:pt idx="2411">
                  <c:v>4.2333569999999998</c:v>
                </c:pt>
                <c:pt idx="2412">
                  <c:v>4.2345990000000002</c:v>
                </c:pt>
                <c:pt idx="2413">
                  <c:v>4.2358409999999997</c:v>
                </c:pt>
                <c:pt idx="2414">
                  <c:v>4.2370830000000002</c:v>
                </c:pt>
                <c:pt idx="2415">
                  <c:v>4.2389459999999985</c:v>
                </c:pt>
                <c:pt idx="2416">
                  <c:v>4.2401879999999972</c:v>
                </c:pt>
                <c:pt idx="2417">
                  <c:v>4.2414300000000003</c:v>
                </c:pt>
                <c:pt idx="2418">
                  <c:v>4.2439139999999975</c:v>
                </c:pt>
                <c:pt idx="2419">
                  <c:v>4.2451560000000006</c:v>
                </c:pt>
                <c:pt idx="2420">
                  <c:v>4.2463980000000028</c:v>
                </c:pt>
                <c:pt idx="2421">
                  <c:v>4.2476399999999996</c:v>
                </c:pt>
                <c:pt idx="2422">
                  <c:v>4.2507450000000002</c:v>
                </c:pt>
                <c:pt idx="2423">
                  <c:v>4.2519870000000006</c:v>
                </c:pt>
                <c:pt idx="2424">
                  <c:v>4.2532290000000028</c:v>
                </c:pt>
                <c:pt idx="2425">
                  <c:v>4.2557130000000001</c:v>
                </c:pt>
                <c:pt idx="2426">
                  <c:v>4.2569550000000005</c:v>
                </c:pt>
                <c:pt idx="2427">
                  <c:v>4.258197</c:v>
                </c:pt>
                <c:pt idx="2428">
                  <c:v>4.2606809999999973</c:v>
                </c:pt>
                <c:pt idx="2429">
                  <c:v>4.2625439999999974</c:v>
                </c:pt>
                <c:pt idx="2430">
                  <c:v>4.263785999999997</c:v>
                </c:pt>
                <c:pt idx="2431">
                  <c:v>4.2662700000000013</c:v>
                </c:pt>
                <c:pt idx="2432">
                  <c:v>4.2675119999999955</c:v>
                </c:pt>
                <c:pt idx="2433">
                  <c:v>4.2687539999999995</c:v>
                </c:pt>
                <c:pt idx="2434">
                  <c:v>4.271238000000003</c:v>
                </c:pt>
                <c:pt idx="2435">
                  <c:v>4.2724799999999998</c:v>
                </c:pt>
                <c:pt idx="2436">
                  <c:v>4.2737219999999994</c:v>
                </c:pt>
                <c:pt idx="2437">
                  <c:v>4.2755849999999969</c:v>
                </c:pt>
                <c:pt idx="2438">
                  <c:v>4.278069000000003</c:v>
                </c:pt>
                <c:pt idx="2439">
                  <c:v>4.2793109999999999</c:v>
                </c:pt>
                <c:pt idx="2440">
                  <c:v>4.2805530000000003</c:v>
                </c:pt>
                <c:pt idx="2441">
                  <c:v>4.2817949999999998</c:v>
                </c:pt>
                <c:pt idx="2442">
                  <c:v>4.2830370000000002</c:v>
                </c:pt>
                <c:pt idx="2443">
                  <c:v>4.2855210000000001</c:v>
                </c:pt>
                <c:pt idx="2444">
                  <c:v>4.2873839999999985</c:v>
                </c:pt>
                <c:pt idx="2445">
                  <c:v>4.2886259999999998</c:v>
                </c:pt>
                <c:pt idx="2446">
                  <c:v>4.2898680000000029</c:v>
                </c:pt>
                <c:pt idx="2447">
                  <c:v>4.2911099999999998</c:v>
                </c:pt>
                <c:pt idx="2448">
                  <c:v>4.2923520000000002</c:v>
                </c:pt>
                <c:pt idx="2449">
                  <c:v>4.2935939999999997</c:v>
                </c:pt>
                <c:pt idx="2450">
                  <c:v>4.2960780000000014</c:v>
                </c:pt>
                <c:pt idx="2451">
                  <c:v>4.29732</c:v>
                </c:pt>
                <c:pt idx="2452">
                  <c:v>4.2991830000000002</c:v>
                </c:pt>
                <c:pt idx="2453">
                  <c:v>4.3004249999999971</c:v>
                </c:pt>
                <c:pt idx="2454">
                  <c:v>4.3016670000000028</c:v>
                </c:pt>
                <c:pt idx="2455">
                  <c:v>4.3029090000000005</c:v>
                </c:pt>
                <c:pt idx="2456">
                  <c:v>4.3041509999999956</c:v>
                </c:pt>
                <c:pt idx="2457">
                  <c:v>4.306635</c:v>
                </c:pt>
                <c:pt idx="2458">
                  <c:v>4.3078769999999977</c:v>
                </c:pt>
                <c:pt idx="2459">
                  <c:v>4.3091189999999973</c:v>
                </c:pt>
                <c:pt idx="2460">
                  <c:v>4.3103609999999986</c:v>
                </c:pt>
                <c:pt idx="2461">
                  <c:v>4.3122239999999996</c:v>
                </c:pt>
                <c:pt idx="2462">
                  <c:v>4.313466</c:v>
                </c:pt>
                <c:pt idx="2463">
                  <c:v>4.3147079999999978</c:v>
                </c:pt>
                <c:pt idx="2464">
                  <c:v>4.3159499999999973</c:v>
                </c:pt>
                <c:pt idx="2465">
                  <c:v>4.3171919999999977</c:v>
                </c:pt>
                <c:pt idx="2466">
                  <c:v>4.3184339999999972</c:v>
                </c:pt>
                <c:pt idx="2467">
                  <c:v>4.3209179999999945</c:v>
                </c:pt>
                <c:pt idx="2468">
                  <c:v>4.3221599999999967</c:v>
                </c:pt>
                <c:pt idx="2469">
                  <c:v>4.3240229999999977</c:v>
                </c:pt>
                <c:pt idx="2470">
                  <c:v>4.3252649999999973</c:v>
                </c:pt>
                <c:pt idx="2471">
                  <c:v>4.3265069999999959</c:v>
                </c:pt>
                <c:pt idx="2472">
                  <c:v>4.3277489999999972</c:v>
                </c:pt>
                <c:pt idx="2473">
                  <c:v>4.3302329999999998</c:v>
                </c:pt>
                <c:pt idx="2474">
                  <c:v>4.3314750000000002</c:v>
                </c:pt>
                <c:pt idx="2475">
                  <c:v>4.3327170000000006</c:v>
                </c:pt>
                <c:pt idx="2476">
                  <c:v>4.3339590000000001</c:v>
                </c:pt>
                <c:pt idx="2477">
                  <c:v>4.3358220000000003</c:v>
                </c:pt>
                <c:pt idx="2478">
                  <c:v>4.3370639999999998</c:v>
                </c:pt>
                <c:pt idx="2479">
                  <c:v>4.3383060000000002</c:v>
                </c:pt>
                <c:pt idx="2480">
                  <c:v>4.3395480000000024</c:v>
                </c:pt>
                <c:pt idx="2481">
                  <c:v>4.342031999999997</c:v>
                </c:pt>
                <c:pt idx="2482">
                  <c:v>4.3432740000000001</c:v>
                </c:pt>
                <c:pt idx="2483">
                  <c:v>4.344515999999996</c:v>
                </c:pt>
                <c:pt idx="2484">
                  <c:v>4.345758</c:v>
                </c:pt>
                <c:pt idx="2485">
                  <c:v>4.3476210000000002</c:v>
                </c:pt>
                <c:pt idx="2486">
                  <c:v>4.3488629999999997</c:v>
                </c:pt>
                <c:pt idx="2487">
                  <c:v>4.3501049999999957</c:v>
                </c:pt>
                <c:pt idx="2488">
                  <c:v>4.3513469999999996</c:v>
                </c:pt>
                <c:pt idx="2489">
                  <c:v>4.3525889999999956</c:v>
                </c:pt>
                <c:pt idx="2490">
                  <c:v>4.3538310000000005</c:v>
                </c:pt>
                <c:pt idx="2491">
                  <c:v>4.355073</c:v>
                </c:pt>
                <c:pt idx="2492">
                  <c:v>4.3563149999999968</c:v>
                </c:pt>
                <c:pt idx="2493">
                  <c:v>4.3575569999999946</c:v>
                </c:pt>
                <c:pt idx="2494">
                  <c:v>4.3587990000000003</c:v>
                </c:pt>
                <c:pt idx="2495">
                  <c:v>4.3606620000000014</c:v>
                </c:pt>
                <c:pt idx="2496">
                  <c:v>4.3619039999999973</c:v>
                </c:pt>
                <c:pt idx="2497">
                  <c:v>4.3631459999999969</c:v>
                </c:pt>
                <c:pt idx="2498">
                  <c:v>4.3643879999999946</c:v>
                </c:pt>
                <c:pt idx="2499">
                  <c:v>4.3656299999999995</c:v>
                </c:pt>
                <c:pt idx="2500">
                  <c:v>4.3668719999999972</c:v>
                </c:pt>
                <c:pt idx="2501">
                  <c:v>4.3693559999999971</c:v>
                </c:pt>
                <c:pt idx="2502">
                  <c:v>4.3705980000000002</c:v>
                </c:pt>
                <c:pt idx="2503">
                  <c:v>4.3724610000000004</c:v>
                </c:pt>
                <c:pt idx="2504">
                  <c:v>4.3737029999999999</c:v>
                </c:pt>
                <c:pt idx="2505">
                  <c:v>4.3749449999999968</c:v>
                </c:pt>
                <c:pt idx="2506">
                  <c:v>4.3761869999999972</c:v>
                </c:pt>
                <c:pt idx="2507">
                  <c:v>4.3774290000000002</c:v>
                </c:pt>
                <c:pt idx="2508">
                  <c:v>4.3786709999999998</c:v>
                </c:pt>
                <c:pt idx="2509">
                  <c:v>4.3799130000000002</c:v>
                </c:pt>
                <c:pt idx="2510">
                  <c:v>4.381154999999997</c:v>
                </c:pt>
                <c:pt idx="2511">
                  <c:v>4.3823970000000001</c:v>
                </c:pt>
                <c:pt idx="2512">
                  <c:v>4.3842599999999985</c:v>
                </c:pt>
                <c:pt idx="2513">
                  <c:v>4.3855019999999971</c:v>
                </c:pt>
                <c:pt idx="2514">
                  <c:v>4.3879859999999944</c:v>
                </c:pt>
                <c:pt idx="2515">
                  <c:v>4.3892280000000028</c:v>
                </c:pt>
                <c:pt idx="2516">
                  <c:v>4.3904700000000005</c:v>
                </c:pt>
                <c:pt idx="2517">
                  <c:v>4.3917120000000001</c:v>
                </c:pt>
                <c:pt idx="2518">
                  <c:v>4.3929539999999969</c:v>
                </c:pt>
                <c:pt idx="2519">
                  <c:v>4.3941959999999955</c:v>
                </c:pt>
                <c:pt idx="2520">
                  <c:v>4.3960590000000002</c:v>
                </c:pt>
                <c:pt idx="2521">
                  <c:v>4.3973010000000006</c:v>
                </c:pt>
                <c:pt idx="2522">
                  <c:v>4.3985430000000001</c:v>
                </c:pt>
                <c:pt idx="2523">
                  <c:v>4.3997849999999969</c:v>
                </c:pt>
                <c:pt idx="2524">
                  <c:v>4.4010270000000027</c:v>
                </c:pt>
                <c:pt idx="2525">
                  <c:v>4.4022690000000031</c:v>
                </c:pt>
                <c:pt idx="2526">
                  <c:v>4.403511</c:v>
                </c:pt>
                <c:pt idx="2527">
                  <c:v>4.4047530000000004</c:v>
                </c:pt>
                <c:pt idx="2528">
                  <c:v>4.4072370000000003</c:v>
                </c:pt>
                <c:pt idx="2529">
                  <c:v>4.4091000000000014</c:v>
                </c:pt>
                <c:pt idx="2530">
                  <c:v>4.4103420000000026</c:v>
                </c:pt>
                <c:pt idx="2531">
                  <c:v>4.4115839999999995</c:v>
                </c:pt>
                <c:pt idx="2532">
                  <c:v>4.4128259999999973</c:v>
                </c:pt>
                <c:pt idx="2533">
                  <c:v>4.4140679999999985</c:v>
                </c:pt>
                <c:pt idx="2534">
                  <c:v>4.4153099999999998</c:v>
                </c:pt>
                <c:pt idx="2535">
                  <c:v>4.4165520000000003</c:v>
                </c:pt>
                <c:pt idx="2536">
                  <c:v>4.4177939999999998</c:v>
                </c:pt>
                <c:pt idx="2537">
                  <c:v>4.4190360000000002</c:v>
                </c:pt>
                <c:pt idx="2538">
                  <c:v>4.4208989999999995</c:v>
                </c:pt>
                <c:pt idx="2539">
                  <c:v>4.4221409999999972</c:v>
                </c:pt>
                <c:pt idx="2540">
                  <c:v>4.4233830000000003</c:v>
                </c:pt>
                <c:pt idx="2541">
                  <c:v>4.4246249999999971</c:v>
                </c:pt>
                <c:pt idx="2542">
                  <c:v>4.4258670000000002</c:v>
                </c:pt>
                <c:pt idx="2543">
                  <c:v>4.4271089999999971</c:v>
                </c:pt>
                <c:pt idx="2544">
                  <c:v>4.4283510000000001</c:v>
                </c:pt>
                <c:pt idx="2545">
                  <c:v>4.4295929999999997</c:v>
                </c:pt>
                <c:pt idx="2546">
                  <c:v>4.4308350000000001</c:v>
                </c:pt>
                <c:pt idx="2547">
                  <c:v>4.4326980000000029</c:v>
                </c:pt>
                <c:pt idx="2548">
                  <c:v>4.4339399999999998</c:v>
                </c:pt>
                <c:pt idx="2549">
                  <c:v>4.4351820000000002</c:v>
                </c:pt>
                <c:pt idx="2550">
                  <c:v>4.4364240000000024</c:v>
                </c:pt>
                <c:pt idx="2551">
                  <c:v>4.4389079999999996</c:v>
                </c:pt>
                <c:pt idx="2552">
                  <c:v>4.44015</c:v>
                </c:pt>
                <c:pt idx="2553">
                  <c:v>4.441392000000004</c:v>
                </c:pt>
                <c:pt idx="2554">
                  <c:v>4.442634</c:v>
                </c:pt>
                <c:pt idx="2555">
                  <c:v>4.4444970000000001</c:v>
                </c:pt>
                <c:pt idx="2556">
                  <c:v>4.4457389999999997</c:v>
                </c:pt>
                <c:pt idx="2557">
                  <c:v>4.4469810000000001</c:v>
                </c:pt>
                <c:pt idx="2558">
                  <c:v>4.448223000000004</c:v>
                </c:pt>
                <c:pt idx="2559">
                  <c:v>4.4494650000000027</c:v>
                </c:pt>
                <c:pt idx="2560">
                  <c:v>4.4507069999999995</c:v>
                </c:pt>
                <c:pt idx="2561">
                  <c:v>4.4519489999999999</c:v>
                </c:pt>
                <c:pt idx="2562">
                  <c:v>4.4544329999999972</c:v>
                </c:pt>
                <c:pt idx="2563">
                  <c:v>4.4556750000000003</c:v>
                </c:pt>
                <c:pt idx="2564">
                  <c:v>4.4575379999999969</c:v>
                </c:pt>
                <c:pt idx="2565">
                  <c:v>4.45878</c:v>
                </c:pt>
                <c:pt idx="2566">
                  <c:v>4.4600220000000004</c:v>
                </c:pt>
                <c:pt idx="2567">
                  <c:v>4.4612640000000026</c:v>
                </c:pt>
                <c:pt idx="2568">
                  <c:v>4.4625059999999968</c:v>
                </c:pt>
                <c:pt idx="2569">
                  <c:v>4.4637479999999998</c:v>
                </c:pt>
                <c:pt idx="2570">
                  <c:v>4.4649899999999967</c:v>
                </c:pt>
                <c:pt idx="2571">
                  <c:v>4.4674739999999975</c:v>
                </c:pt>
                <c:pt idx="2572">
                  <c:v>4.4693370000000003</c:v>
                </c:pt>
                <c:pt idx="2573">
                  <c:v>4.4705789999999999</c:v>
                </c:pt>
                <c:pt idx="2574">
                  <c:v>4.4718209999999994</c:v>
                </c:pt>
                <c:pt idx="2575">
                  <c:v>4.4730630000000042</c:v>
                </c:pt>
                <c:pt idx="2576">
                  <c:v>4.4743050000000002</c:v>
                </c:pt>
                <c:pt idx="2577">
                  <c:v>4.4755469999999997</c:v>
                </c:pt>
                <c:pt idx="2578">
                  <c:v>4.4767890000000028</c:v>
                </c:pt>
                <c:pt idx="2579">
                  <c:v>4.4780310000000014</c:v>
                </c:pt>
                <c:pt idx="2580">
                  <c:v>4.4811360000000002</c:v>
                </c:pt>
                <c:pt idx="2581">
                  <c:v>4.4823779999999998</c:v>
                </c:pt>
                <c:pt idx="2582">
                  <c:v>4.4836200000000028</c:v>
                </c:pt>
                <c:pt idx="2583">
                  <c:v>4.4848620000000023</c:v>
                </c:pt>
                <c:pt idx="2584">
                  <c:v>4.4861040000000001</c:v>
                </c:pt>
                <c:pt idx="2585">
                  <c:v>4.4873459999999996</c:v>
                </c:pt>
                <c:pt idx="2586">
                  <c:v>4.488588</c:v>
                </c:pt>
                <c:pt idx="2587">
                  <c:v>4.4910720000000026</c:v>
                </c:pt>
                <c:pt idx="2588">
                  <c:v>4.4923139999999995</c:v>
                </c:pt>
                <c:pt idx="2589">
                  <c:v>4.494176999999997</c:v>
                </c:pt>
                <c:pt idx="2590">
                  <c:v>4.4954190000000001</c:v>
                </c:pt>
                <c:pt idx="2591">
                  <c:v>4.4966610000000031</c:v>
                </c:pt>
                <c:pt idx="2592">
                  <c:v>4.497903</c:v>
                </c:pt>
                <c:pt idx="2593">
                  <c:v>4.4991450000000004</c:v>
                </c:pt>
                <c:pt idx="2594">
                  <c:v>4.5016289999999994</c:v>
                </c:pt>
                <c:pt idx="2595">
                  <c:v>4.5028709999999972</c:v>
                </c:pt>
                <c:pt idx="2596">
                  <c:v>4.5041129999999967</c:v>
                </c:pt>
                <c:pt idx="2597">
                  <c:v>4.5059759999999978</c:v>
                </c:pt>
                <c:pt idx="2598">
                  <c:v>4.5072179999999973</c:v>
                </c:pt>
                <c:pt idx="2599">
                  <c:v>4.5084599999999995</c:v>
                </c:pt>
                <c:pt idx="2600">
                  <c:v>4.5097019999999999</c:v>
                </c:pt>
                <c:pt idx="2601">
                  <c:v>4.5109439999999985</c:v>
                </c:pt>
                <c:pt idx="2602">
                  <c:v>4.5134280000000002</c:v>
                </c:pt>
                <c:pt idx="2603">
                  <c:v>4.5146699999999997</c:v>
                </c:pt>
                <c:pt idx="2604">
                  <c:v>4.5159119999999966</c:v>
                </c:pt>
                <c:pt idx="2605">
                  <c:v>4.5177749999999968</c:v>
                </c:pt>
                <c:pt idx="2606">
                  <c:v>4.5190169999999972</c:v>
                </c:pt>
                <c:pt idx="2607">
                  <c:v>4.5202590000000002</c:v>
                </c:pt>
                <c:pt idx="2608">
                  <c:v>4.5215009999999971</c:v>
                </c:pt>
                <c:pt idx="2609">
                  <c:v>4.5227430000000002</c:v>
                </c:pt>
                <c:pt idx="2610">
                  <c:v>4.5239849999999944</c:v>
                </c:pt>
                <c:pt idx="2611">
                  <c:v>4.5252270000000001</c:v>
                </c:pt>
                <c:pt idx="2612">
                  <c:v>4.5264689999999996</c:v>
                </c:pt>
                <c:pt idx="2613">
                  <c:v>4.5277109999999956</c:v>
                </c:pt>
                <c:pt idx="2614">
                  <c:v>4.5295739999999975</c:v>
                </c:pt>
                <c:pt idx="2615">
                  <c:v>4.5308159999999971</c:v>
                </c:pt>
                <c:pt idx="2616">
                  <c:v>4.5320580000000001</c:v>
                </c:pt>
                <c:pt idx="2617">
                  <c:v>4.5333000000000014</c:v>
                </c:pt>
                <c:pt idx="2618">
                  <c:v>4.5357840000000005</c:v>
                </c:pt>
                <c:pt idx="2619">
                  <c:v>4.537026</c:v>
                </c:pt>
                <c:pt idx="2620">
                  <c:v>4.5382680000000022</c:v>
                </c:pt>
                <c:pt idx="2621">
                  <c:v>4.5395099999999999</c:v>
                </c:pt>
                <c:pt idx="2622">
                  <c:v>4.5407520000000003</c:v>
                </c:pt>
                <c:pt idx="2623">
                  <c:v>4.5426150000000005</c:v>
                </c:pt>
                <c:pt idx="2624">
                  <c:v>4.543857</c:v>
                </c:pt>
                <c:pt idx="2625">
                  <c:v>4.5450989999999996</c:v>
                </c:pt>
                <c:pt idx="2626">
                  <c:v>4.5463410000000026</c:v>
                </c:pt>
                <c:pt idx="2627">
                  <c:v>4.5475829999999977</c:v>
                </c:pt>
                <c:pt idx="2628">
                  <c:v>4.5488249999999972</c:v>
                </c:pt>
                <c:pt idx="2629">
                  <c:v>4.5500670000000003</c:v>
                </c:pt>
                <c:pt idx="2630">
                  <c:v>4.5513089999999998</c:v>
                </c:pt>
                <c:pt idx="2631">
                  <c:v>4.5544139999999969</c:v>
                </c:pt>
                <c:pt idx="2632">
                  <c:v>4.5556559999999973</c:v>
                </c:pt>
                <c:pt idx="2633">
                  <c:v>4.5568980000000003</c:v>
                </c:pt>
                <c:pt idx="2634">
                  <c:v>4.5581399999999972</c:v>
                </c:pt>
                <c:pt idx="2635">
                  <c:v>4.5593819999999985</c:v>
                </c:pt>
                <c:pt idx="2636">
                  <c:v>4.5606239999999998</c:v>
                </c:pt>
                <c:pt idx="2637">
                  <c:v>4.5618660000000002</c:v>
                </c:pt>
                <c:pt idx="2638">
                  <c:v>4.5631079999999971</c:v>
                </c:pt>
                <c:pt idx="2639">
                  <c:v>4.5643499999999975</c:v>
                </c:pt>
                <c:pt idx="2640">
                  <c:v>4.5662129999999985</c:v>
                </c:pt>
                <c:pt idx="2641">
                  <c:v>4.5674549999999945</c:v>
                </c:pt>
                <c:pt idx="2642">
                  <c:v>4.5686970000000002</c:v>
                </c:pt>
                <c:pt idx="2643">
                  <c:v>4.5699389999999971</c:v>
                </c:pt>
                <c:pt idx="2644">
                  <c:v>4.5711810000000002</c:v>
                </c:pt>
                <c:pt idx="2645">
                  <c:v>4.5724230000000023</c:v>
                </c:pt>
                <c:pt idx="2646">
                  <c:v>4.5736650000000028</c:v>
                </c:pt>
                <c:pt idx="2647">
                  <c:v>4.5749069999999969</c:v>
                </c:pt>
                <c:pt idx="2648">
                  <c:v>4.5761490000000027</c:v>
                </c:pt>
                <c:pt idx="2649">
                  <c:v>4.5792540000000024</c:v>
                </c:pt>
                <c:pt idx="2650">
                  <c:v>4.5804960000000001</c:v>
                </c:pt>
                <c:pt idx="2651">
                  <c:v>4.5817379999999996</c:v>
                </c:pt>
                <c:pt idx="2652">
                  <c:v>4.5829799999999974</c:v>
                </c:pt>
                <c:pt idx="2653">
                  <c:v>4.5842219999999996</c:v>
                </c:pt>
                <c:pt idx="2654">
                  <c:v>4.585464</c:v>
                </c:pt>
                <c:pt idx="2655">
                  <c:v>4.5867060000000004</c:v>
                </c:pt>
                <c:pt idx="2656">
                  <c:v>4.5879479999999973</c:v>
                </c:pt>
                <c:pt idx="2657">
                  <c:v>4.5891899999999985</c:v>
                </c:pt>
                <c:pt idx="2658">
                  <c:v>4.5910529999999996</c:v>
                </c:pt>
                <c:pt idx="2659">
                  <c:v>4.592295</c:v>
                </c:pt>
                <c:pt idx="2660">
                  <c:v>4.5935369999999978</c:v>
                </c:pt>
                <c:pt idx="2661">
                  <c:v>4.5947789999999973</c:v>
                </c:pt>
                <c:pt idx="2662">
                  <c:v>4.5960209999999995</c:v>
                </c:pt>
                <c:pt idx="2663">
                  <c:v>4.5972629999999999</c:v>
                </c:pt>
                <c:pt idx="2664">
                  <c:v>4.5985049999999967</c:v>
                </c:pt>
                <c:pt idx="2665">
                  <c:v>4.5997469999999998</c:v>
                </c:pt>
                <c:pt idx="2666">
                  <c:v>4.6009889999999967</c:v>
                </c:pt>
                <c:pt idx="2667">
                  <c:v>4.6028519999999968</c:v>
                </c:pt>
                <c:pt idx="2668">
                  <c:v>4.6040939999999972</c:v>
                </c:pt>
                <c:pt idx="2669">
                  <c:v>4.6053359999999968</c:v>
                </c:pt>
                <c:pt idx="2670">
                  <c:v>4.6065779999999972</c:v>
                </c:pt>
                <c:pt idx="2671">
                  <c:v>4.6078199999999967</c:v>
                </c:pt>
                <c:pt idx="2672">
                  <c:v>4.6090619999999998</c:v>
                </c:pt>
                <c:pt idx="2673">
                  <c:v>4.6103039999999975</c:v>
                </c:pt>
                <c:pt idx="2674">
                  <c:v>4.611545999999997</c:v>
                </c:pt>
                <c:pt idx="2675">
                  <c:v>4.6127879999999957</c:v>
                </c:pt>
                <c:pt idx="2676">
                  <c:v>4.6146509999999967</c:v>
                </c:pt>
                <c:pt idx="2677">
                  <c:v>4.6158929999999971</c:v>
                </c:pt>
                <c:pt idx="2678">
                  <c:v>4.6171349999999931</c:v>
                </c:pt>
                <c:pt idx="2679">
                  <c:v>4.6183769999999971</c:v>
                </c:pt>
                <c:pt idx="2680">
                  <c:v>4.6196190000000001</c:v>
                </c:pt>
                <c:pt idx="2681">
                  <c:v>4.620860999999997</c:v>
                </c:pt>
                <c:pt idx="2682">
                  <c:v>4.6221029999999956</c:v>
                </c:pt>
                <c:pt idx="2683">
                  <c:v>4.6233450000000005</c:v>
                </c:pt>
                <c:pt idx="2684">
                  <c:v>4.6245869999999938</c:v>
                </c:pt>
                <c:pt idx="2685">
                  <c:v>4.6264499999999975</c:v>
                </c:pt>
                <c:pt idx="2686">
                  <c:v>4.627691999999997</c:v>
                </c:pt>
                <c:pt idx="2687">
                  <c:v>4.6289339999999957</c:v>
                </c:pt>
                <c:pt idx="2688">
                  <c:v>4.6301760000000005</c:v>
                </c:pt>
                <c:pt idx="2689">
                  <c:v>4.631418</c:v>
                </c:pt>
                <c:pt idx="2690">
                  <c:v>4.6326599999999996</c:v>
                </c:pt>
                <c:pt idx="2691">
                  <c:v>4.633902</c:v>
                </c:pt>
                <c:pt idx="2692">
                  <c:v>4.6351439999999995</c:v>
                </c:pt>
                <c:pt idx="2693">
                  <c:v>4.6363859999999972</c:v>
                </c:pt>
                <c:pt idx="2694">
                  <c:v>4.6376280000000003</c:v>
                </c:pt>
                <c:pt idx="2695">
                  <c:v>4.6394909999999996</c:v>
                </c:pt>
                <c:pt idx="2696">
                  <c:v>4.640733</c:v>
                </c:pt>
                <c:pt idx="2697">
                  <c:v>4.6419749999999969</c:v>
                </c:pt>
                <c:pt idx="2698">
                  <c:v>4.6432169999999973</c:v>
                </c:pt>
                <c:pt idx="2699">
                  <c:v>4.6444589999999968</c:v>
                </c:pt>
                <c:pt idx="2700">
                  <c:v>4.6457009999999972</c:v>
                </c:pt>
                <c:pt idx="2701">
                  <c:v>4.6469429999999985</c:v>
                </c:pt>
                <c:pt idx="2702">
                  <c:v>4.6481849999999945</c:v>
                </c:pt>
                <c:pt idx="2703">
                  <c:v>4.6494270000000002</c:v>
                </c:pt>
                <c:pt idx="2704">
                  <c:v>4.6512900000000004</c:v>
                </c:pt>
                <c:pt idx="2705">
                  <c:v>4.6525319999999946</c:v>
                </c:pt>
                <c:pt idx="2706">
                  <c:v>4.6537739999999985</c:v>
                </c:pt>
                <c:pt idx="2707">
                  <c:v>4.6550159999999945</c:v>
                </c:pt>
                <c:pt idx="2708">
                  <c:v>4.6562580000000002</c:v>
                </c:pt>
                <c:pt idx="2709">
                  <c:v>4.6574999999999971</c:v>
                </c:pt>
                <c:pt idx="2710">
                  <c:v>4.6587420000000002</c:v>
                </c:pt>
                <c:pt idx="2711">
                  <c:v>4.659983999999997</c:v>
                </c:pt>
                <c:pt idx="2712">
                  <c:v>4.6612260000000001</c:v>
                </c:pt>
                <c:pt idx="2713">
                  <c:v>4.6630889999999967</c:v>
                </c:pt>
                <c:pt idx="2714">
                  <c:v>4.6643309999999945</c:v>
                </c:pt>
                <c:pt idx="2715">
                  <c:v>4.6655729999999966</c:v>
                </c:pt>
                <c:pt idx="2716">
                  <c:v>4.6668149999999944</c:v>
                </c:pt>
                <c:pt idx="2717">
                  <c:v>4.6668149999999944</c:v>
                </c:pt>
                <c:pt idx="2718">
                  <c:v>4.6680569999999966</c:v>
                </c:pt>
                <c:pt idx="2719">
                  <c:v>4.6692989999999996</c:v>
                </c:pt>
                <c:pt idx="2720">
                  <c:v>4.6705410000000001</c:v>
                </c:pt>
                <c:pt idx="2721">
                  <c:v>4.6717829999999996</c:v>
                </c:pt>
                <c:pt idx="2722">
                  <c:v>4.673025</c:v>
                </c:pt>
                <c:pt idx="2723">
                  <c:v>4.6742670000000004</c:v>
                </c:pt>
                <c:pt idx="2724">
                  <c:v>4.6761300000000006</c:v>
                </c:pt>
                <c:pt idx="2725">
                  <c:v>4.6773720000000001</c:v>
                </c:pt>
                <c:pt idx="2726">
                  <c:v>4.6786139999999996</c:v>
                </c:pt>
                <c:pt idx="2727">
                  <c:v>4.679856</c:v>
                </c:pt>
                <c:pt idx="2728">
                  <c:v>4.6810980000000004</c:v>
                </c:pt>
                <c:pt idx="2729">
                  <c:v>4.6823399999999973</c:v>
                </c:pt>
                <c:pt idx="2730">
                  <c:v>4.6835819999999968</c:v>
                </c:pt>
                <c:pt idx="2731">
                  <c:v>4.6848239999999972</c:v>
                </c:pt>
                <c:pt idx="2732">
                  <c:v>4.6860660000000003</c:v>
                </c:pt>
                <c:pt idx="2733">
                  <c:v>4.6879290000000005</c:v>
                </c:pt>
                <c:pt idx="2734">
                  <c:v>4.689171</c:v>
                </c:pt>
                <c:pt idx="2735">
                  <c:v>4.6904129999999968</c:v>
                </c:pt>
                <c:pt idx="2736">
                  <c:v>4.6916549999999972</c:v>
                </c:pt>
                <c:pt idx="2737">
                  <c:v>4.6916549999999972</c:v>
                </c:pt>
                <c:pt idx="2738">
                  <c:v>4.6928969999999968</c:v>
                </c:pt>
                <c:pt idx="2739">
                  <c:v>4.6941389999999945</c:v>
                </c:pt>
                <c:pt idx="2740">
                  <c:v>4.6953809999999967</c:v>
                </c:pt>
                <c:pt idx="2741">
                  <c:v>4.6966229999999998</c:v>
                </c:pt>
                <c:pt idx="2742">
                  <c:v>4.6978649999999966</c:v>
                </c:pt>
                <c:pt idx="2743">
                  <c:v>4.6997279999999995</c:v>
                </c:pt>
                <c:pt idx="2744">
                  <c:v>4.7009699999999999</c:v>
                </c:pt>
                <c:pt idx="2745">
                  <c:v>4.7022120000000003</c:v>
                </c:pt>
                <c:pt idx="2746">
                  <c:v>4.7034539999999998</c:v>
                </c:pt>
                <c:pt idx="2747">
                  <c:v>4.7046959999999975</c:v>
                </c:pt>
                <c:pt idx="2748">
                  <c:v>4.7059379999999971</c:v>
                </c:pt>
                <c:pt idx="2749">
                  <c:v>4.7071799999999975</c:v>
                </c:pt>
                <c:pt idx="2750">
                  <c:v>4.7084219999999997</c:v>
                </c:pt>
                <c:pt idx="2751">
                  <c:v>4.7096640000000027</c:v>
                </c:pt>
                <c:pt idx="2752">
                  <c:v>4.7115270000000002</c:v>
                </c:pt>
                <c:pt idx="2753">
                  <c:v>4.7127690000000024</c:v>
                </c:pt>
                <c:pt idx="2754">
                  <c:v>4.7140109999999966</c:v>
                </c:pt>
                <c:pt idx="2755">
                  <c:v>4.7152529999999997</c:v>
                </c:pt>
                <c:pt idx="2756">
                  <c:v>4.7164950000000001</c:v>
                </c:pt>
                <c:pt idx="2757">
                  <c:v>4.7177370000000005</c:v>
                </c:pt>
                <c:pt idx="2758">
                  <c:v>4.718979</c:v>
                </c:pt>
                <c:pt idx="2759">
                  <c:v>4.7202209999999996</c:v>
                </c:pt>
                <c:pt idx="2760">
                  <c:v>4.7214630000000026</c:v>
                </c:pt>
                <c:pt idx="2761">
                  <c:v>4.7227049999999977</c:v>
                </c:pt>
                <c:pt idx="2762">
                  <c:v>4.724567999999997</c:v>
                </c:pt>
                <c:pt idx="2763">
                  <c:v>4.7258099999999974</c:v>
                </c:pt>
                <c:pt idx="2764">
                  <c:v>4.7270520000000005</c:v>
                </c:pt>
                <c:pt idx="2765">
                  <c:v>4.728294</c:v>
                </c:pt>
                <c:pt idx="2766">
                  <c:v>4.7295359999999969</c:v>
                </c:pt>
                <c:pt idx="2767">
                  <c:v>4.7307779999999999</c:v>
                </c:pt>
                <c:pt idx="2768">
                  <c:v>4.7320200000000003</c:v>
                </c:pt>
                <c:pt idx="2769">
                  <c:v>4.7332620000000043</c:v>
                </c:pt>
                <c:pt idx="2770">
                  <c:v>4.7345039999999985</c:v>
                </c:pt>
                <c:pt idx="2771">
                  <c:v>4.7363670000000022</c:v>
                </c:pt>
                <c:pt idx="2772">
                  <c:v>4.7376090000000026</c:v>
                </c:pt>
                <c:pt idx="2773">
                  <c:v>4.7388510000000004</c:v>
                </c:pt>
                <c:pt idx="2774">
                  <c:v>4.7400929999999999</c:v>
                </c:pt>
                <c:pt idx="2775">
                  <c:v>4.7400929999999999</c:v>
                </c:pt>
                <c:pt idx="2776">
                  <c:v>4.7413349999999985</c:v>
                </c:pt>
                <c:pt idx="2777">
                  <c:v>4.7425769999999972</c:v>
                </c:pt>
                <c:pt idx="2778">
                  <c:v>4.7438190000000002</c:v>
                </c:pt>
                <c:pt idx="2779">
                  <c:v>4.7450609999999998</c:v>
                </c:pt>
                <c:pt idx="2780">
                  <c:v>4.7463030000000028</c:v>
                </c:pt>
                <c:pt idx="2781">
                  <c:v>4.7481660000000003</c:v>
                </c:pt>
                <c:pt idx="2782">
                  <c:v>4.7494079999999999</c:v>
                </c:pt>
                <c:pt idx="2783">
                  <c:v>4.7506500000000003</c:v>
                </c:pt>
                <c:pt idx="2784">
                  <c:v>4.7518919999999998</c:v>
                </c:pt>
                <c:pt idx="2785">
                  <c:v>4.7531339999999975</c:v>
                </c:pt>
                <c:pt idx="2786">
                  <c:v>4.754375999999997</c:v>
                </c:pt>
                <c:pt idx="2787">
                  <c:v>4.7556180000000001</c:v>
                </c:pt>
                <c:pt idx="2788">
                  <c:v>4.7568599999999996</c:v>
                </c:pt>
                <c:pt idx="2789">
                  <c:v>4.7581020000000001</c:v>
                </c:pt>
                <c:pt idx="2790">
                  <c:v>4.7599650000000002</c:v>
                </c:pt>
                <c:pt idx="2791">
                  <c:v>4.7612069999999997</c:v>
                </c:pt>
                <c:pt idx="2792">
                  <c:v>4.7624490000000002</c:v>
                </c:pt>
                <c:pt idx="2793">
                  <c:v>4.7636910000000023</c:v>
                </c:pt>
                <c:pt idx="2794">
                  <c:v>4.7649329999999956</c:v>
                </c:pt>
                <c:pt idx="2795">
                  <c:v>4.7661749999999969</c:v>
                </c:pt>
                <c:pt idx="2796">
                  <c:v>4.7674169999999956</c:v>
                </c:pt>
                <c:pt idx="2797">
                  <c:v>4.7686590000000004</c:v>
                </c:pt>
                <c:pt idx="2798">
                  <c:v>4.7699009999999973</c:v>
                </c:pt>
                <c:pt idx="2799">
                  <c:v>4.7711430000000021</c:v>
                </c:pt>
                <c:pt idx="2800">
                  <c:v>4.7730059999999996</c:v>
                </c:pt>
                <c:pt idx="2801">
                  <c:v>4.7742480000000027</c:v>
                </c:pt>
                <c:pt idx="2802">
                  <c:v>4.7754900000000013</c:v>
                </c:pt>
                <c:pt idx="2803">
                  <c:v>4.7767320000000026</c:v>
                </c:pt>
                <c:pt idx="2804">
                  <c:v>4.7779739999999995</c:v>
                </c:pt>
                <c:pt idx="2805">
                  <c:v>4.7792159999999999</c:v>
                </c:pt>
                <c:pt idx="2806">
                  <c:v>4.7804580000000003</c:v>
                </c:pt>
                <c:pt idx="2807">
                  <c:v>4.7817000000000025</c:v>
                </c:pt>
                <c:pt idx="2808">
                  <c:v>4.7829420000000002</c:v>
                </c:pt>
                <c:pt idx="2809">
                  <c:v>4.7848049999999978</c:v>
                </c:pt>
                <c:pt idx="2810">
                  <c:v>4.7860469999999999</c:v>
                </c:pt>
                <c:pt idx="2811">
                  <c:v>4.7872889999999995</c:v>
                </c:pt>
                <c:pt idx="2812">
                  <c:v>4.7885309999999972</c:v>
                </c:pt>
                <c:pt idx="2813">
                  <c:v>4.7897730000000029</c:v>
                </c:pt>
                <c:pt idx="2814">
                  <c:v>4.7910149999999971</c:v>
                </c:pt>
                <c:pt idx="2815">
                  <c:v>4.7922569999999975</c:v>
                </c:pt>
                <c:pt idx="2816">
                  <c:v>4.7934989999999997</c:v>
                </c:pt>
                <c:pt idx="2817">
                  <c:v>4.7947410000000001</c:v>
                </c:pt>
                <c:pt idx="2818">
                  <c:v>4.7966040000000003</c:v>
                </c:pt>
                <c:pt idx="2819">
                  <c:v>4.7978459999999972</c:v>
                </c:pt>
                <c:pt idx="2820">
                  <c:v>4.7990880000000002</c:v>
                </c:pt>
                <c:pt idx="2821">
                  <c:v>4.8003300000000007</c:v>
                </c:pt>
                <c:pt idx="2822">
                  <c:v>4.8015720000000002</c:v>
                </c:pt>
                <c:pt idx="2823">
                  <c:v>4.802813999999997</c:v>
                </c:pt>
                <c:pt idx="2824">
                  <c:v>4.8040559999999957</c:v>
                </c:pt>
                <c:pt idx="2825">
                  <c:v>4.8040559999999957</c:v>
                </c:pt>
                <c:pt idx="2826">
                  <c:v>4.8052980000000014</c:v>
                </c:pt>
                <c:pt idx="2827">
                  <c:v>4.80654</c:v>
                </c:pt>
                <c:pt idx="2828">
                  <c:v>4.8077819999999969</c:v>
                </c:pt>
                <c:pt idx="2829">
                  <c:v>4.8096449999999997</c:v>
                </c:pt>
                <c:pt idx="2830">
                  <c:v>4.8108869999999966</c:v>
                </c:pt>
                <c:pt idx="2831">
                  <c:v>4.8133710000000001</c:v>
                </c:pt>
                <c:pt idx="2832">
                  <c:v>4.8146130000000005</c:v>
                </c:pt>
                <c:pt idx="2833">
                  <c:v>4.8158549999999956</c:v>
                </c:pt>
                <c:pt idx="2834">
                  <c:v>4.8170969999999969</c:v>
                </c:pt>
                <c:pt idx="2835">
                  <c:v>4.8183389999999973</c:v>
                </c:pt>
                <c:pt idx="2836">
                  <c:v>4.8195809999999968</c:v>
                </c:pt>
                <c:pt idx="2837">
                  <c:v>4.8214440000000005</c:v>
                </c:pt>
                <c:pt idx="2838">
                  <c:v>4.8226859999999956</c:v>
                </c:pt>
                <c:pt idx="2839">
                  <c:v>4.8239279999999969</c:v>
                </c:pt>
                <c:pt idx="2840">
                  <c:v>4.8251699999999973</c:v>
                </c:pt>
                <c:pt idx="2841">
                  <c:v>4.8264119999999977</c:v>
                </c:pt>
                <c:pt idx="2842">
                  <c:v>4.8276539999999972</c:v>
                </c:pt>
                <c:pt idx="2843">
                  <c:v>4.8288959999999959</c:v>
                </c:pt>
                <c:pt idx="2844">
                  <c:v>4.8313800000000002</c:v>
                </c:pt>
                <c:pt idx="2845">
                  <c:v>4.8332430000000031</c:v>
                </c:pt>
                <c:pt idx="2846">
                  <c:v>4.8344849999999946</c:v>
                </c:pt>
                <c:pt idx="2847">
                  <c:v>4.8357270000000003</c:v>
                </c:pt>
                <c:pt idx="2848">
                  <c:v>4.8369689999999999</c:v>
                </c:pt>
                <c:pt idx="2849">
                  <c:v>4.8382110000000003</c:v>
                </c:pt>
                <c:pt idx="2850">
                  <c:v>4.8394529999999998</c:v>
                </c:pt>
                <c:pt idx="2851">
                  <c:v>4.8406950000000002</c:v>
                </c:pt>
                <c:pt idx="2852">
                  <c:v>4.841936999999997</c:v>
                </c:pt>
                <c:pt idx="2853">
                  <c:v>4.8431790000000001</c:v>
                </c:pt>
                <c:pt idx="2854">
                  <c:v>4.8450419999999985</c:v>
                </c:pt>
                <c:pt idx="2855">
                  <c:v>4.8462839999999998</c:v>
                </c:pt>
                <c:pt idx="2856">
                  <c:v>4.8475259999999967</c:v>
                </c:pt>
                <c:pt idx="2857">
                  <c:v>4.8487679999999997</c:v>
                </c:pt>
                <c:pt idx="2858">
                  <c:v>4.8500099999999975</c:v>
                </c:pt>
                <c:pt idx="2859">
                  <c:v>4.8512520000000023</c:v>
                </c:pt>
                <c:pt idx="2860">
                  <c:v>4.8524939999999974</c:v>
                </c:pt>
                <c:pt idx="2861">
                  <c:v>4.8537359999999969</c:v>
                </c:pt>
                <c:pt idx="2862">
                  <c:v>4.8549779999999956</c:v>
                </c:pt>
                <c:pt idx="2863">
                  <c:v>4.8562200000000004</c:v>
                </c:pt>
                <c:pt idx="2864">
                  <c:v>4.8580830000000006</c:v>
                </c:pt>
                <c:pt idx="2865">
                  <c:v>4.860566999999997</c:v>
                </c:pt>
                <c:pt idx="2866">
                  <c:v>4.861809</c:v>
                </c:pt>
                <c:pt idx="2867">
                  <c:v>4.8630510000000005</c:v>
                </c:pt>
                <c:pt idx="2868">
                  <c:v>4.864293</c:v>
                </c:pt>
                <c:pt idx="2869">
                  <c:v>4.8655349999999951</c:v>
                </c:pt>
                <c:pt idx="2870">
                  <c:v>4.8667769999999972</c:v>
                </c:pt>
                <c:pt idx="2871">
                  <c:v>4.8680189999999968</c:v>
                </c:pt>
                <c:pt idx="2872">
                  <c:v>4.8698819999999969</c:v>
                </c:pt>
                <c:pt idx="2873">
                  <c:v>4.871124</c:v>
                </c:pt>
                <c:pt idx="2874">
                  <c:v>4.8723660000000004</c:v>
                </c:pt>
                <c:pt idx="2875">
                  <c:v>4.8736079999999999</c:v>
                </c:pt>
                <c:pt idx="2876">
                  <c:v>4.8748499999999995</c:v>
                </c:pt>
                <c:pt idx="2877">
                  <c:v>4.8760919999999999</c:v>
                </c:pt>
                <c:pt idx="2878">
                  <c:v>4.8773339999999985</c:v>
                </c:pt>
                <c:pt idx="2879">
                  <c:v>4.8785759999999971</c:v>
                </c:pt>
                <c:pt idx="2880">
                  <c:v>4.8798179999999975</c:v>
                </c:pt>
                <c:pt idx="2881">
                  <c:v>4.8829229999999972</c:v>
                </c:pt>
                <c:pt idx="2882">
                  <c:v>4.8841649999999968</c:v>
                </c:pt>
                <c:pt idx="2883">
                  <c:v>4.8854069999999972</c:v>
                </c:pt>
                <c:pt idx="2884">
                  <c:v>4.8866490000000029</c:v>
                </c:pt>
                <c:pt idx="2885">
                  <c:v>4.8878910000000007</c:v>
                </c:pt>
                <c:pt idx="2886">
                  <c:v>4.8891330000000002</c:v>
                </c:pt>
                <c:pt idx="2887">
                  <c:v>4.890374999999997</c:v>
                </c:pt>
                <c:pt idx="2888">
                  <c:v>4.8916170000000001</c:v>
                </c:pt>
                <c:pt idx="2889">
                  <c:v>4.8934799999999985</c:v>
                </c:pt>
                <c:pt idx="2890">
                  <c:v>4.8947219999999971</c:v>
                </c:pt>
                <c:pt idx="2891">
                  <c:v>4.8959639999999975</c:v>
                </c:pt>
                <c:pt idx="2892">
                  <c:v>4.8972059999999971</c:v>
                </c:pt>
                <c:pt idx="2893">
                  <c:v>4.8984480000000001</c:v>
                </c:pt>
                <c:pt idx="2894">
                  <c:v>4.9009320000000001</c:v>
                </c:pt>
                <c:pt idx="2895">
                  <c:v>4.9021740000000005</c:v>
                </c:pt>
                <c:pt idx="2896">
                  <c:v>4.903416</c:v>
                </c:pt>
                <c:pt idx="2897">
                  <c:v>4.9046579999999995</c:v>
                </c:pt>
                <c:pt idx="2898">
                  <c:v>4.9065209999999997</c:v>
                </c:pt>
                <c:pt idx="2899">
                  <c:v>4.9077630000000028</c:v>
                </c:pt>
                <c:pt idx="2900">
                  <c:v>4.9090050000000014</c:v>
                </c:pt>
                <c:pt idx="2901">
                  <c:v>4.9114889999999995</c:v>
                </c:pt>
                <c:pt idx="2902">
                  <c:v>4.912731</c:v>
                </c:pt>
                <c:pt idx="2903">
                  <c:v>4.9139730000000004</c:v>
                </c:pt>
                <c:pt idx="2904">
                  <c:v>4.9152149999999972</c:v>
                </c:pt>
                <c:pt idx="2905">
                  <c:v>4.9164570000000003</c:v>
                </c:pt>
                <c:pt idx="2906">
                  <c:v>4.9183199999999996</c:v>
                </c:pt>
                <c:pt idx="2907">
                  <c:v>4.9195620000000027</c:v>
                </c:pt>
                <c:pt idx="2908">
                  <c:v>4.9220459999999973</c:v>
                </c:pt>
                <c:pt idx="2909">
                  <c:v>4.9232880000000003</c:v>
                </c:pt>
                <c:pt idx="2910">
                  <c:v>4.9245299999999972</c:v>
                </c:pt>
                <c:pt idx="2911">
                  <c:v>4.9257720000000003</c:v>
                </c:pt>
                <c:pt idx="2912">
                  <c:v>4.9270139999999971</c:v>
                </c:pt>
                <c:pt idx="2913">
                  <c:v>4.9282560000000002</c:v>
                </c:pt>
                <c:pt idx="2914">
                  <c:v>4.9301190000000004</c:v>
                </c:pt>
                <c:pt idx="2915">
                  <c:v>4.9326029999999994</c:v>
                </c:pt>
                <c:pt idx="2916">
                  <c:v>4.9338449999999998</c:v>
                </c:pt>
                <c:pt idx="2917">
                  <c:v>4.9350870000000002</c:v>
                </c:pt>
                <c:pt idx="2918">
                  <c:v>4.9363290000000033</c:v>
                </c:pt>
                <c:pt idx="2919">
                  <c:v>4.9375710000000002</c:v>
                </c:pt>
                <c:pt idx="2920">
                  <c:v>4.9388130000000023</c:v>
                </c:pt>
                <c:pt idx="2921">
                  <c:v>4.9400550000000001</c:v>
                </c:pt>
                <c:pt idx="2922">
                  <c:v>4.9419180000000003</c:v>
                </c:pt>
                <c:pt idx="2923">
                  <c:v>4.9444020000000002</c:v>
                </c:pt>
                <c:pt idx="2924">
                  <c:v>4.9456440000000024</c:v>
                </c:pt>
                <c:pt idx="2925">
                  <c:v>4.9468860000000001</c:v>
                </c:pt>
                <c:pt idx="2926">
                  <c:v>4.9481279999999996</c:v>
                </c:pt>
                <c:pt idx="2927">
                  <c:v>4.9493700000000027</c:v>
                </c:pt>
                <c:pt idx="2928">
                  <c:v>4.9506120000000013</c:v>
                </c:pt>
                <c:pt idx="2929">
                  <c:v>4.951854</c:v>
                </c:pt>
                <c:pt idx="2930">
                  <c:v>4.954958999999997</c:v>
                </c:pt>
                <c:pt idx="2931">
                  <c:v>4.9562010000000027</c:v>
                </c:pt>
                <c:pt idx="2932">
                  <c:v>4.9574429999999996</c:v>
                </c:pt>
                <c:pt idx="2933">
                  <c:v>4.958685</c:v>
                </c:pt>
                <c:pt idx="2934">
                  <c:v>4.9599270000000004</c:v>
                </c:pt>
                <c:pt idx="2935">
                  <c:v>4.9624109999999968</c:v>
                </c:pt>
                <c:pt idx="2936">
                  <c:v>4.9636529999999999</c:v>
                </c:pt>
                <c:pt idx="2937">
                  <c:v>4.9648949999999967</c:v>
                </c:pt>
                <c:pt idx="2938">
                  <c:v>4.9667580000000013</c:v>
                </c:pt>
                <c:pt idx="2939">
                  <c:v>4.969242000000003</c:v>
                </c:pt>
                <c:pt idx="2940">
                  <c:v>4.9704839999999999</c:v>
                </c:pt>
                <c:pt idx="2941">
                  <c:v>4.971726000000003</c:v>
                </c:pt>
                <c:pt idx="2942">
                  <c:v>4.9729679999999998</c:v>
                </c:pt>
                <c:pt idx="2943">
                  <c:v>4.9754520000000024</c:v>
                </c:pt>
                <c:pt idx="2944">
                  <c:v>4.9766940000000019</c:v>
                </c:pt>
                <c:pt idx="2945">
                  <c:v>4.9785569999999995</c:v>
                </c:pt>
                <c:pt idx="2946">
                  <c:v>4.9797990000000043</c:v>
                </c:pt>
                <c:pt idx="2947">
                  <c:v>4.9822829999999998</c:v>
                </c:pt>
                <c:pt idx="2948">
                  <c:v>4.9835250000000002</c:v>
                </c:pt>
                <c:pt idx="2949">
                  <c:v>4.9847669999999997</c:v>
                </c:pt>
                <c:pt idx="2950">
                  <c:v>4.9860090000000028</c:v>
                </c:pt>
                <c:pt idx="2951">
                  <c:v>4.9884930000000027</c:v>
                </c:pt>
                <c:pt idx="2952">
                  <c:v>4.9897350000000014</c:v>
                </c:pt>
                <c:pt idx="2953">
                  <c:v>4.9915979999999998</c:v>
                </c:pt>
                <c:pt idx="2954">
                  <c:v>4.9928399999999975</c:v>
                </c:pt>
                <c:pt idx="2955">
                  <c:v>4.994081999999997</c:v>
                </c:pt>
                <c:pt idx="2956">
                  <c:v>4.9965659999999996</c:v>
                </c:pt>
                <c:pt idx="2957">
                  <c:v>4.997808</c:v>
                </c:pt>
                <c:pt idx="2958">
                  <c:v>4.9990500000000004</c:v>
                </c:pt>
                <c:pt idx="2959">
                  <c:v>5.0002920000000026</c:v>
                </c:pt>
                <c:pt idx="2960">
                  <c:v>5.0015339999999995</c:v>
                </c:pt>
                <c:pt idx="2961">
                  <c:v>5.0046389999999965</c:v>
                </c:pt>
                <c:pt idx="2962">
                  <c:v>5.0058809999999969</c:v>
                </c:pt>
                <c:pt idx="2963">
                  <c:v>5.007123</c:v>
                </c:pt>
                <c:pt idx="2964">
                  <c:v>5.0083649999999995</c:v>
                </c:pt>
                <c:pt idx="2965">
                  <c:v>5.0096069999999999</c:v>
                </c:pt>
                <c:pt idx="2966">
                  <c:v>5.0120909999999972</c:v>
                </c:pt>
                <c:pt idx="2967">
                  <c:v>5.0133330000000003</c:v>
                </c:pt>
                <c:pt idx="2968">
                  <c:v>5.0151959999999978</c:v>
                </c:pt>
                <c:pt idx="2969">
                  <c:v>5.016438</c:v>
                </c:pt>
                <c:pt idx="2970">
                  <c:v>5.0176799999999995</c:v>
                </c:pt>
                <c:pt idx="2971">
                  <c:v>5.0201639999999985</c:v>
                </c:pt>
                <c:pt idx="2972">
                  <c:v>5.0214059999999971</c:v>
                </c:pt>
                <c:pt idx="2973">
                  <c:v>5.0226479999999976</c:v>
                </c:pt>
                <c:pt idx="2974">
                  <c:v>5.0238899999999971</c:v>
                </c:pt>
                <c:pt idx="2975">
                  <c:v>5.0251319999999966</c:v>
                </c:pt>
                <c:pt idx="2976">
                  <c:v>5.0269949999999968</c:v>
                </c:pt>
                <c:pt idx="2977">
                  <c:v>5.0282369999999972</c:v>
                </c:pt>
                <c:pt idx="2978">
                  <c:v>5.0307210000000024</c:v>
                </c:pt>
                <c:pt idx="2979">
                  <c:v>5.0319630000000029</c:v>
                </c:pt>
                <c:pt idx="2980">
                  <c:v>5.0332050000000024</c:v>
                </c:pt>
                <c:pt idx="2981">
                  <c:v>5.0344469999999975</c:v>
                </c:pt>
                <c:pt idx="2982">
                  <c:v>5.0356889999999996</c:v>
                </c:pt>
                <c:pt idx="2983">
                  <c:v>5.036931</c:v>
                </c:pt>
                <c:pt idx="2984">
                  <c:v>5.0400359999999971</c:v>
                </c:pt>
                <c:pt idx="2985">
                  <c:v>5.0412780000000028</c:v>
                </c:pt>
                <c:pt idx="2986">
                  <c:v>5.042519999999997</c:v>
                </c:pt>
                <c:pt idx="2987">
                  <c:v>5.0437620000000027</c:v>
                </c:pt>
                <c:pt idx="2988">
                  <c:v>5.0462460000000027</c:v>
                </c:pt>
                <c:pt idx="2989">
                  <c:v>5.0474879999999978</c:v>
                </c:pt>
                <c:pt idx="2990">
                  <c:v>5.0487300000000008</c:v>
                </c:pt>
                <c:pt idx="2991">
                  <c:v>5.0499719999999995</c:v>
                </c:pt>
                <c:pt idx="2992">
                  <c:v>5.051834999999997</c:v>
                </c:pt>
                <c:pt idx="2993">
                  <c:v>5.0543189999999969</c:v>
                </c:pt>
                <c:pt idx="2994">
                  <c:v>5.055561</c:v>
                </c:pt>
                <c:pt idx="2995">
                  <c:v>5.0568030000000004</c:v>
                </c:pt>
                <c:pt idx="2996">
                  <c:v>5.0580449999999972</c:v>
                </c:pt>
                <c:pt idx="2997">
                  <c:v>5.0592870000000003</c:v>
                </c:pt>
                <c:pt idx="2998">
                  <c:v>5.0605289999999972</c:v>
                </c:pt>
                <c:pt idx="2999">
                  <c:v>5.0636339999999995</c:v>
                </c:pt>
                <c:pt idx="3000">
                  <c:v>5.0648759999999946</c:v>
                </c:pt>
                <c:pt idx="3001">
                  <c:v>5.0661179999999968</c:v>
                </c:pt>
                <c:pt idx="3002">
                  <c:v>5.0673599999999972</c:v>
                </c:pt>
                <c:pt idx="3003">
                  <c:v>5.0686020000000003</c:v>
                </c:pt>
                <c:pt idx="3004">
                  <c:v>5.0698439999999998</c:v>
                </c:pt>
                <c:pt idx="3005">
                  <c:v>5.0723279999999997</c:v>
                </c:pt>
                <c:pt idx="3006">
                  <c:v>5.0735700000000001</c:v>
                </c:pt>
                <c:pt idx="3007">
                  <c:v>5.0754330000000003</c:v>
                </c:pt>
                <c:pt idx="3008">
                  <c:v>5.0766750000000034</c:v>
                </c:pt>
                <c:pt idx="3009">
                  <c:v>5.0779169999999958</c:v>
                </c:pt>
                <c:pt idx="3010">
                  <c:v>5.0791589999999998</c:v>
                </c:pt>
                <c:pt idx="3011">
                  <c:v>5.0804009999999975</c:v>
                </c:pt>
                <c:pt idx="3012">
                  <c:v>5.0828849999999957</c:v>
                </c:pt>
                <c:pt idx="3013">
                  <c:v>5.084126999999997</c:v>
                </c:pt>
                <c:pt idx="3014">
                  <c:v>5.0853690000000027</c:v>
                </c:pt>
                <c:pt idx="3015">
                  <c:v>5.0866110000000004</c:v>
                </c:pt>
                <c:pt idx="3016">
                  <c:v>5.0884740000000006</c:v>
                </c:pt>
                <c:pt idx="3017">
                  <c:v>5.0897160000000001</c:v>
                </c:pt>
                <c:pt idx="3018">
                  <c:v>5.0909580000000005</c:v>
                </c:pt>
                <c:pt idx="3019">
                  <c:v>5.0934419999999996</c:v>
                </c:pt>
                <c:pt idx="3020">
                  <c:v>5.0946839999999973</c:v>
                </c:pt>
                <c:pt idx="3021">
                  <c:v>5.0959259999999968</c:v>
                </c:pt>
                <c:pt idx="3022">
                  <c:v>5.0971679999999973</c:v>
                </c:pt>
                <c:pt idx="3023">
                  <c:v>5.0984099999999986</c:v>
                </c:pt>
                <c:pt idx="3024">
                  <c:v>5.1002729999999996</c:v>
                </c:pt>
                <c:pt idx="3025">
                  <c:v>5.1027569999999978</c:v>
                </c:pt>
                <c:pt idx="3026">
                  <c:v>5.103999</c:v>
                </c:pt>
                <c:pt idx="3027">
                  <c:v>5.1052410000000004</c:v>
                </c:pt>
                <c:pt idx="3028">
                  <c:v>5.1064830000000008</c:v>
                </c:pt>
                <c:pt idx="3029">
                  <c:v>5.1089669999999971</c:v>
                </c:pt>
                <c:pt idx="3030">
                  <c:v>5.1102089999999976</c:v>
                </c:pt>
                <c:pt idx="3031">
                  <c:v>5.1120719999999968</c:v>
                </c:pt>
                <c:pt idx="3032">
                  <c:v>5.1133139999999973</c:v>
                </c:pt>
                <c:pt idx="3033">
                  <c:v>5.114555999999995</c:v>
                </c:pt>
                <c:pt idx="3034">
                  <c:v>5.1157979999999972</c:v>
                </c:pt>
                <c:pt idx="3035">
                  <c:v>5.1182820000000007</c:v>
                </c:pt>
                <c:pt idx="3036">
                  <c:v>5.1195239999999975</c:v>
                </c:pt>
                <c:pt idx="3037">
                  <c:v>5.1207660000000006</c:v>
                </c:pt>
                <c:pt idx="3038">
                  <c:v>5.1220079999999957</c:v>
                </c:pt>
                <c:pt idx="3039">
                  <c:v>5.1238709999999958</c:v>
                </c:pt>
                <c:pt idx="3040">
                  <c:v>5.1251129999999945</c:v>
                </c:pt>
                <c:pt idx="3041">
                  <c:v>5.1263549999999967</c:v>
                </c:pt>
                <c:pt idx="3042">
                  <c:v>5.1288389999999966</c:v>
                </c:pt>
                <c:pt idx="3043">
                  <c:v>5.130080999999997</c:v>
                </c:pt>
                <c:pt idx="3044">
                  <c:v>5.1313230000000027</c:v>
                </c:pt>
                <c:pt idx="3045">
                  <c:v>5.1325650000000005</c:v>
                </c:pt>
                <c:pt idx="3046">
                  <c:v>5.133807</c:v>
                </c:pt>
                <c:pt idx="3047">
                  <c:v>5.1350490000000004</c:v>
                </c:pt>
                <c:pt idx="3048">
                  <c:v>5.136911999999997</c:v>
                </c:pt>
                <c:pt idx="3049">
                  <c:v>5.1381539999999966</c:v>
                </c:pt>
                <c:pt idx="3050">
                  <c:v>5.1393959999999996</c:v>
                </c:pt>
                <c:pt idx="3051">
                  <c:v>5.140638</c:v>
                </c:pt>
                <c:pt idx="3052">
                  <c:v>5.1418799999999996</c:v>
                </c:pt>
                <c:pt idx="3053">
                  <c:v>5.1443639999999995</c:v>
                </c:pt>
                <c:pt idx="3054">
                  <c:v>5.1456059999999972</c:v>
                </c:pt>
                <c:pt idx="3055">
                  <c:v>5.1468480000000003</c:v>
                </c:pt>
                <c:pt idx="3056">
                  <c:v>5.1487110000000005</c:v>
                </c:pt>
                <c:pt idx="3057">
                  <c:v>5.1499529999999965</c:v>
                </c:pt>
                <c:pt idx="3058">
                  <c:v>5.1511949999999969</c:v>
                </c:pt>
                <c:pt idx="3059">
                  <c:v>5.1536789999999995</c:v>
                </c:pt>
                <c:pt idx="3060">
                  <c:v>5.1549209999999945</c:v>
                </c:pt>
                <c:pt idx="3061">
                  <c:v>5.1561630000000003</c:v>
                </c:pt>
                <c:pt idx="3062">
                  <c:v>5.1574049999999945</c:v>
                </c:pt>
                <c:pt idx="3063">
                  <c:v>5.1586470000000002</c:v>
                </c:pt>
                <c:pt idx="3064">
                  <c:v>5.1605099999999968</c:v>
                </c:pt>
                <c:pt idx="3065">
                  <c:v>5.1617519999999972</c:v>
                </c:pt>
                <c:pt idx="3066">
                  <c:v>5.1642359999999963</c:v>
                </c:pt>
                <c:pt idx="3067">
                  <c:v>5.1654779999999958</c:v>
                </c:pt>
                <c:pt idx="3068">
                  <c:v>5.1667199999999971</c:v>
                </c:pt>
                <c:pt idx="3069">
                  <c:v>5.1679619999999957</c:v>
                </c:pt>
                <c:pt idx="3070">
                  <c:v>5.1692039999999997</c:v>
                </c:pt>
                <c:pt idx="3071">
                  <c:v>5.1723090000000003</c:v>
                </c:pt>
                <c:pt idx="3072">
                  <c:v>5.1735509999999971</c:v>
                </c:pt>
                <c:pt idx="3073">
                  <c:v>5.1747930000000002</c:v>
                </c:pt>
                <c:pt idx="3074">
                  <c:v>5.1772770000000001</c:v>
                </c:pt>
                <c:pt idx="3075">
                  <c:v>5.1785190000000005</c:v>
                </c:pt>
                <c:pt idx="3076">
                  <c:v>5.1810029999999996</c:v>
                </c:pt>
                <c:pt idx="3077">
                  <c:v>5.182245</c:v>
                </c:pt>
                <c:pt idx="3078">
                  <c:v>5.1853499999999997</c:v>
                </c:pt>
                <c:pt idx="3079">
                  <c:v>5.1878339999999969</c:v>
                </c:pt>
                <c:pt idx="3080">
                  <c:v>5.189076</c:v>
                </c:pt>
                <c:pt idx="3081">
                  <c:v>5.19156</c:v>
                </c:pt>
                <c:pt idx="3082">
                  <c:v>5.1928019999999977</c:v>
                </c:pt>
                <c:pt idx="3083">
                  <c:v>5.1940439999999981</c:v>
                </c:pt>
                <c:pt idx="3084">
                  <c:v>5.1971489999999969</c:v>
                </c:pt>
                <c:pt idx="3085">
                  <c:v>5.198391</c:v>
                </c:pt>
                <c:pt idx="3086">
                  <c:v>5.2008749999999973</c:v>
                </c:pt>
                <c:pt idx="3087">
                  <c:v>5.2021169999999968</c:v>
                </c:pt>
                <c:pt idx="3088">
                  <c:v>5.2046010000000003</c:v>
                </c:pt>
                <c:pt idx="3089">
                  <c:v>5.2058429999999998</c:v>
                </c:pt>
                <c:pt idx="3090">
                  <c:v>5.2089479999999995</c:v>
                </c:pt>
                <c:pt idx="3091">
                  <c:v>5.2101900000000008</c:v>
                </c:pt>
                <c:pt idx="3092">
                  <c:v>5.2126739999999998</c:v>
                </c:pt>
                <c:pt idx="3093">
                  <c:v>5.2151579999999971</c:v>
                </c:pt>
                <c:pt idx="3094">
                  <c:v>5.2164000000000001</c:v>
                </c:pt>
                <c:pt idx="3095">
                  <c:v>5.2188839999999974</c:v>
                </c:pt>
                <c:pt idx="3096">
                  <c:v>5.2207470000000002</c:v>
                </c:pt>
                <c:pt idx="3097">
                  <c:v>5.2232309999999975</c:v>
                </c:pt>
                <c:pt idx="3098">
                  <c:v>5.2257149999999948</c:v>
                </c:pt>
                <c:pt idx="3099">
                  <c:v>5.226956999999997</c:v>
                </c:pt>
                <c:pt idx="3100">
                  <c:v>5.228199</c:v>
                </c:pt>
                <c:pt idx="3101">
                  <c:v>5.2306830000000026</c:v>
                </c:pt>
                <c:pt idx="3102">
                  <c:v>5.2319250000000004</c:v>
                </c:pt>
                <c:pt idx="3103">
                  <c:v>5.2350300000000001</c:v>
                </c:pt>
                <c:pt idx="3104">
                  <c:v>5.236272000000004</c:v>
                </c:pt>
                <c:pt idx="3105">
                  <c:v>5.2387559999999995</c:v>
                </c:pt>
                <c:pt idx="3106">
                  <c:v>5.2399979999999999</c:v>
                </c:pt>
                <c:pt idx="3107">
                  <c:v>5.2424819999999972</c:v>
                </c:pt>
                <c:pt idx="3108">
                  <c:v>5.2437240000000003</c:v>
                </c:pt>
                <c:pt idx="3109">
                  <c:v>5.2468290000000026</c:v>
                </c:pt>
                <c:pt idx="3110">
                  <c:v>5.2480710000000004</c:v>
                </c:pt>
                <c:pt idx="3111">
                  <c:v>5.2505549999999968</c:v>
                </c:pt>
                <c:pt idx="3112">
                  <c:v>5.2517970000000034</c:v>
                </c:pt>
                <c:pt idx="3113">
                  <c:v>5.2530389999999985</c:v>
                </c:pt>
                <c:pt idx="3114">
                  <c:v>5.2555229999999975</c:v>
                </c:pt>
                <c:pt idx="3115">
                  <c:v>5.2573859999999959</c:v>
                </c:pt>
                <c:pt idx="3116">
                  <c:v>5.2598700000000003</c:v>
                </c:pt>
                <c:pt idx="3117">
                  <c:v>5.2611119999999971</c:v>
                </c:pt>
                <c:pt idx="3118">
                  <c:v>5.2623539999999975</c:v>
                </c:pt>
                <c:pt idx="3119">
                  <c:v>5.2648379999999966</c:v>
                </c:pt>
                <c:pt idx="3120">
                  <c:v>5.2660800000000005</c:v>
                </c:pt>
                <c:pt idx="3121">
                  <c:v>5.2691849999999958</c:v>
                </c:pt>
                <c:pt idx="3122">
                  <c:v>5.2704269999999998</c:v>
                </c:pt>
                <c:pt idx="3123">
                  <c:v>5.272910999999997</c:v>
                </c:pt>
                <c:pt idx="3124">
                  <c:v>5.2741530000000001</c:v>
                </c:pt>
                <c:pt idx="3125">
                  <c:v>5.2766370000000027</c:v>
                </c:pt>
                <c:pt idx="3126">
                  <c:v>5.2778790000000004</c:v>
                </c:pt>
                <c:pt idx="3127">
                  <c:v>5.2791210000000026</c:v>
                </c:pt>
                <c:pt idx="3128">
                  <c:v>5.2822260000000014</c:v>
                </c:pt>
                <c:pt idx="3129">
                  <c:v>5.2834679999999992</c:v>
                </c:pt>
                <c:pt idx="3130">
                  <c:v>5.2847099999999996</c:v>
                </c:pt>
                <c:pt idx="3131">
                  <c:v>5.2871939999999995</c:v>
                </c:pt>
                <c:pt idx="3132">
                  <c:v>5.2884359999999973</c:v>
                </c:pt>
                <c:pt idx="3133">
                  <c:v>5.289678000000003</c:v>
                </c:pt>
                <c:pt idx="3134">
                  <c:v>5.2909199999999972</c:v>
                </c:pt>
                <c:pt idx="3135">
                  <c:v>5.2940249999999978</c:v>
                </c:pt>
                <c:pt idx="3136">
                  <c:v>5.2952669999999991</c:v>
                </c:pt>
                <c:pt idx="3137">
                  <c:v>5.2965090000000004</c:v>
                </c:pt>
                <c:pt idx="3138">
                  <c:v>5.2977510000000008</c:v>
                </c:pt>
                <c:pt idx="3139">
                  <c:v>5.2989929999999985</c:v>
                </c:pt>
                <c:pt idx="3140">
                  <c:v>5.3002349999999971</c:v>
                </c:pt>
                <c:pt idx="3141">
                  <c:v>5.3027189999999971</c:v>
                </c:pt>
                <c:pt idx="3142">
                  <c:v>5.3039610000000001</c:v>
                </c:pt>
                <c:pt idx="3143">
                  <c:v>5.3058239999999985</c:v>
                </c:pt>
                <c:pt idx="3144">
                  <c:v>5.3070659999999972</c:v>
                </c:pt>
                <c:pt idx="3145">
                  <c:v>5.3083080000000002</c:v>
                </c:pt>
                <c:pt idx="3146">
                  <c:v>5.3095500000000007</c:v>
                </c:pt>
                <c:pt idx="3147">
                  <c:v>5.3107919999999975</c:v>
                </c:pt>
                <c:pt idx="3148">
                  <c:v>5.312033999999997</c:v>
                </c:pt>
                <c:pt idx="3149">
                  <c:v>5.3132759999999966</c:v>
                </c:pt>
                <c:pt idx="3150">
                  <c:v>5.3145179999999943</c:v>
                </c:pt>
                <c:pt idx="3151">
                  <c:v>5.31576</c:v>
                </c:pt>
                <c:pt idx="3152">
                  <c:v>5.3176230000000002</c:v>
                </c:pt>
                <c:pt idx="3153">
                  <c:v>5.3188649999999971</c:v>
                </c:pt>
                <c:pt idx="3154">
                  <c:v>5.3201069999999966</c:v>
                </c:pt>
                <c:pt idx="3155">
                  <c:v>5.3213490000000014</c:v>
                </c:pt>
                <c:pt idx="3156">
                  <c:v>5.3225909999999956</c:v>
                </c:pt>
                <c:pt idx="3157">
                  <c:v>5.3238330000000005</c:v>
                </c:pt>
                <c:pt idx="3158">
                  <c:v>5.3250749999999947</c:v>
                </c:pt>
                <c:pt idx="3159">
                  <c:v>5.3263169999999969</c:v>
                </c:pt>
                <c:pt idx="3160">
                  <c:v>5.3275589999999946</c:v>
                </c:pt>
                <c:pt idx="3161">
                  <c:v>5.3294220000000001</c:v>
                </c:pt>
                <c:pt idx="3162">
                  <c:v>5.3306640000000014</c:v>
                </c:pt>
                <c:pt idx="3163">
                  <c:v>5.331906</c:v>
                </c:pt>
                <c:pt idx="3164">
                  <c:v>5.3331479999999996</c:v>
                </c:pt>
                <c:pt idx="3165">
                  <c:v>5.33439</c:v>
                </c:pt>
                <c:pt idx="3166">
                  <c:v>5.3356320000000004</c:v>
                </c:pt>
                <c:pt idx="3167">
                  <c:v>5.3368739999999999</c:v>
                </c:pt>
                <c:pt idx="3168">
                  <c:v>5.3381159999999968</c:v>
                </c:pt>
                <c:pt idx="3169">
                  <c:v>5.3393580000000034</c:v>
                </c:pt>
                <c:pt idx="3170">
                  <c:v>5.3405999999999985</c:v>
                </c:pt>
                <c:pt idx="3171">
                  <c:v>5.3424629999999995</c:v>
                </c:pt>
                <c:pt idx="3172">
                  <c:v>5.3437049999999973</c:v>
                </c:pt>
                <c:pt idx="3173">
                  <c:v>5.3449469999999959</c:v>
                </c:pt>
                <c:pt idx="3174">
                  <c:v>5.3461889999999972</c:v>
                </c:pt>
                <c:pt idx="3175">
                  <c:v>5.3474309999999967</c:v>
                </c:pt>
                <c:pt idx="3176">
                  <c:v>5.3486729999999998</c:v>
                </c:pt>
                <c:pt idx="3177">
                  <c:v>5.3499149999999966</c:v>
                </c:pt>
                <c:pt idx="3178">
                  <c:v>5.3511570000000006</c:v>
                </c:pt>
                <c:pt idx="3179">
                  <c:v>5.3523990000000001</c:v>
                </c:pt>
                <c:pt idx="3180">
                  <c:v>5.3542620000000003</c:v>
                </c:pt>
                <c:pt idx="3181">
                  <c:v>5.355503999999998</c:v>
                </c:pt>
                <c:pt idx="3182">
                  <c:v>5.3567459999999985</c:v>
                </c:pt>
                <c:pt idx="3183">
                  <c:v>5.3579879999999944</c:v>
                </c:pt>
                <c:pt idx="3184">
                  <c:v>5.3592300000000002</c:v>
                </c:pt>
                <c:pt idx="3185">
                  <c:v>5.360471999999997</c:v>
                </c:pt>
                <c:pt idx="3186">
                  <c:v>5.3617139999999974</c:v>
                </c:pt>
                <c:pt idx="3187">
                  <c:v>5.3629559999999943</c:v>
                </c:pt>
                <c:pt idx="3188">
                  <c:v>5.3641979999999956</c:v>
                </c:pt>
                <c:pt idx="3189">
                  <c:v>5.3660610000000002</c:v>
                </c:pt>
                <c:pt idx="3190">
                  <c:v>5.3673030000000006</c:v>
                </c:pt>
                <c:pt idx="3191">
                  <c:v>5.3685449999999966</c:v>
                </c:pt>
                <c:pt idx="3192">
                  <c:v>5.3697870000000005</c:v>
                </c:pt>
                <c:pt idx="3193">
                  <c:v>5.3710289999999992</c:v>
                </c:pt>
                <c:pt idx="3194">
                  <c:v>5.3722709999999996</c:v>
                </c:pt>
                <c:pt idx="3195">
                  <c:v>5.373513</c:v>
                </c:pt>
                <c:pt idx="3196">
                  <c:v>5.3747549999999968</c:v>
                </c:pt>
                <c:pt idx="3197">
                  <c:v>5.3759969999999973</c:v>
                </c:pt>
                <c:pt idx="3198">
                  <c:v>5.3778600000000001</c:v>
                </c:pt>
                <c:pt idx="3199">
                  <c:v>5.3791020000000014</c:v>
                </c:pt>
                <c:pt idx="3200">
                  <c:v>5.3791020000000014</c:v>
                </c:pt>
                <c:pt idx="3201">
                  <c:v>5.380344</c:v>
                </c:pt>
                <c:pt idx="3202">
                  <c:v>5.3815859999999978</c:v>
                </c:pt>
                <c:pt idx="3203">
                  <c:v>5.3828279999999973</c:v>
                </c:pt>
                <c:pt idx="3204">
                  <c:v>5.3840699999999995</c:v>
                </c:pt>
                <c:pt idx="3205">
                  <c:v>5.3853120000000008</c:v>
                </c:pt>
                <c:pt idx="3206">
                  <c:v>5.3865539999999985</c:v>
                </c:pt>
                <c:pt idx="3207">
                  <c:v>5.3877959999999971</c:v>
                </c:pt>
                <c:pt idx="3208">
                  <c:v>5.3890380000000002</c:v>
                </c:pt>
                <c:pt idx="3209">
                  <c:v>5.3909009999999968</c:v>
                </c:pt>
                <c:pt idx="3210">
                  <c:v>5.3921429999999972</c:v>
                </c:pt>
                <c:pt idx="3211">
                  <c:v>5.3933849999999968</c:v>
                </c:pt>
                <c:pt idx="3212">
                  <c:v>5.3946269999999972</c:v>
                </c:pt>
                <c:pt idx="3213">
                  <c:v>5.3958690000000002</c:v>
                </c:pt>
                <c:pt idx="3214">
                  <c:v>5.3971109999999962</c:v>
                </c:pt>
                <c:pt idx="3215">
                  <c:v>5.3983529999999975</c:v>
                </c:pt>
                <c:pt idx="3216">
                  <c:v>5.3995950000000006</c:v>
                </c:pt>
                <c:pt idx="3217">
                  <c:v>5.4008369999999966</c:v>
                </c:pt>
                <c:pt idx="3218">
                  <c:v>5.4026999999999994</c:v>
                </c:pt>
                <c:pt idx="3219">
                  <c:v>5.4039419999999998</c:v>
                </c:pt>
                <c:pt idx="3220">
                  <c:v>5.4051839999999975</c:v>
                </c:pt>
                <c:pt idx="3221">
                  <c:v>5.4064259999999997</c:v>
                </c:pt>
                <c:pt idx="3222">
                  <c:v>5.4076680000000028</c:v>
                </c:pt>
                <c:pt idx="3223">
                  <c:v>5.4089100000000006</c:v>
                </c:pt>
                <c:pt idx="3224">
                  <c:v>5.4101520000000001</c:v>
                </c:pt>
                <c:pt idx="3225">
                  <c:v>5.4113940000000014</c:v>
                </c:pt>
                <c:pt idx="3226">
                  <c:v>5.4126359999999965</c:v>
                </c:pt>
                <c:pt idx="3227">
                  <c:v>5.4144989999999975</c:v>
                </c:pt>
                <c:pt idx="3228">
                  <c:v>5.4169830000000001</c:v>
                </c:pt>
                <c:pt idx="3229">
                  <c:v>5.4182249999999996</c:v>
                </c:pt>
                <c:pt idx="3230">
                  <c:v>5.4194670000000027</c:v>
                </c:pt>
                <c:pt idx="3231">
                  <c:v>5.4207089999999996</c:v>
                </c:pt>
                <c:pt idx="3232">
                  <c:v>5.421951</c:v>
                </c:pt>
                <c:pt idx="3233">
                  <c:v>5.4231930000000004</c:v>
                </c:pt>
                <c:pt idx="3234">
                  <c:v>5.4244349999999946</c:v>
                </c:pt>
                <c:pt idx="3235">
                  <c:v>5.4262980000000027</c:v>
                </c:pt>
                <c:pt idx="3236">
                  <c:v>5.4275400000000005</c:v>
                </c:pt>
                <c:pt idx="3237">
                  <c:v>5.4287820000000009</c:v>
                </c:pt>
                <c:pt idx="3238">
                  <c:v>5.4300240000000004</c:v>
                </c:pt>
                <c:pt idx="3239">
                  <c:v>5.4312660000000044</c:v>
                </c:pt>
                <c:pt idx="3240">
                  <c:v>5.4325079999999986</c:v>
                </c:pt>
                <c:pt idx="3241">
                  <c:v>5.4337500000000025</c:v>
                </c:pt>
                <c:pt idx="3242">
                  <c:v>5.4349920000000003</c:v>
                </c:pt>
                <c:pt idx="3243">
                  <c:v>5.4362340000000025</c:v>
                </c:pt>
                <c:pt idx="3244">
                  <c:v>5.4374760000000002</c:v>
                </c:pt>
                <c:pt idx="3245">
                  <c:v>5.439339000000003</c:v>
                </c:pt>
                <c:pt idx="3246">
                  <c:v>5.4405809999999972</c:v>
                </c:pt>
                <c:pt idx="3247">
                  <c:v>5.441823000000003</c:v>
                </c:pt>
                <c:pt idx="3248">
                  <c:v>5.4430650000000034</c:v>
                </c:pt>
                <c:pt idx="3249">
                  <c:v>5.4443069999999985</c:v>
                </c:pt>
                <c:pt idx="3250">
                  <c:v>5.4455489999999998</c:v>
                </c:pt>
                <c:pt idx="3251">
                  <c:v>5.4467910000000028</c:v>
                </c:pt>
                <c:pt idx="3252">
                  <c:v>5.4480329999999997</c:v>
                </c:pt>
                <c:pt idx="3253">
                  <c:v>5.4492750000000028</c:v>
                </c:pt>
                <c:pt idx="3254">
                  <c:v>5.4511380000000003</c:v>
                </c:pt>
                <c:pt idx="3255">
                  <c:v>5.4523799999999998</c:v>
                </c:pt>
                <c:pt idx="3256">
                  <c:v>5.4536220000000029</c:v>
                </c:pt>
                <c:pt idx="3257">
                  <c:v>5.4548640000000006</c:v>
                </c:pt>
                <c:pt idx="3258">
                  <c:v>5.4561060000000001</c:v>
                </c:pt>
                <c:pt idx="3259">
                  <c:v>5.4573480000000014</c:v>
                </c:pt>
                <c:pt idx="3260">
                  <c:v>5.4585899999999965</c:v>
                </c:pt>
                <c:pt idx="3261">
                  <c:v>5.4598319999999996</c:v>
                </c:pt>
                <c:pt idx="3262">
                  <c:v>5.461074</c:v>
                </c:pt>
                <c:pt idx="3263">
                  <c:v>5.4629369999999966</c:v>
                </c:pt>
                <c:pt idx="3264">
                  <c:v>5.464178999999997</c:v>
                </c:pt>
                <c:pt idx="3265">
                  <c:v>5.4654210000000001</c:v>
                </c:pt>
                <c:pt idx="3266">
                  <c:v>5.466663000000004</c:v>
                </c:pt>
                <c:pt idx="3267">
                  <c:v>5.4679049999999956</c:v>
                </c:pt>
                <c:pt idx="3268">
                  <c:v>5.4691470000000004</c:v>
                </c:pt>
                <c:pt idx="3269">
                  <c:v>5.4703889999999999</c:v>
                </c:pt>
                <c:pt idx="3270">
                  <c:v>5.471631000000003</c:v>
                </c:pt>
                <c:pt idx="3271">
                  <c:v>5.4728730000000034</c:v>
                </c:pt>
                <c:pt idx="3272">
                  <c:v>5.474736</c:v>
                </c:pt>
                <c:pt idx="3273">
                  <c:v>5.4759779999999996</c:v>
                </c:pt>
                <c:pt idx="3274">
                  <c:v>5.4772200000000026</c:v>
                </c:pt>
                <c:pt idx="3275">
                  <c:v>5.4784620000000022</c:v>
                </c:pt>
                <c:pt idx="3276">
                  <c:v>5.4797040000000026</c:v>
                </c:pt>
                <c:pt idx="3277">
                  <c:v>5.4809460000000003</c:v>
                </c:pt>
                <c:pt idx="3278">
                  <c:v>5.4821879999999972</c:v>
                </c:pt>
                <c:pt idx="3279">
                  <c:v>5.4834300000000002</c:v>
                </c:pt>
                <c:pt idx="3280">
                  <c:v>5.4846720000000024</c:v>
                </c:pt>
                <c:pt idx="3281">
                  <c:v>5.4865350000000008</c:v>
                </c:pt>
                <c:pt idx="3282">
                  <c:v>5.4877769999999995</c:v>
                </c:pt>
                <c:pt idx="3283">
                  <c:v>5.4890189999999999</c:v>
                </c:pt>
                <c:pt idx="3284">
                  <c:v>5.4902609999999994</c:v>
                </c:pt>
                <c:pt idx="3285">
                  <c:v>5.4915029999999998</c:v>
                </c:pt>
                <c:pt idx="3286">
                  <c:v>5.4927450000000002</c:v>
                </c:pt>
                <c:pt idx="3287">
                  <c:v>5.4939869999999971</c:v>
                </c:pt>
                <c:pt idx="3288">
                  <c:v>5.4952290000000028</c:v>
                </c:pt>
                <c:pt idx="3289">
                  <c:v>5.4964710000000014</c:v>
                </c:pt>
                <c:pt idx="3290">
                  <c:v>5.4977130000000001</c:v>
                </c:pt>
                <c:pt idx="3291">
                  <c:v>5.4995760000000002</c:v>
                </c:pt>
                <c:pt idx="3292">
                  <c:v>5.4995760000000002</c:v>
                </c:pt>
                <c:pt idx="3293">
                  <c:v>5.5008180000000007</c:v>
                </c:pt>
                <c:pt idx="3294">
                  <c:v>5.5020599999999975</c:v>
                </c:pt>
                <c:pt idx="3295">
                  <c:v>5.5033019999999997</c:v>
                </c:pt>
                <c:pt idx="3296">
                  <c:v>5.5045439999999974</c:v>
                </c:pt>
                <c:pt idx="3297">
                  <c:v>5.505785999999997</c:v>
                </c:pt>
                <c:pt idx="3298">
                  <c:v>5.507028</c:v>
                </c:pt>
                <c:pt idx="3299">
                  <c:v>5.5082700000000004</c:v>
                </c:pt>
                <c:pt idx="3300">
                  <c:v>5.509512</c:v>
                </c:pt>
                <c:pt idx="3301">
                  <c:v>5.5113750000000001</c:v>
                </c:pt>
                <c:pt idx="3302">
                  <c:v>5.5126170000000005</c:v>
                </c:pt>
                <c:pt idx="3303">
                  <c:v>5.5138590000000001</c:v>
                </c:pt>
                <c:pt idx="3304">
                  <c:v>5.5151010000000005</c:v>
                </c:pt>
                <c:pt idx="3305">
                  <c:v>5.5163429999999991</c:v>
                </c:pt>
                <c:pt idx="3306">
                  <c:v>5.5175849999999942</c:v>
                </c:pt>
                <c:pt idx="3307">
                  <c:v>5.5188269999999973</c:v>
                </c:pt>
                <c:pt idx="3308">
                  <c:v>5.5200689999999986</c:v>
                </c:pt>
                <c:pt idx="3309">
                  <c:v>5.5213109999999972</c:v>
                </c:pt>
                <c:pt idx="3310">
                  <c:v>5.5231739999999974</c:v>
                </c:pt>
                <c:pt idx="3311">
                  <c:v>5.5244159999999951</c:v>
                </c:pt>
                <c:pt idx="3312">
                  <c:v>5.525658</c:v>
                </c:pt>
                <c:pt idx="3313">
                  <c:v>5.5268999999999995</c:v>
                </c:pt>
                <c:pt idx="3314">
                  <c:v>5.5281419999999972</c:v>
                </c:pt>
                <c:pt idx="3315">
                  <c:v>5.5293839999999985</c:v>
                </c:pt>
                <c:pt idx="3316">
                  <c:v>5.5306260000000034</c:v>
                </c:pt>
                <c:pt idx="3317">
                  <c:v>5.5318679999999993</c:v>
                </c:pt>
                <c:pt idx="3318">
                  <c:v>5.5331099999999998</c:v>
                </c:pt>
                <c:pt idx="3319">
                  <c:v>5.5349729999999973</c:v>
                </c:pt>
                <c:pt idx="3320">
                  <c:v>5.5362149999999986</c:v>
                </c:pt>
                <c:pt idx="3321">
                  <c:v>5.5374569999999972</c:v>
                </c:pt>
                <c:pt idx="3322">
                  <c:v>5.5386990000000029</c:v>
                </c:pt>
                <c:pt idx="3323">
                  <c:v>5.5399409999999998</c:v>
                </c:pt>
                <c:pt idx="3324">
                  <c:v>5.5411830000000002</c:v>
                </c:pt>
                <c:pt idx="3325">
                  <c:v>5.5436670000000028</c:v>
                </c:pt>
                <c:pt idx="3326">
                  <c:v>5.5449090000000005</c:v>
                </c:pt>
                <c:pt idx="3327">
                  <c:v>5.5461509999999965</c:v>
                </c:pt>
                <c:pt idx="3328">
                  <c:v>5.5480139999999976</c:v>
                </c:pt>
                <c:pt idx="3329">
                  <c:v>5.5492559999999997</c:v>
                </c:pt>
                <c:pt idx="3330">
                  <c:v>5.5504980000000002</c:v>
                </c:pt>
                <c:pt idx="3331">
                  <c:v>5.5517399999999997</c:v>
                </c:pt>
                <c:pt idx="3332">
                  <c:v>5.5529819999999956</c:v>
                </c:pt>
                <c:pt idx="3333">
                  <c:v>5.5542240000000005</c:v>
                </c:pt>
                <c:pt idx="3334">
                  <c:v>5.555466</c:v>
                </c:pt>
                <c:pt idx="3335">
                  <c:v>5.5567080000000004</c:v>
                </c:pt>
                <c:pt idx="3336">
                  <c:v>5.5579499999999973</c:v>
                </c:pt>
                <c:pt idx="3337">
                  <c:v>5.5598129999999975</c:v>
                </c:pt>
                <c:pt idx="3338">
                  <c:v>5.561054999999997</c:v>
                </c:pt>
                <c:pt idx="3339">
                  <c:v>5.562297</c:v>
                </c:pt>
                <c:pt idx="3340">
                  <c:v>5.5635389999999969</c:v>
                </c:pt>
                <c:pt idx="3341">
                  <c:v>5.5647809999999955</c:v>
                </c:pt>
                <c:pt idx="3342">
                  <c:v>5.5660229999999995</c:v>
                </c:pt>
                <c:pt idx="3343">
                  <c:v>5.5672649999999972</c:v>
                </c:pt>
                <c:pt idx="3344">
                  <c:v>5.5685069999999968</c:v>
                </c:pt>
                <c:pt idx="3345">
                  <c:v>5.5697489999999998</c:v>
                </c:pt>
                <c:pt idx="3346">
                  <c:v>5.5716120000000027</c:v>
                </c:pt>
                <c:pt idx="3347">
                  <c:v>5.5728539999999995</c:v>
                </c:pt>
                <c:pt idx="3348">
                  <c:v>5.5740960000000008</c:v>
                </c:pt>
                <c:pt idx="3349">
                  <c:v>5.5753379999999995</c:v>
                </c:pt>
                <c:pt idx="3350">
                  <c:v>5.5765799999999999</c:v>
                </c:pt>
                <c:pt idx="3351">
                  <c:v>5.5765799999999999</c:v>
                </c:pt>
                <c:pt idx="3352">
                  <c:v>5.5778219999999985</c:v>
                </c:pt>
                <c:pt idx="3353">
                  <c:v>5.5790640000000025</c:v>
                </c:pt>
                <c:pt idx="3354">
                  <c:v>5.5803060000000002</c:v>
                </c:pt>
                <c:pt idx="3355">
                  <c:v>5.5815479999999997</c:v>
                </c:pt>
                <c:pt idx="3356">
                  <c:v>5.5834109999999972</c:v>
                </c:pt>
                <c:pt idx="3357">
                  <c:v>5.5846530000000003</c:v>
                </c:pt>
                <c:pt idx="3358">
                  <c:v>5.5858949999999972</c:v>
                </c:pt>
                <c:pt idx="3359">
                  <c:v>5.5871369999999967</c:v>
                </c:pt>
                <c:pt idx="3360">
                  <c:v>5.5883790000000024</c:v>
                </c:pt>
                <c:pt idx="3361">
                  <c:v>5.5896209999999993</c:v>
                </c:pt>
                <c:pt idx="3362">
                  <c:v>5.5908629999999997</c:v>
                </c:pt>
                <c:pt idx="3363">
                  <c:v>5.5921049999999957</c:v>
                </c:pt>
                <c:pt idx="3364">
                  <c:v>5.5933469999999996</c:v>
                </c:pt>
                <c:pt idx="3365">
                  <c:v>5.5952099999999998</c:v>
                </c:pt>
                <c:pt idx="3366">
                  <c:v>5.5964520000000002</c:v>
                </c:pt>
                <c:pt idx="3367">
                  <c:v>5.5976939999999997</c:v>
                </c:pt>
                <c:pt idx="3368">
                  <c:v>5.5989359999999966</c:v>
                </c:pt>
                <c:pt idx="3369">
                  <c:v>5.6001780000000005</c:v>
                </c:pt>
                <c:pt idx="3370">
                  <c:v>5.6014200000000001</c:v>
                </c:pt>
                <c:pt idx="3371">
                  <c:v>5.6026620000000014</c:v>
                </c:pt>
                <c:pt idx="3372">
                  <c:v>5.6039039999999964</c:v>
                </c:pt>
                <c:pt idx="3373">
                  <c:v>5.6051459999999969</c:v>
                </c:pt>
                <c:pt idx="3374">
                  <c:v>5.6063879999999973</c:v>
                </c:pt>
                <c:pt idx="3375">
                  <c:v>5.6082510000000001</c:v>
                </c:pt>
                <c:pt idx="3376">
                  <c:v>5.6094929999999996</c:v>
                </c:pt>
                <c:pt idx="3377">
                  <c:v>5.6107349999999956</c:v>
                </c:pt>
                <c:pt idx="3378">
                  <c:v>5.6119769999999978</c:v>
                </c:pt>
                <c:pt idx="3379">
                  <c:v>5.613219</c:v>
                </c:pt>
                <c:pt idx="3380">
                  <c:v>5.6144609999999977</c:v>
                </c:pt>
                <c:pt idx="3381">
                  <c:v>5.6157029999999972</c:v>
                </c:pt>
                <c:pt idx="3382">
                  <c:v>5.6169449999999967</c:v>
                </c:pt>
                <c:pt idx="3383">
                  <c:v>5.6181869999999963</c:v>
                </c:pt>
                <c:pt idx="3384">
                  <c:v>5.6200499999999973</c:v>
                </c:pt>
                <c:pt idx="3385">
                  <c:v>5.6212919999999995</c:v>
                </c:pt>
                <c:pt idx="3386">
                  <c:v>5.6225339999999946</c:v>
                </c:pt>
                <c:pt idx="3387">
                  <c:v>5.6237759999999959</c:v>
                </c:pt>
                <c:pt idx="3388">
                  <c:v>5.6237759999999959</c:v>
                </c:pt>
                <c:pt idx="3389">
                  <c:v>5.6250179999999945</c:v>
                </c:pt>
                <c:pt idx="3390">
                  <c:v>5.6262600000000003</c:v>
                </c:pt>
                <c:pt idx="3391">
                  <c:v>5.6275019999999945</c:v>
                </c:pt>
                <c:pt idx="3392">
                  <c:v>5.6287439999999975</c:v>
                </c:pt>
                <c:pt idx="3393">
                  <c:v>5.6299859999999962</c:v>
                </c:pt>
                <c:pt idx="3394">
                  <c:v>5.6318490000000034</c:v>
                </c:pt>
                <c:pt idx="3395">
                  <c:v>5.6330909999999985</c:v>
                </c:pt>
                <c:pt idx="3396">
                  <c:v>5.6343329999999971</c:v>
                </c:pt>
                <c:pt idx="3397">
                  <c:v>5.6355749999999958</c:v>
                </c:pt>
                <c:pt idx="3398">
                  <c:v>5.6368169999999971</c:v>
                </c:pt>
                <c:pt idx="3399">
                  <c:v>5.6380590000000002</c:v>
                </c:pt>
                <c:pt idx="3400">
                  <c:v>5.6393009999999997</c:v>
                </c:pt>
                <c:pt idx="3401">
                  <c:v>5.6405430000000001</c:v>
                </c:pt>
                <c:pt idx="3402">
                  <c:v>5.6417850000000005</c:v>
                </c:pt>
                <c:pt idx="3403">
                  <c:v>5.6436479999999998</c:v>
                </c:pt>
                <c:pt idx="3404">
                  <c:v>5.6448899999999966</c:v>
                </c:pt>
                <c:pt idx="3405">
                  <c:v>5.6461320000000006</c:v>
                </c:pt>
                <c:pt idx="3406">
                  <c:v>5.6473739999999975</c:v>
                </c:pt>
                <c:pt idx="3407">
                  <c:v>5.648615999999997</c:v>
                </c:pt>
                <c:pt idx="3408">
                  <c:v>5.649858</c:v>
                </c:pt>
                <c:pt idx="3409">
                  <c:v>5.6510999999999996</c:v>
                </c:pt>
                <c:pt idx="3410">
                  <c:v>5.652342</c:v>
                </c:pt>
                <c:pt idx="3411">
                  <c:v>5.6535839999999968</c:v>
                </c:pt>
                <c:pt idx="3412">
                  <c:v>5.6548259999999946</c:v>
                </c:pt>
                <c:pt idx="3413">
                  <c:v>5.6566890000000001</c:v>
                </c:pt>
                <c:pt idx="3414">
                  <c:v>5.657930999999996</c:v>
                </c:pt>
                <c:pt idx="3415">
                  <c:v>5.6604149999999951</c:v>
                </c:pt>
                <c:pt idx="3416">
                  <c:v>5.6616570000000008</c:v>
                </c:pt>
                <c:pt idx="3417">
                  <c:v>5.6628989999999968</c:v>
                </c:pt>
                <c:pt idx="3418">
                  <c:v>5.6641409999999945</c:v>
                </c:pt>
                <c:pt idx="3419">
                  <c:v>5.6653829999999958</c:v>
                </c:pt>
                <c:pt idx="3420">
                  <c:v>5.6666249999999971</c:v>
                </c:pt>
                <c:pt idx="3421">
                  <c:v>5.6684879999999955</c:v>
                </c:pt>
                <c:pt idx="3422">
                  <c:v>5.6709719999999972</c:v>
                </c:pt>
                <c:pt idx="3423">
                  <c:v>5.6722139999999985</c:v>
                </c:pt>
                <c:pt idx="3424">
                  <c:v>5.6734559999999972</c:v>
                </c:pt>
                <c:pt idx="3425">
                  <c:v>5.6746980000000002</c:v>
                </c:pt>
                <c:pt idx="3426">
                  <c:v>5.6759400000000007</c:v>
                </c:pt>
                <c:pt idx="3427">
                  <c:v>5.6784239999999997</c:v>
                </c:pt>
                <c:pt idx="3428">
                  <c:v>5.6802869999999972</c:v>
                </c:pt>
                <c:pt idx="3429">
                  <c:v>5.6815289999999985</c:v>
                </c:pt>
                <c:pt idx="3430">
                  <c:v>5.6827709999999971</c:v>
                </c:pt>
                <c:pt idx="3431">
                  <c:v>5.6840129999999967</c:v>
                </c:pt>
                <c:pt idx="3432">
                  <c:v>5.6864970000000001</c:v>
                </c:pt>
                <c:pt idx="3433">
                  <c:v>5.6877390000000005</c:v>
                </c:pt>
                <c:pt idx="3434">
                  <c:v>5.6889809999999956</c:v>
                </c:pt>
                <c:pt idx="3435">
                  <c:v>5.6902230000000014</c:v>
                </c:pt>
                <c:pt idx="3436">
                  <c:v>5.6920859999999944</c:v>
                </c:pt>
                <c:pt idx="3437">
                  <c:v>5.694569999999997</c:v>
                </c:pt>
                <c:pt idx="3438">
                  <c:v>5.6958119999999957</c:v>
                </c:pt>
                <c:pt idx="3439">
                  <c:v>5.697053999999997</c:v>
                </c:pt>
                <c:pt idx="3440">
                  <c:v>5.698296</c:v>
                </c:pt>
                <c:pt idx="3441">
                  <c:v>5.6995379999999978</c:v>
                </c:pt>
                <c:pt idx="3442">
                  <c:v>5.7020220000000004</c:v>
                </c:pt>
                <c:pt idx="3443">
                  <c:v>5.7032640000000026</c:v>
                </c:pt>
                <c:pt idx="3444">
                  <c:v>5.7051269999999965</c:v>
                </c:pt>
                <c:pt idx="3445">
                  <c:v>5.7063690000000031</c:v>
                </c:pt>
                <c:pt idx="3446">
                  <c:v>5.707611</c:v>
                </c:pt>
                <c:pt idx="3447">
                  <c:v>5.7100949999999973</c:v>
                </c:pt>
                <c:pt idx="3448">
                  <c:v>5.7113369999999986</c:v>
                </c:pt>
                <c:pt idx="3449">
                  <c:v>5.7125789999999972</c:v>
                </c:pt>
                <c:pt idx="3450">
                  <c:v>5.7138210000000003</c:v>
                </c:pt>
                <c:pt idx="3451">
                  <c:v>5.716926</c:v>
                </c:pt>
                <c:pt idx="3452">
                  <c:v>5.7181680000000004</c:v>
                </c:pt>
                <c:pt idx="3453">
                  <c:v>5.7194100000000008</c:v>
                </c:pt>
                <c:pt idx="3454">
                  <c:v>5.7206519999999985</c:v>
                </c:pt>
                <c:pt idx="3455">
                  <c:v>5.7231359999999958</c:v>
                </c:pt>
                <c:pt idx="3456">
                  <c:v>5.7243779999999971</c:v>
                </c:pt>
                <c:pt idx="3457">
                  <c:v>5.7256200000000002</c:v>
                </c:pt>
                <c:pt idx="3458">
                  <c:v>5.7268619999999997</c:v>
                </c:pt>
                <c:pt idx="3459">
                  <c:v>5.7287249999999972</c:v>
                </c:pt>
                <c:pt idx="3460">
                  <c:v>5.7312090000000033</c:v>
                </c:pt>
                <c:pt idx="3461">
                  <c:v>5.7324510000000002</c:v>
                </c:pt>
                <c:pt idx="3462">
                  <c:v>5.7336930000000041</c:v>
                </c:pt>
                <c:pt idx="3463">
                  <c:v>5.7361769999999996</c:v>
                </c:pt>
                <c:pt idx="3464">
                  <c:v>5.737419</c:v>
                </c:pt>
                <c:pt idx="3465">
                  <c:v>5.7386610000000031</c:v>
                </c:pt>
                <c:pt idx="3466">
                  <c:v>5.7405239999999997</c:v>
                </c:pt>
                <c:pt idx="3467">
                  <c:v>5.7430079999999997</c:v>
                </c:pt>
                <c:pt idx="3468">
                  <c:v>5.7442500000000001</c:v>
                </c:pt>
                <c:pt idx="3469">
                  <c:v>5.7454920000000014</c:v>
                </c:pt>
                <c:pt idx="3470">
                  <c:v>5.7479759999999978</c:v>
                </c:pt>
                <c:pt idx="3471">
                  <c:v>5.7492179999999991</c:v>
                </c:pt>
                <c:pt idx="3472">
                  <c:v>5.7504599999999995</c:v>
                </c:pt>
                <c:pt idx="3473">
                  <c:v>5.753565</c:v>
                </c:pt>
                <c:pt idx="3474">
                  <c:v>5.7548069999999969</c:v>
                </c:pt>
                <c:pt idx="3475">
                  <c:v>5.7560490000000026</c:v>
                </c:pt>
                <c:pt idx="3476">
                  <c:v>5.7572910000000004</c:v>
                </c:pt>
                <c:pt idx="3477">
                  <c:v>5.7585329999999972</c:v>
                </c:pt>
                <c:pt idx="3478">
                  <c:v>5.7610169999999972</c:v>
                </c:pt>
                <c:pt idx="3479">
                  <c:v>5.7622590000000002</c:v>
                </c:pt>
                <c:pt idx="3480">
                  <c:v>5.7635010000000007</c:v>
                </c:pt>
                <c:pt idx="3481">
                  <c:v>5.7653640000000008</c:v>
                </c:pt>
                <c:pt idx="3482">
                  <c:v>5.7666059999999995</c:v>
                </c:pt>
                <c:pt idx="3483">
                  <c:v>5.7678479999999972</c:v>
                </c:pt>
                <c:pt idx="3484">
                  <c:v>5.7690899999999985</c:v>
                </c:pt>
                <c:pt idx="3485">
                  <c:v>5.7703319999999998</c:v>
                </c:pt>
                <c:pt idx="3486">
                  <c:v>5.7728159999999971</c:v>
                </c:pt>
                <c:pt idx="3487">
                  <c:v>5.7740580000000001</c:v>
                </c:pt>
                <c:pt idx="3488">
                  <c:v>5.7753000000000014</c:v>
                </c:pt>
                <c:pt idx="3489">
                  <c:v>5.7771630000000034</c:v>
                </c:pt>
                <c:pt idx="3490">
                  <c:v>5.7784049999999985</c:v>
                </c:pt>
                <c:pt idx="3491">
                  <c:v>5.7796470000000042</c:v>
                </c:pt>
                <c:pt idx="3492">
                  <c:v>5.7808889999999975</c:v>
                </c:pt>
                <c:pt idx="3493">
                  <c:v>5.782130999999997</c:v>
                </c:pt>
                <c:pt idx="3494">
                  <c:v>5.784614999999997</c:v>
                </c:pt>
                <c:pt idx="3495">
                  <c:v>5.785857</c:v>
                </c:pt>
                <c:pt idx="3496">
                  <c:v>5.7870990000000004</c:v>
                </c:pt>
                <c:pt idx="3497">
                  <c:v>5.7889619999999997</c:v>
                </c:pt>
                <c:pt idx="3498">
                  <c:v>5.7902040000000001</c:v>
                </c:pt>
                <c:pt idx="3499">
                  <c:v>5.7914460000000014</c:v>
                </c:pt>
                <c:pt idx="3500">
                  <c:v>5.7939299999999996</c:v>
                </c:pt>
                <c:pt idx="3501">
                  <c:v>5.795172</c:v>
                </c:pt>
                <c:pt idx="3502">
                  <c:v>5.7964139999999995</c:v>
                </c:pt>
                <c:pt idx="3503">
                  <c:v>5.7976559999999973</c:v>
                </c:pt>
                <c:pt idx="3504">
                  <c:v>5.8007609999999996</c:v>
                </c:pt>
                <c:pt idx="3505">
                  <c:v>5.802003</c:v>
                </c:pt>
                <c:pt idx="3506">
                  <c:v>5.8032450000000004</c:v>
                </c:pt>
                <c:pt idx="3507">
                  <c:v>5.8044869999999955</c:v>
                </c:pt>
                <c:pt idx="3508">
                  <c:v>5.8069710000000008</c:v>
                </c:pt>
                <c:pt idx="3509">
                  <c:v>5.8082129999999985</c:v>
                </c:pt>
                <c:pt idx="3510">
                  <c:v>5.8094549999999971</c:v>
                </c:pt>
                <c:pt idx="3511">
                  <c:v>5.8106969999999976</c:v>
                </c:pt>
                <c:pt idx="3512">
                  <c:v>5.8138019999999972</c:v>
                </c:pt>
                <c:pt idx="3513">
                  <c:v>5.8150439999999985</c:v>
                </c:pt>
                <c:pt idx="3514">
                  <c:v>5.8162859999999972</c:v>
                </c:pt>
                <c:pt idx="3515">
                  <c:v>5.8175279999999967</c:v>
                </c:pt>
                <c:pt idx="3516">
                  <c:v>5.8187699999999998</c:v>
                </c:pt>
                <c:pt idx="3517">
                  <c:v>5.8212540000000006</c:v>
                </c:pt>
                <c:pt idx="3518">
                  <c:v>5.8224959999999957</c:v>
                </c:pt>
                <c:pt idx="3519">
                  <c:v>5.823737999999997</c:v>
                </c:pt>
                <c:pt idx="3520">
                  <c:v>5.8256009999999971</c:v>
                </c:pt>
                <c:pt idx="3521">
                  <c:v>5.8268429999999976</c:v>
                </c:pt>
                <c:pt idx="3522">
                  <c:v>5.8293270000000001</c:v>
                </c:pt>
                <c:pt idx="3523">
                  <c:v>5.8305689999999997</c:v>
                </c:pt>
                <c:pt idx="3524">
                  <c:v>5.8318110000000001</c:v>
                </c:pt>
                <c:pt idx="3525">
                  <c:v>5.8330530000000014</c:v>
                </c:pt>
                <c:pt idx="3526">
                  <c:v>5.834295</c:v>
                </c:pt>
                <c:pt idx="3527">
                  <c:v>5.8355369999999978</c:v>
                </c:pt>
                <c:pt idx="3528">
                  <c:v>5.8374000000000006</c:v>
                </c:pt>
                <c:pt idx="3529">
                  <c:v>5.8398839999999996</c:v>
                </c:pt>
                <c:pt idx="3530">
                  <c:v>5.841126</c:v>
                </c:pt>
                <c:pt idx="3531">
                  <c:v>5.8423679999999996</c:v>
                </c:pt>
                <c:pt idx="3532">
                  <c:v>5.84361</c:v>
                </c:pt>
                <c:pt idx="3533">
                  <c:v>5.8448519999999977</c:v>
                </c:pt>
                <c:pt idx="3534">
                  <c:v>5.8460939999999999</c:v>
                </c:pt>
                <c:pt idx="3535">
                  <c:v>5.8473359999999968</c:v>
                </c:pt>
                <c:pt idx="3536">
                  <c:v>5.8491990000000014</c:v>
                </c:pt>
                <c:pt idx="3537">
                  <c:v>5.8516830000000004</c:v>
                </c:pt>
                <c:pt idx="3538">
                  <c:v>5.8529249999999964</c:v>
                </c:pt>
                <c:pt idx="3539">
                  <c:v>5.8541669999999968</c:v>
                </c:pt>
                <c:pt idx="3540">
                  <c:v>5.8554089999999972</c:v>
                </c:pt>
                <c:pt idx="3541">
                  <c:v>5.8566509999999985</c:v>
                </c:pt>
                <c:pt idx="3542">
                  <c:v>5.8578929999999971</c:v>
                </c:pt>
                <c:pt idx="3543">
                  <c:v>5.8591349999999967</c:v>
                </c:pt>
                <c:pt idx="3544">
                  <c:v>5.8622399999999972</c:v>
                </c:pt>
                <c:pt idx="3545">
                  <c:v>5.8634819999999968</c:v>
                </c:pt>
                <c:pt idx="3546">
                  <c:v>5.864723999999998</c:v>
                </c:pt>
                <c:pt idx="3547">
                  <c:v>5.8659659999999967</c:v>
                </c:pt>
                <c:pt idx="3548">
                  <c:v>5.8684499999999975</c:v>
                </c:pt>
                <c:pt idx="3549">
                  <c:v>5.8696919999999997</c:v>
                </c:pt>
                <c:pt idx="3550">
                  <c:v>5.8709339999999974</c:v>
                </c:pt>
                <c:pt idx="3551">
                  <c:v>5.872175999999997</c:v>
                </c:pt>
                <c:pt idx="3552">
                  <c:v>5.8752810000000002</c:v>
                </c:pt>
                <c:pt idx="3553">
                  <c:v>5.8765229999999997</c:v>
                </c:pt>
                <c:pt idx="3554">
                  <c:v>5.8777650000000001</c:v>
                </c:pt>
                <c:pt idx="3555">
                  <c:v>5.8790070000000014</c:v>
                </c:pt>
                <c:pt idx="3556">
                  <c:v>5.8814909999999996</c:v>
                </c:pt>
                <c:pt idx="3557">
                  <c:v>5.882733</c:v>
                </c:pt>
                <c:pt idx="3558">
                  <c:v>5.8839749999999968</c:v>
                </c:pt>
                <c:pt idx="3559">
                  <c:v>5.885837999999997</c:v>
                </c:pt>
                <c:pt idx="3560">
                  <c:v>5.8870799999999974</c:v>
                </c:pt>
                <c:pt idx="3561">
                  <c:v>5.8883219999999996</c:v>
                </c:pt>
                <c:pt idx="3562">
                  <c:v>5.889564</c:v>
                </c:pt>
                <c:pt idx="3563">
                  <c:v>5.892048</c:v>
                </c:pt>
                <c:pt idx="3564">
                  <c:v>5.8932900000000004</c:v>
                </c:pt>
                <c:pt idx="3565">
                  <c:v>5.8945319999999963</c:v>
                </c:pt>
                <c:pt idx="3566">
                  <c:v>5.8957739999999985</c:v>
                </c:pt>
                <c:pt idx="3567">
                  <c:v>5.8976369999999969</c:v>
                </c:pt>
                <c:pt idx="3568">
                  <c:v>5.898879</c:v>
                </c:pt>
                <c:pt idx="3569">
                  <c:v>5.9001209999999995</c:v>
                </c:pt>
                <c:pt idx="3570">
                  <c:v>5.9013630000000044</c:v>
                </c:pt>
                <c:pt idx="3571">
                  <c:v>5.9038469999999998</c:v>
                </c:pt>
                <c:pt idx="3572">
                  <c:v>5.9050890000000003</c:v>
                </c:pt>
                <c:pt idx="3573">
                  <c:v>5.9063309999999998</c:v>
                </c:pt>
                <c:pt idx="3574">
                  <c:v>5.9075730000000002</c:v>
                </c:pt>
                <c:pt idx="3575">
                  <c:v>5.9088150000000006</c:v>
                </c:pt>
                <c:pt idx="3576">
                  <c:v>5.9119199999999985</c:v>
                </c:pt>
                <c:pt idx="3577">
                  <c:v>5.9131619999999998</c:v>
                </c:pt>
                <c:pt idx="3578">
                  <c:v>5.9144039999999976</c:v>
                </c:pt>
                <c:pt idx="3579">
                  <c:v>5.9156459999999997</c:v>
                </c:pt>
                <c:pt idx="3580">
                  <c:v>5.9168880000000001</c:v>
                </c:pt>
                <c:pt idx="3581">
                  <c:v>5.9181299999999997</c:v>
                </c:pt>
                <c:pt idx="3582">
                  <c:v>5.9206140000000005</c:v>
                </c:pt>
                <c:pt idx="3583">
                  <c:v>5.9224770000000007</c:v>
                </c:pt>
                <c:pt idx="3584">
                  <c:v>5.9237190000000002</c:v>
                </c:pt>
                <c:pt idx="3585">
                  <c:v>5.9249610000000006</c:v>
                </c:pt>
                <c:pt idx="3586">
                  <c:v>5.9262029999999992</c:v>
                </c:pt>
                <c:pt idx="3587">
                  <c:v>5.928687</c:v>
                </c:pt>
                <c:pt idx="3588">
                  <c:v>5.9299289999999996</c:v>
                </c:pt>
                <c:pt idx="3589">
                  <c:v>5.9311710000000026</c:v>
                </c:pt>
                <c:pt idx="3590">
                  <c:v>5.9324130000000004</c:v>
                </c:pt>
                <c:pt idx="3591">
                  <c:v>5.9342759999999997</c:v>
                </c:pt>
                <c:pt idx="3592">
                  <c:v>5.936760000000004</c:v>
                </c:pt>
                <c:pt idx="3593">
                  <c:v>5.9380020000000027</c:v>
                </c:pt>
                <c:pt idx="3594">
                  <c:v>5.9392440000000031</c:v>
                </c:pt>
                <c:pt idx="3595">
                  <c:v>5.9404860000000008</c:v>
                </c:pt>
                <c:pt idx="3596">
                  <c:v>5.9417280000000021</c:v>
                </c:pt>
                <c:pt idx="3597">
                  <c:v>5.9442119999999985</c:v>
                </c:pt>
                <c:pt idx="3598">
                  <c:v>5.9460749999999996</c:v>
                </c:pt>
                <c:pt idx="3599">
                  <c:v>5.947317</c:v>
                </c:pt>
                <c:pt idx="3600">
                  <c:v>5.9485590000000004</c:v>
                </c:pt>
                <c:pt idx="3601">
                  <c:v>5.951043000000003</c:v>
                </c:pt>
                <c:pt idx="3602">
                  <c:v>5.9522850000000007</c:v>
                </c:pt>
                <c:pt idx="3603">
                  <c:v>5.9535270000000002</c:v>
                </c:pt>
                <c:pt idx="3604">
                  <c:v>5.9547690000000024</c:v>
                </c:pt>
                <c:pt idx="3605">
                  <c:v>5.9560109999999975</c:v>
                </c:pt>
                <c:pt idx="3606">
                  <c:v>5.9572529999999997</c:v>
                </c:pt>
                <c:pt idx="3607">
                  <c:v>5.9603580000000003</c:v>
                </c:pt>
                <c:pt idx="3608">
                  <c:v>5.9615999999999998</c:v>
                </c:pt>
                <c:pt idx="3609">
                  <c:v>5.9628420000000002</c:v>
                </c:pt>
                <c:pt idx="3610">
                  <c:v>5.9640839999999971</c:v>
                </c:pt>
                <c:pt idx="3611">
                  <c:v>5.9653260000000001</c:v>
                </c:pt>
                <c:pt idx="3612">
                  <c:v>5.9665680000000014</c:v>
                </c:pt>
                <c:pt idx="3613">
                  <c:v>5.9690520000000014</c:v>
                </c:pt>
                <c:pt idx="3614">
                  <c:v>5.9709149999999971</c:v>
                </c:pt>
                <c:pt idx="3615">
                  <c:v>5.9721570000000002</c:v>
                </c:pt>
                <c:pt idx="3616">
                  <c:v>5.9746410000000028</c:v>
                </c:pt>
                <c:pt idx="3617">
                  <c:v>5.9758829999999996</c:v>
                </c:pt>
                <c:pt idx="3618">
                  <c:v>5.977125</c:v>
                </c:pt>
                <c:pt idx="3619">
                  <c:v>5.9783670000000031</c:v>
                </c:pt>
                <c:pt idx="3620">
                  <c:v>5.9808510000000004</c:v>
                </c:pt>
                <c:pt idx="3621">
                  <c:v>5.9827140000000005</c:v>
                </c:pt>
                <c:pt idx="3622">
                  <c:v>5.9839559999999965</c:v>
                </c:pt>
                <c:pt idx="3623">
                  <c:v>5.9864400000000026</c:v>
                </c:pt>
                <c:pt idx="3624">
                  <c:v>5.9876819999999995</c:v>
                </c:pt>
                <c:pt idx="3625">
                  <c:v>5.9889239999999999</c:v>
                </c:pt>
                <c:pt idx="3626">
                  <c:v>5.9914079999999998</c:v>
                </c:pt>
                <c:pt idx="3627">
                  <c:v>5.9926500000000003</c:v>
                </c:pt>
                <c:pt idx="3628">
                  <c:v>5.9945129999999978</c:v>
                </c:pt>
                <c:pt idx="3629">
                  <c:v>5.9969970000000004</c:v>
                </c:pt>
                <c:pt idx="3630">
                  <c:v>5.9982390000000034</c:v>
                </c:pt>
                <c:pt idx="3631">
                  <c:v>5.9994809999999985</c:v>
                </c:pt>
                <c:pt idx="3632">
                  <c:v>6.0007229999999998</c:v>
                </c:pt>
                <c:pt idx="3633">
                  <c:v>6.0032069999999997</c:v>
                </c:pt>
                <c:pt idx="3634">
                  <c:v>6.0044490000000001</c:v>
                </c:pt>
                <c:pt idx="3635">
                  <c:v>6.0056909999999997</c:v>
                </c:pt>
                <c:pt idx="3636">
                  <c:v>6.0075539999999972</c:v>
                </c:pt>
                <c:pt idx="3637">
                  <c:v>6.0087960000000002</c:v>
                </c:pt>
                <c:pt idx="3638">
                  <c:v>6.0100380000000007</c:v>
                </c:pt>
                <c:pt idx="3639">
                  <c:v>6.0125220000000006</c:v>
                </c:pt>
                <c:pt idx="3640">
                  <c:v>6.0137639999999992</c:v>
                </c:pt>
                <c:pt idx="3641">
                  <c:v>6.015005999999997</c:v>
                </c:pt>
                <c:pt idx="3642">
                  <c:v>6.0162480000000027</c:v>
                </c:pt>
                <c:pt idx="3643">
                  <c:v>6.0174899999999969</c:v>
                </c:pt>
                <c:pt idx="3644">
                  <c:v>6.0205949999999966</c:v>
                </c:pt>
                <c:pt idx="3645">
                  <c:v>6.021836999999997</c:v>
                </c:pt>
                <c:pt idx="3646">
                  <c:v>6.0230790000000001</c:v>
                </c:pt>
                <c:pt idx="3647">
                  <c:v>6.0243210000000005</c:v>
                </c:pt>
                <c:pt idx="3648">
                  <c:v>6.0268049999999977</c:v>
                </c:pt>
                <c:pt idx="3649">
                  <c:v>6.0280470000000008</c:v>
                </c:pt>
                <c:pt idx="3650">
                  <c:v>6.0292889999999995</c:v>
                </c:pt>
                <c:pt idx="3651">
                  <c:v>6.0311519999999996</c:v>
                </c:pt>
                <c:pt idx="3652">
                  <c:v>6.0336359999999996</c:v>
                </c:pt>
                <c:pt idx="3653">
                  <c:v>6.034878</c:v>
                </c:pt>
                <c:pt idx="3654">
                  <c:v>6.0361200000000004</c:v>
                </c:pt>
                <c:pt idx="3655">
                  <c:v>6.0373619999999999</c:v>
                </c:pt>
                <c:pt idx="3656">
                  <c:v>6.0386040000000003</c:v>
                </c:pt>
                <c:pt idx="3657">
                  <c:v>6.0398460000000034</c:v>
                </c:pt>
                <c:pt idx="3658">
                  <c:v>6.0410880000000002</c:v>
                </c:pt>
                <c:pt idx="3659">
                  <c:v>6.0429509999999969</c:v>
                </c:pt>
                <c:pt idx="3660">
                  <c:v>6.0454349999999959</c:v>
                </c:pt>
                <c:pt idx="3661">
                  <c:v>6.0466769999999999</c:v>
                </c:pt>
                <c:pt idx="3662">
                  <c:v>6.0479189999999967</c:v>
                </c:pt>
                <c:pt idx="3663">
                  <c:v>6.0491609999999998</c:v>
                </c:pt>
                <c:pt idx="3664">
                  <c:v>6.0504030000000002</c:v>
                </c:pt>
                <c:pt idx="3665">
                  <c:v>6.0528869999999966</c:v>
                </c:pt>
                <c:pt idx="3666">
                  <c:v>6.0547499999999985</c:v>
                </c:pt>
                <c:pt idx="3667">
                  <c:v>6.0559920000000007</c:v>
                </c:pt>
                <c:pt idx="3668">
                  <c:v>6.0572339999999985</c:v>
                </c:pt>
                <c:pt idx="3669">
                  <c:v>6.0584759999999971</c:v>
                </c:pt>
                <c:pt idx="3670">
                  <c:v>6.0597179999999975</c:v>
                </c:pt>
                <c:pt idx="3671">
                  <c:v>6.0622020000000001</c:v>
                </c:pt>
                <c:pt idx="3672">
                  <c:v>6.0634439999999996</c:v>
                </c:pt>
                <c:pt idx="3673">
                  <c:v>6.0646859999999956</c:v>
                </c:pt>
                <c:pt idx="3674">
                  <c:v>6.0659279999999978</c:v>
                </c:pt>
                <c:pt idx="3675">
                  <c:v>6.0677910000000006</c:v>
                </c:pt>
                <c:pt idx="3676">
                  <c:v>6.0690330000000001</c:v>
                </c:pt>
                <c:pt idx="3677">
                  <c:v>6.0702750000000014</c:v>
                </c:pt>
                <c:pt idx="3678">
                  <c:v>6.0715169999999965</c:v>
                </c:pt>
                <c:pt idx="3679">
                  <c:v>6.074001</c:v>
                </c:pt>
                <c:pt idx="3680">
                  <c:v>6.0752430000000022</c:v>
                </c:pt>
                <c:pt idx="3681">
                  <c:v>6.0764849999999972</c:v>
                </c:pt>
                <c:pt idx="3682">
                  <c:v>6.0777270000000003</c:v>
                </c:pt>
                <c:pt idx="3683">
                  <c:v>6.0795899999999996</c:v>
                </c:pt>
                <c:pt idx="3684">
                  <c:v>6.080832</c:v>
                </c:pt>
                <c:pt idx="3685">
                  <c:v>6.0820739999999995</c:v>
                </c:pt>
                <c:pt idx="3686">
                  <c:v>6.0833159999999973</c:v>
                </c:pt>
                <c:pt idx="3687">
                  <c:v>6.0845579999999977</c:v>
                </c:pt>
                <c:pt idx="3688">
                  <c:v>6.0870419999999985</c:v>
                </c:pt>
                <c:pt idx="3689">
                  <c:v>6.0882839999999998</c:v>
                </c:pt>
                <c:pt idx="3690">
                  <c:v>6.0895259999999976</c:v>
                </c:pt>
                <c:pt idx="3691">
                  <c:v>6.0913889999999995</c:v>
                </c:pt>
                <c:pt idx="3692">
                  <c:v>6.0926309999999972</c:v>
                </c:pt>
                <c:pt idx="3693">
                  <c:v>6.0938730000000003</c:v>
                </c:pt>
                <c:pt idx="3694">
                  <c:v>6.0951149999999945</c:v>
                </c:pt>
                <c:pt idx="3695">
                  <c:v>6.0963570000000002</c:v>
                </c:pt>
                <c:pt idx="3696">
                  <c:v>6.0975990000000007</c:v>
                </c:pt>
                <c:pt idx="3697">
                  <c:v>6.1000830000000006</c:v>
                </c:pt>
                <c:pt idx="3698">
                  <c:v>6.1013249999999966</c:v>
                </c:pt>
                <c:pt idx="3699">
                  <c:v>6.1031879999999958</c:v>
                </c:pt>
                <c:pt idx="3700">
                  <c:v>6.1044299999999971</c:v>
                </c:pt>
                <c:pt idx="3701">
                  <c:v>6.1056720000000002</c:v>
                </c:pt>
                <c:pt idx="3702">
                  <c:v>6.1069139999999971</c:v>
                </c:pt>
                <c:pt idx="3703">
                  <c:v>6.1081559999999966</c:v>
                </c:pt>
                <c:pt idx="3704">
                  <c:v>6.1093979999999997</c:v>
                </c:pt>
                <c:pt idx="3705">
                  <c:v>6.1106400000000001</c:v>
                </c:pt>
                <c:pt idx="3706">
                  <c:v>6.1131239999999973</c:v>
                </c:pt>
                <c:pt idx="3707">
                  <c:v>6.1143659999999977</c:v>
                </c:pt>
                <c:pt idx="3708">
                  <c:v>6.1162289999999997</c:v>
                </c:pt>
                <c:pt idx="3709">
                  <c:v>6.1174709999999957</c:v>
                </c:pt>
                <c:pt idx="3710">
                  <c:v>6.118712999999997</c:v>
                </c:pt>
                <c:pt idx="3711">
                  <c:v>6.1199549999999956</c:v>
                </c:pt>
                <c:pt idx="3712">
                  <c:v>6.1211969999999969</c:v>
                </c:pt>
                <c:pt idx="3713">
                  <c:v>6.1224389999999955</c:v>
                </c:pt>
                <c:pt idx="3714">
                  <c:v>6.1236809999999977</c:v>
                </c:pt>
                <c:pt idx="3715">
                  <c:v>6.1249229999999946</c:v>
                </c:pt>
                <c:pt idx="3716">
                  <c:v>6.1261649999999968</c:v>
                </c:pt>
                <c:pt idx="3717">
                  <c:v>6.1280280000000005</c:v>
                </c:pt>
                <c:pt idx="3718">
                  <c:v>6.1292699999999991</c:v>
                </c:pt>
                <c:pt idx="3719">
                  <c:v>6.1317539999999999</c:v>
                </c:pt>
                <c:pt idx="3720">
                  <c:v>6.1329959999999959</c:v>
                </c:pt>
                <c:pt idx="3721">
                  <c:v>6.1342379999999972</c:v>
                </c:pt>
                <c:pt idx="3722">
                  <c:v>6.1354799999999985</c:v>
                </c:pt>
                <c:pt idx="3723">
                  <c:v>6.1367219999999998</c:v>
                </c:pt>
                <c:pt idx="3724">
                  <c:v>6.1379639999999975</c:v>
                </c:pt>
                <c:pt idx="3725">
                  <c:v>6.1398270000000004</c:v>
                </c:pt>
                <c:pt idx="3726">
                  <c:v>6.1410689999999999</c:v>
                </c:pt>
                <c:pt idx="3727">
                  <c:v>6.1423109999999967</c:v>
                </c:pt>
                <c:pt idx="3728">
                  <c:v>6.1435530000000007</c:v>
                </c:pt>
                <c:pt idx="3729">
                  <c:v>6.1447949999999958</c:v>
                </c:pt>
                <c:pt idx="3730">
                  <c:v>6.1472789999999975</c:v>
                </c:pt>
                <c:pt idx="3731">
                  <c:v>6.148520999999997</c:v>
                </c:pt>
                <c:pt idx="3732">
                  <c:v>6.1497630000000028</c:v>
                </c:pt>
                <c:pt idx="3733">
                  <c:v>6.1516260000000003</c:v>
                </c:pt>
                <c:pt idx="3734">
                  <c:v>6.1528679999999971</c:v>
                </c:pt>
                <c:pt idx="3735">
                  <c:v>6.1541099999999958</c:v>
                </c:pt>
                <c:pt idx="3736">
                  <c:v>6.1553520000000006</c:v>
                </c:pt>
                <c:pt idx="3737">
                  <c:v>6.1565939999999975</c:v>
                </c:pt>
                <c:pt idx="3738">
                  <c:v>6.1578359999999961</c:v>
                </c:pt>
                <c:pt idx="3739">
                  <c:v>6.1590779999999965</c:v>
                </c:pt>
                <c:pt idx="3740">
                  <c:v>6.1603199999999969</c:v>
                </c:pt>
                <c:pt idx="3741">
                  <c:v>6.161562</c:v>
                </c:pt>
                <c:pt idx="3742">
                  <c:v>6.164666999999997</c:v>
                </c:pt>
                <c:pt idx="3743">
                  <c:v>6.1659089999999956</c:v>
                </c:pt>
                <c:pt idx="3744">
                  <c:v>6.1671509999999943</c:v>
                </c:pt>
                <c:pt idx="3745">
                  <c:v>6.168393</c:v>
                </c:pt>
                <c:pt idx="3746">
                  <c:v>6.1696349999999978</c:v>
                </c:pt>
                <c:pt idx="3747">
                  <c:v>6.1708769999999973</c:v>
                </c:pt>
                <c:pt idx="3748">
                  <c:v>6.1721189999999977</c:v>
                </c:pt>
                <c:pt idx="3749">
                  <c:v>6.1733610000000034</c:v>
                </c:pt>
                <c:pt idx="3750">
                  <c:v>6.1746029999999985</c:v>
                </c:pt>
                <c:pt idx="3751">
                  <c:v>6.1764659999999996</c:v>
                </c:pt>
                <c:pt idx="3752">
                  <c:v>6.177708</c:v>
                </c:pt>
                <c:pt idx="3753">
                  <c:v>6.1789499999999995</c:v>
                </c:pt>
                <c:pt idx="3754">
                  <c:v>6.1801919999999972</c:v>
                </c:pt>
                <c:pt idx="3755">
                  <c:v>6.1814339999999985</c:v>
                </c:pt>
                <c:pt idx="3756">
                  <c:v>6.1826759999999972</c:v>
                </c:pt>
                <c:pt idx="3757">
                  <c:v>6.1851600000000007</c:v>
                </c:pt>
                <c:pt idx="3758">
                  <c:v>6.1864020000000002</c:v>
                </c:pt>
                <c:pt idx="3759">
                  <c:v>6.1882649999999995</c:v>
                </c:pt>
                <c:pt idx="3760">
                  <c:v>6.1895069999999972</c:v>
                </c:pt>
                <c:pt idx="3761">
                  <c:v>6.1907489999999985</c:v>
                </c:pt>
                <c:pt idx="3762">
                  <c:v>6.1919909999999971</c:v>
                </c:pt>
                <c:pt idx="3763">
                  <c:v>6.1944749999999944</c:v>
                </c:pt>
                <c:pt idx="3764">
                  <c:v>6.1957169999999966</c:v>
                </c:pt>
                <c:pt idx="3765">
                  <c:v>6.196958999999997</c:v>
                </c:pt>
                <c:pt idx="3766">
                  <c:v>6.1982010000000001</c:v>
                </c:pt>
                <c:pt idx="3767">
                  <c:v>6.2000640000000002</c:v>
                </c:pt>
                <c:pt idx="3768">
                  <c:v>6.2013060000000024</c:v>
                </c:pt>
                <c:pt idx="3769">
                  <c:v>6.2025479999999975</c:v>
                </c:pt>
                <c:pt idx="3770">
                  <c:v>6.2050320000000001</c:v>
                </c:pt>
                <c:pt idx="3771">
                  <c:v>6.2062740000000014</c:v>
                </c:pt>
                <c:pt idx="3772">
                  <c:v>6.2075159999999956</c:v>
                </c:pt>
                <c:pt idx="3773">
                  <c:v>6.2087579999999996</c:v>
                </c:pt>
                <c:pt idx="3774">
                  <c:v>6.21</c:v>
                </c:pt>
                <c:pt idx="3775">
                  <c:v>6.211242000000003</c:v>
                </c:pt>
                <c:pt idx="3776">
                  <c:v>6.2131050000000005</c:v>
                </c:pt>
                <c:pt idx="3777">
                  <c:v>6.2155890000000005</c:v>
                </c:pt>
                <c:pt idx="3778">
                  <c:v>6.2168309999999964</c:v>
                </c:pt>
                <c:pt idx="3779">
                  <c:v>6.2180729999999995</c:v>
                </c:pt>
                <c:pt idx="3780">
                  <c:v>6.2193149999999973</c:v>
                </c:pt>
                <c:pt idx="3781">
                  <c:v>6.2205569999999959</c:v>
                </c:pt>
                <c:pt idx="3782">
                  <c:v>6.2217989999999999</c:v>
                </c:pt>
                <c:pt idx="3783">
                  <c:v>6.2230410000000003</c:v>
                </c:pt>
                <c:pt idx="3784">
                  <c:v>6.2249039999999969</c:v>
                </c:pt>
                <c:pt idx="3785">
                  <c:v>6.226146</c:v>
                </c:pt>
                <c:pt idx="3786">
                  <c:v>6.2286299999999999</c:v>
                </c:pt>
                <c:pt idx="3787">
                  <c:v>6.2298720000000003</c:v>
                </c:pt>
                <c:pt idx="3788">
                  <c:v>6.2311140000000007</c:v>
                </c:pt>
                <c:pt idx="3789">
                  <c:v>6.2323559999999985</c:v>
                </c:pt>
                <c:pt idx="3790">
                  <c:v>6.2335979999999998</c:v>
                </c:pt>
                <c:pt idx="3791">
                  <c:v>6.2348399999999975</c:v>
                </c:pt>
                <c:pt idx="3792">
                  <c:v>6.2367029999999994</c:v>
                </c:pt>
                <c:pt idx="3793">
                  <c:v>6.2379449999999972</c:v>
                </c:pt>
                <c:pt idx="3794">
                  <c:v>6.2391870000000003</c:v>
                </c:pt>
                <c:pt idx="3795">
                  <c:v>6.2416710000000029</c:v>
                </c:pt>
                <c:pt idx="3796">
                  <c:v>6.2429130000000006</c:v>
                </c:pt>
                <c:pt idx="3797">
                  <c:v>6.2441549999999966</c:v>
                </c:pt>
                <c:pt idx="3798">
                  <c:v>6.2453970000000014</c:v>
                </c:pt>
                <c:pt idx="3799">
                  <c:v>6.2466389999999992</c:v>
                </c:pt>
                <c:pt idx="3800">
                  <c:v>6.2485019999999976</c:v>
                </c:pt>
                <c:pt idx="3801">
                  <c:v>6.2497440000000024</c:v>
                </c:pt>
                <c:pt idx="3802">
                  <c:v>6.2522279999999997</c:v>
                </c:pt>
                <c:pt idx="3803">
                  <c:v>6.2534700000000001</c:v>
                </c:pt>
                <c:pt idx="3804">
                  <c:v>6.2547119999999969</c:v>
                </c:pt>
                <c:pt idx="3805">
                  <c:v>6.2559539999999974</c:v>
                </c:pt>
                <c:pt idx="3806">
                  <c:v>6.2571959999999978</c:v>
                </c:pt>
                <c:pt idx="3807">
                  <c:v>6.2584379999999973</c:v>
                </c:pt>
                <c:pt idx="3808">
                  <c:v>6.2603009999999975</c:v>
                </c:pt>
                <c:pt idx="3809">
                  <c:v>6.2627849999999974</c:v>
                </c:pt>
                <c:pt idx="3810">
                  <c:v>6.2640269999999969</c:v>
                </c:pt>
                <c:pt idx="3811">
                  <c:v>6.2652690000000026</c:v>
                </c:pt>
                <c:pt idx="3812">
                  <c:v>6.2665109999999968</c:v>
                </c:pt>
                <c:pt idx="3813">
                  <c:v>6.2677529999999972</c:v>
                </c:pt>
                <c:pt idx="3814">
                  <c:v>6.2689949999999968</c:v>
                </c:pt>
                <c:pt idx="3815">
                  <c:v>6.2702369999999998</c:v>
                </c:pt>
                <c:pt idx="3816">
                  <c:v>6.2733420000000031</c:v>
                </c:pt>
                <c:pt idx="3817">
                  <c:v>6.2745839999999964</c:v>
                </c:pt>
                <c:pt idx="3818">
                  <c:v>6.2758259999999995</c:v>
                </c:pt>
                <c:pt idx="3819">
                  <c:v>6.2770679999999999</c:v>
                </c:pt>
                <c:pt idx="3820">
                  <c:v>6.2783099999999994</c:v>
                </c:pt>
                <c:pt idx="3821">
                  <c:v>6.2795519999999998</c:v>
                </c:pt>
                <c:pt idx="3822">
                  <c:v>6.2807940000000002</c:v>
                </c:pt>
                <c:pt idx="3823">
                  <c:v>6.2820359999999971</c:v>
                </c:pt>
                <c:pt idx="3824">
                  <c:v>6.2832780000000028</c:v>
                </c:pt>
                <c:pt idx="3825">
                  <c:v>6.2851410000000003</c:v>
                </c:pt>
                <c:pt idx="3826">
                  <c:v>6.2863829999999998</c:v>
                </c:pt>
                <c:pt idx="3827">
                  <c:v>6.2876250000000002</c:v>
                </c:pt>
                <c:pt idx="3828">
                  <c:v>6.2901089999999975</c:v>
                </c:pt>
                <c:pt idx="3829">
                  <c:v>6.2913509999999997</c:v>
                </c:pt>
                <c:pt idx="3830">
                  <c:v>6.2925929999999966</c:v>
                </c:pt>
                <c:pt idx="3831">
                  <c:v>6.293834999999997</c:v>
                </c:pt>
                <c:pt idx="3832">
                  <c:v>6.295077</c:v>
                </c:pt>
                <c:pt idx="3833">
                  <c:v>6.2969400000000002</c:v>
                </c:pt>
                <c:pt idx="3834">
                  <c:v>6.2981819999999971</c:v>
                </c:pt>
                <c:pt idx="3835">
                  <c:v>6.2994240000000001</c:v>
                </c:pt>
                <c:pt idx="3836">
                  <c:v>6.3006660000000014</c:v>
                </c:pt>
                <c:pt idx="3837">
                  <c:v>6.3019080000000001</c:v>
                </c:pt>
                <c:pt idx="3838">
                  <c:v>6.3043919999999964</c:v>
                </c:pt>
                <c:pt idx="3839">
                  <c:v>6.3056339999999995</c:v>
                </c:pt>
                <c:pt idx="3840">
                  <c:v>6.3068759999999973</c:v>
                </c:pt>
                <c:pt idx="3841">
                  <c:v>6.3087390000000001</c:v>
                </c:pt>
                <c:pt idx="3842">
                  <c:v>6.309980999999997</c:v>
                </c:pt>
                <c:pt idx="3843">
                  <c:v>6.3112230000000027</c:v>
                </c:pt>
                <c:pt idx="3844">
                  <c:v>6.3124649999999969</c:v>
                </c:pt>
                <c:pt idx="3845">
                  <c:v>6.313707</c:v>
                </c:pt>
                <c:pt idx="3846">
                  <c:v>6.3149489999999977</c:v>
                </c:pt>
                <c:pt idx="3847">
                  <c:v>6.3174329999999967</c:v>
                </c:pt>
                <c:pt idx="3848">
                  <c:v>6.3186750000000007</c:v>
                </c:pt>
                <c:pt idx="3849">
                  <c:v>6.3199169999999958</c:v>
                </c:pt>
                <c:pt idx="3850">
                  <c:v>6.3217799999999995</c:v>
                </c:pt>
                <c:pt idx="3851">
                  <c:v>6.3230219999999973</c:v>
                </c:pt>
                <c:pt idx="3852">
                  <c:v>6.3242639999999986</c:v>
                </c:pt>
                <c:pt idx="3853">
                  <c:v>6.3255059999999945</c:v>
                </c:pt>
                <c:pt idx="3854">
                  <c:v>6.3267480000000003</c:v>
                </c:pt>
                <c:pt idx="3855">
                  <c:v>6.3292320000000002</c:v>
                </c:pt>
                <c:pt idx="3856">
                  <c:v>6.3304740000000006</c:v>
                </c:pt>
                <c:pt idx="3857">
                  <c:v>6.3317160000000001</c:v>
                </c:pt>
                <c:pt idx="3858">
                  <c:v>6.3335790000000003</c:v>
                </c:pt>
                <c:pt idx="3859">
                  <c:v>6.3348210000000007</c:v>
                </c:pt>
                <c:pt idx="3860">
                  <c:v>6.3360629999999993</c:v>
                </c:pt>
                <c:pt idx="3861">
                  <c:v>6.3373049999999971</c:v>
                </c:pt>
                <c:pt idx="3862">
                  <c:v>6.3397889999999997</c:v>
                </c:pt>
                <c:pt idx="3863">
                  <c:v>6.3410310000000001</c:v>
                </c:pt>
                <c:pt idx="3864">
                  <c:v>6.3422729999999996</c:v>
                </c:pt>
                <c:pt idx="3865">
                  <c:v>6.3435149999999956</c:v>
                </c:pt>
                <c:pt idx="3866">
                  <c:v>6.3453780000000002</c:v>
                </c:pt>
                <c:pt idx="3867">
                  <c:v>6.3466200000000024</c:v>
                </c:pt>
                <c:pt idx="3868">
                  <c:v>6.3478620000000001</c:v>
                </c:pt>
                <c:pt idx="3869">
                  <c:v>6.3491040000000005</c:v>
                </c:pt>
                <c:pt idx="3870">
                  <c:v>6.3515879999999969</c:v>
                </c:pt>
                <c:pt idx="3871">
                  <c:v>6.3528299999999973</c:v>
                </c:pt>
                <c:pt idx="3872">
                  <c:v>6.3540719999999968</c:v>
                </c:pt>
                <c:pt idx="3873">
                  <c:v>6.3553139999999972</c:v>
                </c:pt>
                <c:pt idx="3874">
                  <c:v>6.3571769999999956</c:v>
                </c:pt>
                <c:pt idx="3875">
                  <c:v>6.3584190000000005</c:v>
                </c:pt>
                <c:pt idx="3876">
                  <c:v>6.3596610000000027</c:v>
                </c:pt>
                <c:pt idx="3877">
                  <c:v>6.3609029999999978</c:v>
                </c:pt>
                <c:pt idx="3878">
                  <c:v>6.3621449999999946</c:v>
                </c:pt>
                <c:pt idx="3879">
                  <c:v>6.3633869999999968</c:v>
                </c:pt>
                <c:pt idx="3880">
                  <c:v>6.3646289999999972</c:v>
                </c:pt>
                <c:pt idx="3881">
                  <c:v>6.3658709999999958</c:v>
                </c:pt>
                <c:pt idx="3882">
                  <c:v>6.3671129999999945</c:v>
                </c:pt>
                <c:pt idx="3883">
                  <c:v>6.3683549999999967</c:v>
                </c:pt>
                <c:pt idx="3884">
                  <c:v>6.3702179999999995</c:v>
                </c:pt>
                <c:pt idx="3885">
                  <c:v>6.3714599999999999</c:v>
                </c:pt>
                <c:pt idx="3886">
                  <c:v>6.3727020000000003</c:v>
                </c:pt>
                <c:pt idx="3887">
                  <c:v>6.3739439999999998</c:v>
                </c:pt>
                <c:pt idx="3888">
                  <c:v>6.3751859999999967</c:v>
                </c:pt>
                <c:pt idx="3889">
                  <c:v>6.3764280000000024</c:v>
                </c:pt>
                <c:pt idx="3890">
                  <c:v>6.3776699999999993</c:v>
                </c:pt>
                <c:pt idx="3891">
                  <c:v>6.378911999999997</c:v>
                </c:pt>
                <c:pt idx="3892">
                  <c:v>6.3801539999999966</c:v>
                </c:pt>
                <c:pt idx="3893">
                  <c:v>6.3820169999999958</c:v>
                </c:pt>
                <c:pt idx="3894">
                  <c:v>6.3832589999999998</c:v>
                </c:pt>
                <c:pt idx="3895">
                  <c:v>6.3845009999999967</c:v>
                </c:pt>
                <c:pt idx="3896">
                  <c:v>6.3869849999999966</c:v>
                </c:pt>
                <c:pt idx="3897">
                  <c:v>6.3882270000000014</c:v>
                </c:pt>
                <c:pt idx="3898">
                  <c:v>6.3894690000000027</c:v>
                </c:pt>
                <c:pt idx="3899">
                  <c:v>6.3907110000000005</c:v>
                </c:pt>
                <c:pt idx="3900">
                  <c:v>6.3919529999999964</c:v>
                </c:pt>
                <c:pt idx="3901">
                  <c:v>6.3938159999999957</c:v>
                </c:pt>
                <c:pt idx="3902">
                  <c:v>6.395057999999997</c:v>
                </c:pt>
                <c:pt idx="3903">
                  <c:v>6.3963000000000001</c:v>
                </c:pt>
                <c:pt idx="3904">
                  <c:v>6.397541999999997</c:v>
                </c:pt>
                <c:pt idx="3905">
                  <c:v>6.3987839999999974</c:v>
                </c:pt>
                <c:pt idx="3906">
                  <c:v>6.4000259999999995</c:v>
                </c:pt>
                <c:pt idx="3907">
                  <c:v>6.4012680000000053</c:v>
                </c:pt>
                <c:pt idx="3908">
                  <c:v>6.4025099999999995</c:v>
                </c:pt>
                <c:pt idx="3909">
                  <c:v>6.4037519999999999</c:v>
                </c:pt>
                <c:pt idx="3910">
                  <c:v>6.4068570000000014</c:v>
                </c:pt>
                <c:pt idx="3911">
                  <c:v>6.4080990000000035</c:v>
                </c:pt>
                <c:pt idx="3912">
                  <c:v>6.4093410000000022</c:v>
                </c:pt>
                <c:pt idx="3913">
                  <c:v>6.4105829999999973</c:v>
                </c:pt>
                <c:pt idx="3914">
                  <c:v>6.4118249999999986</c:v>
                </c:pt>
                <c:pt idx="3915">
                  <c:v>6.4130669999999999</c:v>
                </c:pt>
                <c:pt idx="3916">
                  <c:v>6.4143090000000003</c:v>
                </c:pt>
                <c:pt idx="3917">
                  <c:v>6.4155509999999971</c:v>
                </c:pt>
                <c:pt idx="3918">
                  <c:v>6.4174139999999973</c:v>
                </c:pt>
                <c:pt idx="3919">
                  <c:v>6.4186560000000004</c:v>
                </c:pt>
                <c:pt idx="3920">
                  <c:v>6.4198979999999999</c:v>
                </c:pt>
                <c:pt idx="3921">
                  <c:v>6.4211400000000003</c:v>
                </c:pt>
                <c:pt idx="3922">
                  <c:v>6.4223820000000007</c:v>
                </c:pt>
                <c:pt idx="3923">
                  <c:v>6.4236239999999993</c:v>
                </c:pt>
                <c:pt idx="3924">
                  <c:v>6.4248659999999971</c:v>
                </c:pt>
                <c:pt idx="3925">
                  <c:v>6.4273499999999997</c:v>
                </c:pt>
                <c:pt idx="3926">
                  <c:v>6.4285920000000001</c:v>
                </c:pt>
                <c:pt idx="3927">
                  <c:v>6.4304550000000003</c:v>
                </c:pt>
                <c:pt idx="3928">
                  <c:v>6.4316970000000033</c:v>
                </c:pt>
                <c:pt idx="3929">
                  <c:v>6.4329390000000002</c:v>
                </c:pt>
                <c:pt idx="3930">
                  <c:v>6.4341810000000006</c:v>
                </c:pt>
                <c:pt idx="3931">
                  <c:v>6.4354230000000028</c:v>
                </c:pt>
                <c:pt idx="3932">
                  <c:v>6.4366650000000041</c:v>
                </c:pt>
                <c:pt idx="3933">
                  <c:v>6.4379070000000009</c:v>
                </c:pt>
                <c:pt idx="3934">
                  <c:v>6.4403910000000026</c:v>
                </c:pt>
                <c:pt idx="3935">
                  <c:v>6.4422540000000001</c:v>
                </c:pt>
                <c:pt idx="3936">
                  <c:v>6.4434959999999997</c:v>
                </c:pt>
                <c:pt idx="3937">
                  <c:v>6.4447380000000001</c:v>
                </c:pt>
                <c:pt idx="3938">
                  <c:v>6.4459800000000005</c:v>
                </c:pt>
                <c:pt idx="3939">
                  <c:v>6.4472220000000027</c:v>
                </c:pt>
                <c:pt idx="3940">
                  <c:v>6.4497059999999991</c:v>
                </c:pt>
                <c:pt idx="3941">
                  <c:v>6.4509479999999995</c:v>
                </c:pt>
                <c:pt idx="3942">
                  <c:v>6.4521900000000008</c:v>
                </c:pt>
                <c:pt idx="3943">
                  <c:v>6.454053</c:v>
                </c:pt>
                <c:pt idx="3944">
                  <c:v>6.4552949999999996</c:v>
                </c:pt>
                <c:pt idx="3945">
                  <c:v>6.456537</c:v>
                </c:pt>
                <c:pt idx="3946">
                  <c:v>6.4577789999999995</c:v>
                </c:pt>
                <c:pt idx="3947">
                  <c:v>6.4590209999999999</c:v>
                </c:pt>
                <c:pt idx="3948">
                  <c:v>6.460263000000003</c:v>
                </c:pt>
                <c:pt idx="3949">
                  <c:v>6.4615049999999972</c:v>
                </c:pt>
                <c:pt idx="3950">
                  <c:v>6.4627470000000002</c:v>
                </c:pt>
                <c:pt idx="3951">
                  <c:v>6.4639890000000007</c:v>
                </c:pt>
                <c:pt idx="3952">
                  <c:v>6.4658520000000008</c:v>
                </c:pt>
                <c:pt idx="3953">
                  <c:v>6.4670939999999995</c:v>
                </c:pt>
                <c:pt idx="3954">
                  <c:v>6.4683359999999972</c:v>
                </c:pt>
                <c:pt idx="3955">
                  <c:v>6.4708199999999998</c:v>
                </c:pt>
                <c:pt idx="3956">
                  <c:v>6.4720620000000029</c:v>
                </c:pt>
                <c:pt idx="3957">
                  <c:v>6.4733040000000024</c:v>
                </c:pt>
                <c:pt idx="3958">
                  <c:v>6.4745460000000001</c:v>
                </c:pt>
                <c:pt idx="3959">
                  <c:v>6.4757880000000014</c:v>
                </c:pt>
                <c:pt idx="3960">
                  <c:v>6.4770300000000001</c:v>
                </c:pt>
                <c:pt idx="3961">
                  <c:v>6.4788930000000029</c:v>
                </c:pt>
                <c:pt idx="3962">
                  <c:v>6.4801350000000006</c:v>
                </c:pt>
                <c:pt idx="3963">
                  <c:v>6.4813769999999993</c:v>
                </c:pt>
                <c:pt idx="3964">
                  <c:v>6.4826189999999997</c:v>
                </c:pt>
                <c:pt idx="3965">
                  <c:v>6.4838610000000028</c:v>
                </c:pt>
                <c:pt idx="3966">
                  <c:v>6.4851029999999996</c:v>
                </c:pt>
                <c:pt idx="3967">
                  <c:v>6.4875869999999969</c:v>
                </c:pt>
                <c:pt idx="3968">
                  <c:v>6.4888290000000026</c:v>
                </c:pt>
                <c:pt idx="3969">
                  <c:v>6.4906920000000028</c:v>
                </c:pt>
                <c:pt idx="3970">
                  <c:v>6.4919340000000005</c:v>
                </c:pt>
                <c:pt idx="3971">
                  <c:v>6.4931760000000001</c:v>
                </c:pt>
                <c:pt idx="3972">
                  <c:v>6.4944180000000005</c:v>
                </c:pt>
                <c:pt idx="3973">
                  <c:v>6.4956600000000035</c:v>
                </c:pt>
                <c:pt idx="3974">
                  <c:v>6.4969019999999995</c:v>
                </c:pt>
                <c:pt idx="3975">
                  <c:v>6.4981439999999999</c:v>
                </c:pt>
                <c:pt idx="3976">
                  <c:v>6.4993859999999986</c:v>
                </c:pt>
                <c:pt idx="3977">
                  <c:v>6.5006279999999999</c:v>
                </c:pt>
                <c:pt idx="3978">
                  <c:v>6.502491</c:v>
                </c:pt>
                <c:pt idx="3979">
                  <c:v>6.5037330000000004</c:v>
                </c:pt>
                <c:pt idx="3980">
                  <c:v>6.5037330000000004</c:v>
                </c:pt>
                <c:pt idx="3981">
                  <c:v>6.5049749999999955</c:v>
                </c:pt>
                <c:pt idx="3982">
                  <c:v>6.5062170000000004</c:v>
                </c:pt>
                <c:pt idx="3983">
                  <c:v>6.5074589999999972</c:v>
                </c:pt>
                <c:pt idx="3984">
                  <c:v>6.5087010000000003</c:v>
                </c:pt>
                <c:pt idx="3985">
                  <c:v>6.5099430000000034</c:v>
                </c:pt>
                <c:pt idx="3986">
                  <c:v>6.5111849999999958</c:v>
                </c:pt>
                <c:pt idx="3987">
                  <c:v>6.5124269999999971</c:v>
                </c:pt>
                <c:pt idx="3988">
                  <c:v>6.5142899999999972</c:v>
                </c:pt>
                <c:pt idx="3989">
                  <c:v>6.5155319999999968</c:v>
                </c:pt>
                <c:pt idx="3990">
                  <c:v>6.5167739999999998</c:v>
                </c:pt>
                <c:pt idx="3991">
                  <c:v>6.5180159999999967</c:v>
                </c:pt>
                <c:pt idx="3992">
                  <c:v>6.5192579999999998</c:v>
                </c:pt>
                <c:pt idx="3993">
                  <c:v>6.5204999999999975</c:v>
                </c:pt>
                <c:pt idx="3994">
                  <c:v>6.5217420000000024</c:v>
                </c:pt>
                <c:pt idx="3995">
                  <c:v>6.5229839999999957</c:v>
                </c:pt>
                <c:pt idx="3996">
                  <c:v>6.5242260000000005</c:v>
                </c:pt>
                <c:pt idx="3997">
                  <c:v>6.5254679999999965</c:v>
                </c:pt>
                <c:pt idx="3998">
                  <c:v>6.5273309999999958</c:v>
                </c:pt>
                <c:pt idx="3999">
                  <c:v>6.5285729999999971</c:v>
                </c:pt>
                <c:pt idx="4000">
                  <c:v>6.5298149999999966</c:v>
                </c:pt>
                <c:pt idx="4001">
                  <c:v>6.5310569999999997</c:v>
                </c:pt>
                <c:pt idx="4002">
                  <c:v>6.5322990000000027</c:v>
                </c:pt>
                <c:pt idx="4003">
                  <c:v>6.5335410000000014</c:v>
                </c:pt>
                <c:pt idx="4004">
                  <c:v>6.534783</c:v>
                </c:pt>
                <c:pt idx="4005">
                  <c:v>6.5360250000000004</c:v>
                </c:pt>
                <c:pt idx="4006">
                  <c:v>6.5372669999999999</c:v>
                </c:pt>
                <c:pt idx="4007">
                  <c:v>6.5391299999999992</c:v>
                </c:pt>
                <c:pt idx="4008">
                  <c:v>6.5403719999999996</c:v>
                </c:pt>
                <c:pt idx="4009">
                  <c:v>6.541614</c:v>
                </c:pt>
                <c:pt idx="4010">
                  <c:v>6.5428559999999969</c:v>
                </c:pt>
                <c:pt idx="4011">
                  <c:v>6.544098</c:v>
                </c:pt>
                <c:pt idx="4012">
                  <c:v>6.5453399999999995</c:v>
                </c:pt>
                <c:pt idx="4013">
                  <c:v>6.5465819999999972</c:v>
                </c:pt>
                <c:pt idx="4014">
                  <c:v>6.5478239999999985</c:v>
                </c:pt>
                <c:pt idx="4015">
                  <c:v>6.5490659999999998</c:v>
                </c:pt>
                <c:pt idx="4016">
                  <c:v>6.550929</c:v>
                </c:pt>
                <c:pt idx="4017">
                  <c:v>6.5521709999999977</c:v>
                </c:pt>
                <c:pt idx="4018">
                  <c:v>6.5534130000000008</c:v>
                </c:pt>
                <c:pt idx="4019">
                  <c:v>6.5546549999999968</c:v>
                </c:pt>
                <c:pt idx="4020">
                  <c:v>6.5558969999999972</c:v>
                </c:pt>
                <c:pt idx="4021">
                  <c:v>6.5571389999999958</c:v>
                </c:pt>
                <c:pt idx="4022">
                  <c:v>6.5583809999999971</c:v>
                </c:pt>
                <c:pt idx="4023">
                  <c:v>6.5596230000000029</c:v>
                </c:pt>
                <c:pt idx="4024">
                  <c:v>6.5608649999999971</c:v>
                </c:pt>
                <c:pt idx="4025">
                  <c:v>6.5627279999999972</c:v>
                </c:pt>
                <c:pt idx="4026">
                  <c:v>6.5639699999999985</c:v>
                </c:pt>
                <c:pt idx="4027">
                  <c:v>6.5652119999999972</c:v>
                </c:pt>
                <c:pt idx="4028">
                  <c:v>6.5664539999999985</c:v>
                </c:pt>
                <c:pt idx="4029">
                  <c:v>6.5676960000000006</c:v>
                </c:pt>
                <c:pt idx="4030">
                  <c:v>6.5689379999999957</c:v>
                </c:pt>
                <c:pt idx="4031">
                  <c:v>6.5701799999999997</c:v>
                </c:pt>
                <c:pt idx="4032">
                  <c:v>6.5714220000000028</c:v>
                </c:pt>
                <c:pt idx="4033">
                  <c:v>6.5726640000000014</c:v>
                </c:pt>
                <c:pt idx="4034">
                  <c:v>6.5745269999999971</c:v>
                </c:pt>
                <c:pt idx="4035">
                  <c:v>6.5757690000000029</c:v>
                </c:pt>
                <c:pt idx="4036">
                  <c:v>6.5770109999999971</c:v>
                </c:pt>
                <c:pt idx="4037">
                  <c:v>6.5782530000000028</c:v>
                </c:pt>
                <c:pt idx="4038">
                  <c:v>6.5794950000000014</c:v>
                </c:pt>
                <c:pt idx="4039">
                  <c:v>6.5807370000000001</c:v>
                </c:pt>
                <c:pt idx="4040">
                  <c:v>6.5819790000000014</c:v>
                </c:pt>
                <c:pt idx="4041">
                  <c:v>6.5832210000000035</c:v>
                </c:pt>
                <c:pt idx="4042">
                  <c:v>6.5844629999999995</c:v>
                </c:pt>
                <c:pt idx="4043">
                  <c:v>6.5857049999999973</c:v>
                </c:pt>
                <c:pt idx="4044">
                  <c:v>6.5875680000000001</c:v>
                </c:pt>
                <c:pt idx="4045">
                  <c:v>6.5888099999999996</c:v>
                </c:pt>
                <c:pt idx="4046">
                  <c:v>6.590052</c:v>
                </c:pt>
                <c:pt idx="4047">
                  <c:v>6.5912940000000004</c:v>
                </c:pt>
                <c:pt idx="4048">
                  <c:v>6.5925359999999955</c:v>
                </c:pt>
                <c:pt idx="4049">
                  <c:v>6.5937780000000004</c:v>
                </c:pt>
                <c:pt idx="4050">
                  <c:v>6.596262000000003</c:v>
                </c:pt>
                <c:pt idx="4051">
                  <c:v>6.597503999999998</c:v>
                </c:pt>
                <c:pt idx="4052">
                  <c:v>6.5993670000000026</c:v>
                </c:pt>
                <c:pt idx="4053">
                  <c:v>6.6006089999999995</c:v>
                </c:pt>
                <c:pt idx="4054">
                  <c:v>6.6018509999999972</c:v>
                </c:pt>
                <c:pt idx="4055">
                  <c:v>6.6030929999999985</c:v>
                </c:pt>
                <c:pt idx="4056">
                  <c:v>6.6043349999999945</c:v>
                </c:pt>
                <c:pt idx="4057">
                  <c:v>6.6055769999999967</c:v>
                </c:pt>
                <c:pt idx="4058">
                  <c:v>6.6068189999999971</c:v>
                </c:pt>
                <c:pt idx="4059">
                  <c:v>6.6093030000000024</c:v>
                </c:pt>
                <c:pt idx="4060">
                  <c:v>6.6111660000000008</c:v>
                </c:pt>
                <c:pt idx="4061">
                  <c:v>6.6124079999999958</c:v>
                </c:pt>
                <c:pt idx="4062">
                  <c:v>6.6136499999999998</c:v>
                </c:pt>
                <c:pt idx="4063">
                  <c:v>6.6148919999999958</c:v>
                </c:pt>
                <c:pt idx="4064">
                  <c:v>6.6161339999999971</c:v>
                </c:pt>
                <c:pt idx="4065">
                  <c:v>6.6173759999999966</c:v>
                </c:pt>
                <c:pt idx="4066">
                  <c:v>6.6198600000000001</c:v>
                </c:pt>
                <c:pt idx="4067">
                  <c:v>6.6211020000000005</c:v>
                </c:pt>
                <c:pt idx="4068">
                  <c:v>6.6229649999999944</c:v>
                </c:pt>
                <c:pt idx="4069">
                  <c:v>6.6254490000000006</c:v>
                </c:pt>
                <c:pt idx="4070">
                  <c:v>6.6266909999999966</c:v>
                </c:pt>
                <c:pt idx="4071">
                  <c:v>6.6279329999999943</c:v>
                </c:pt>
                <c:pt idx="4072">
                  <c:v>6.6304169999999969</c:v>
                </c:pt>
                <c:pt idx="4073">
                  <c:v>6.6316590000000026</c:v>
                </c:pt>
                <c:pt idx="4074">
                  <c:v>6.6329009999999968</c:v>
                </c:pt>
                <c:pt idx="4075">
                  <c:v>6.6360060000000001</c:v>
                </c:pt>
                <c:pt idx="4076">
                  <c:v>6.6372480000000014</c:v>
                </c:pt>
                <c:pt idx="4077">
                  <c:v>6.63849</c:v>
                </c:pt>
                <c:pt idx="4078">
                  <c:v>6.6409739999999982</c:v>
                </c:pt>
                <c:pt idx="4079">
                  <c:v>6.6422159999999968</c:v>
                </c:pt>
                <c:pt idx="4080">
                  <c:v>6.6446999999999985</c:v>
                </c:pt>
                <c:pt idx="4081">
                  <c:v>6.6459419999999971</c:v>
                </c:pt>
                <c:pt idx="4082">
                  <c:v>6.6490470000000004</c:v>
                </c:pt>
                <c:pt idx="4083">
                  <c:v>6.6502889999999972</c:v>
                </c:pt>
                <c:pt idx="4084">
                  <c:v>6.6527729999999972</c:v>
                </c:pt>
                <c:pt idx="4085">
                  <c:v>6.6540149999999949</c:v>
                </c:pt>
                <c:pt idx="4086">
                  <c:v>6.6564989999999975</c:v>
                </c:pt>
                <c:pt idx="4087">
                  <c:v>6.657740999999997</c:v>
                </c:pt>
                <c:pt idx="4088">
                  <c:v>6.6608459999999967</c:v>
                </c:pt>
                <c:pt idx="4089">
                  <c:v>6.6620879999999945</c:v>
                </c:pt>
                <c:pt idx="4090">
                  <c:v>6.6633299999999975</c:v>
                </c:pt>
                <c:pt idx="4091">
                  <c:v>6.6658139999999957</c:v>
                </c:pt>
                <c:pt idx="4092">
                  <c:v>6.6670559999999961</c:v>
                </c:pt>
                <c:pt idx="4093">
                  <c:v>6.6682980000000001</c:v>
                </c:pt>
                <c:pt idx="4094">
                  <c:v>6.6714029999999998</c:v>
                </c:pt>
                <c:pt idx="4095">
                  <c:v>6.6726449999999975</c:v>
                </c:pt>
                <c:pt idx="4096">
                  <c:v>6.673886999999997</c:v>
                </c:pt>
                <c:pt idx="4097">
                  <c:v>6.6763709999999996</c:v>
                </c:pt>
                <c:pt idx="4098">
                  <c:v>6.677613</c:v>
                </c:pt>
                <c:pt idx="4099">
                  <c:v>6.6788549999999978</c:v>
                </c:pt>
                <c:pt idx="4100">
                  <c:v>6.680097</c:v>
                </c:pt>
                <c:pt idx="4101">
                  <c:v>6.6825809999999946</c:v>
                </c:pt>
                <c:pt idx="4102">
                  <c:v>6.6844439999999965</c:v>
                </c:pt>
                <c:pt idx="4103">
                  <c:v>6.6856859999999969</c:v>
                </c:pt>
                <c:pt idx="4104">
                  <c:v>6.6881699999999995</c:v>
                </c:pt>
                <c:pt idx="4105">
                  <c:v>6.6894119999999972</c:v>
                </c:pt>
                <c:pt idx="4106">
                  <c:v>6.6906539999999985</c:v>
                </c:pt>
                <c:pt idx="4107">
                  <c:v>6.6931379999999967</c:v>
                </c:pt>
                <c:pt idx="4108">
                  <c:v>6.6943799999999971</c:v>
                </c:pt>
                <c:pt idx="4109">
                  <c:v>6.6962429999999999</c:v>
                </c:pt>
                <c:pt idx="4110">
                  <c:v>6.6987270000000008</c:v>
                </c:pt>
                <c:pt idx="4111">
                  <c:v>6.6999689999999985</c:v>
                </c:pt>
                <c:pt idx="4112">
                  <c:v>6.7012109999999998</c:v>
                </c:pt>
                <c:pt idx="4113">
                  <c:v>6.7036949999999997</c:v>
                </c:pt>
                <c:pt idx="4114">
                  <c:v>6.7049369999999966</c:v>
                </c:pt>
                <c:pt idx="4115">
                  <c:v>6.7061789999999997</c:v>
                </c:pt>
                <c:pt idx="4116">
                  <c:v>6.7092840000000002</c:v>
                </c:pt>
                <c:pt idx="4117">
                  <c:v>6.7105259999999971</c:v>
                </c:pt>
                <c:pt idx="4118">
                  <c:v>6.7117680000000028</c:v>
                </c:pt>
                <c:pt idx="4119">
                  <c:v>6.7142519999999966</c:v>
                </c:pt>
                <c:pt idx="4120">
                  <c:v>6.7154939999999996</c:v>
                </c:pt>
                <c:pt idx="4121">
                  <c:v>6.716736</c:v>
                </c:pt>
                <c:pt idx="4122">
                  <c:v>6.7179779999999969</c:v>
                </c:pt>
                <c:pt idx="4123">
                  <c:v>6.7210830000000001</c:v>
                </c:pt>
                <c:pt idx="4124">
                  <c:v>6.722324999999997</c:v>
                </c:pt>
                <c:pt idx="4125">
                  <c:v>6.7235670000000001</c:v>
                </c:pt>
                <c:pt idx="4126">
                  <c:v>6.726051</c:v>
                </c:pt>
                <c:pt idx="4127">
                  <c:v>6.7272930000000004</c:v>
                </c:pt>
                <c:pt idx="4128">
                  <c:v>6.7285349999999964</c:v>
                </c:pt>
                <c:pt idx="4129">
                  <c:v>6.7297769999999995</c:v>
                </c:pt>
                <c:pt idx="4130">
                  <c:v>6.732882</c:v>
                </c:pt>
                <c:pt idx="4131">
                  <c:v>6.7341239999999996</c:v>
                </c:pt>
                <c:pt idx="4132">
                  <c:v>6.7353660000000026</c:v>
                </c:pt>
                <c:pt idx="4133">
                  <c:v>6.7378499999999999</c:v>
                </c:pt>
                <c:pt idx="4134">
                  <c:v>6.739092000000003</c:v>
                </c:pt>
                <c:pt idx="4135">
                  <c:v>6.7403339999999998</c:v>
                </c:pt>
                <c:pt idx="4136">
                  <c:v>6.7428180000000006</c:v>
                </c:pt>
                <c:pt idx="4137">
                  <c:v>6.7446809999999973</c:v>
                </c:pt>
                <c:pt idx="4138">
                  <c:v>6.7459229999999986</c:v>
                </c:pt>
                <c:pt idx="4139">
                  <c:v>6.7471649999999972</c:v>
                </c:pt>
                <c:pt idx="4140">
                  <c:v>6.7484070000000003</c:v>
                </c:pt>
                <c:pt idx="4141">
                  <c:v>6.7508910000000002</c:v>
                </c:pt>
                <c:pt idx="4142">
                  <c:v>6.7521329999999971</c:v>
                </c:pt>
                <c:pt idx="4143">
                  <c:v>6.7533750000000001</c:v>
                </c:pt>
                <c:pt idx="4144">
                  <c:v>6.7546170000000005</c:v>
                </c:pt>
                <c:pt idx="4145">
                  <c:v>6.7564800000000007</c:v>
                </c:pt>
                <c:pt idx="4146">
                  <c:v>6.7589639999999997</c:v>
                </c:pt>
                <c:pt idx="4147">
                  <c:v>6.7602059999999975</c:v>
                </c:pt>
                <c:pt idx="4148">
                  <c:v>6.7614479999999997</c:v>
                </c:pt>
                <c:pt idx="4149">
                  <c:v>6.7626900000000001</c:v>
                </c:pt>
                <c:pt idx="4150">
                  <c:v>6.7639319999999969</c:v>
                </c:pt>
                <c:pt idx="4151">
                  <c:v>6.7651739999999974</c:v>
                </c:pt>
                <c:pt idx="4152">
                  <c:v>6.7664159999999978</c:v>
                </c:pt>
                <c:pt idx="4153">
                  <c:v>6.7695210000000001</c:v>
                </c:pt>
                <c:pt idx="4154">
                  <c:v>6.7707630000000041</c:v>
                </c:pt>
                <c:pt idx="4155">
                  <c:v>6.7720049999999965</c:v>
                </c:pt>
                <c:pt idx="4156">
                  <c:v>6.7732470000000031</c:v>
                </c:pt>
                <c:pt idx="4157">
                  <c:v>6.774489</c:v>
                </c:pt>
                <c:pt idx="4158">
                  <c:v>6.7757309999999995</c:v>
                </c:pt>
                <c:pt idx="4159">
                  <c:v>6.7769729999999999</c:v>
                </c:pt>
                <c:pt idx="4160">
                  <c:v>6.7782149999999985</c:v>
                </c:pt>
                <c:pt idx="4161">
                  <c:v>6.7813200000000027</c:v>
                </c:pt>
                <c:pt idx="4162">
                  <c:v>6.7825620000000004</c:v>
                </c:pt>
                <c:pt idx="4163">
                  <c:v>6.7838039999999999</c:v>
                </c:pt>
                <c:pt idx="4164">
                  <c:v>6.7850460000000004</c:v>
                </c:pt>
                <c:pt idx="4165">
                  <c:v>6.7862880000000034</c:v>
                </c:pt>
                <c:pt idx="4166">
                  <c:v>6.7875299999999985</c:v>
                </c:pt>
                <c:pt idx="4167">
                  <c:v>6.7887719999999998</c:v>
                </c:pt>
                <c:pt idx="4168">
                  <c:v>6.7900139999999976</c:v>
                </c:pt>
                <c:pt idx="4169">
                  <c:v>6.7912559999999997</c:v>
                </c:pt>
                <c:pt idx="4170">
                  <c:v>6.7931189999999972</c:v>
                </c:pt>
                <c:pt idx="4171">
                  <c:v>6.7943610000000003</c:v>
                </c:pt>
                <c:pt idx="4172">
                  <c:v>6.7968450000000002</c:v>
                </c:pt>
                <c:pt idx="4173">
                  <c:v>6.7980869999999971</c:v>
                </c:pt>
                <c:pt idx="4174">
                  <c:v>6.7993290000000028</c:v>
                </c:pt>
                <c:pt idx="4175">
                  <c:v>6.8005710000000006</c:v>
                </c:pt>
                <c:pt idx="4176">
                  <c:v>6.8018129999999966</c:v>
                </c:pt>
                <c:pt idx="4177">
                  <c:v>6.803054999999997</c:v>
                </c:pt>
                <c:pt idx="4178">
                  <c:v>6.8049179999999945</c:v>
                </c:pt>
                <c:pt idx="4179">
                  <c:v>6.8061600000000002</c:v>
                </c:pt>
                <c:pt idx="4180">
                  <c:v>6.8086440000000001</c:v>
                </c:pt>
                <c:pt idx="4181">
                  <c:v>6.809885999999997</c:v>
                </c:pt>
                <c:pt idx="4182">
                  <c:v>6.8111280000000001</c:v>
                </c:pt>
                <c:pt idx="4183">
                  <c:v>6.8123700000000005</c:v>
                </c:pt>
                <c:pt idx="4184">
                  <c:v>6.813612</c:v>
                </c:pt>
                <c:pt idx="4185">
                  <c:v>6.8148539999999969</c:v>
                </c:pt>
                <c:pt idx="4186">
                  <c:v>6.8167170000000006</c:v>
                </c:pt>
                <c:pt idx="4187">
                  <c:v>6.8179589999999948</c:v>
                </c:pt>
                <c:pt idx="4188">
                  <c:v>6.8192009999999996</c:v>
                </c:pt>
                <c:pt idx="4189">
                  <c:v>6.820443</c:v>
                </c:pt>
                <c:pt idx="4190">
                  <c:v>6.8229269999999955</c:v>
                </c:pt>
                <c:pt idx="4191">
                  <c:v>6.8241689999999977</c:v>
                </c:pt>
                <c:pt idx="4192">
                  <c:v>6.8254109999999946</c:v>
                </c:pt>
                <c:pt idx="4193">
                  <c:v>6.8266530000000003</c:v>
                </c:pt>
                <c:pt idx="4194">
                  <c:v>6.828515999999996</c:v>
                </c:pt>
                <c:pt idx="4195">
                  <c:v>6.8309999999999995</c:v>
                </c:pt>
                <c:pt idx="4196">
                  <c:v>6.8322420000000035</c:v>
                </c:pt>
                <c:pt idx="4197">
                  <c:v>6.8334839999999986</c:v>
                </c:pt>
                <c:pt idx="4198">
                  <c:v>6.8347259999999972</c:v>
                </c:pt>
                <c:pt idx="4199">
                  <c:v>6.8372099999999998</c:v>
                </c:pt>
                <c:pt idx="4200">
                  <c:v>6.8384520000000002</c:v>
                </c:pt>
                <c:pt idx="4201">
                  <c:v>6.8396940000000024</c:v>
                </c:pt>
                <c:pt idx="4202">
                  <c:v>6.8427990000000003</c:v>
                </c:pt>
                <c:pt idx="4203">
                  <c:v>6.8440410000000007</c:v>
                </c:pt>
                <c:pt idx="4204">
                  <c:v>6.8452829999999985</c:v>
                </c:pt>
                <c:pt idx="4205">
                  <c:v>6.8465249999999971</c:v>
                </c:pt>
                <c:pt idx="4206">
                  <c:v>6.8490089999999997</c:v>
                </c:pt>
                <c:pt idx="4207">
                  <c:v>6.8502510000000001</c:v>
                </c:pt>
                <c:pt idx="4208">
                  <c:v>6.8514929999999996</c:v>
                </c:pt>
                <c:pt idx="4209">
                  <c:v>6.8545979999999966</c:v>
                </c:pt>
                <c:pt idx="4210">
                  <c:v>6.855839999999997</c:v>
                </c:pt>
                <c:pt idx="4211">
                  <c:v>6.8570819999999966</c:v>
                </c:pt>
                <c:pt idx="4212">
                  <c:v>6.8595659999999965</c:v>
                </c:pt>
                <c:pt idx="4213">
                  <c:v>6.8608079999999969</c:v>
                </c:pt>
                <c:pt idx="4214">
                  <c:v>6.8620499999999973</c:v>
                </c:pt>
                <c:pt idx="4215">
                  <c:v>6.8651549999999943</c:v>
                </c:pt>
                <c:pt idx="4216">
                  <c:v>6.8663970000000001</c:v>
                </c:pt>
                <c:pt idx="4217">
                  <c:v>6.8676389999999969</c:v>
                </c:pt>
                <c:pt idx="4218">
                  <c:v>6.8701230000000004</c:v>
                </c:pt>
                <c:pt idx="4219">
                  <c:v>6.8713649999999999</c:v>
                </c:pt>
                <c:pt idx="4220">
                  <c:v>6.8726070000000004</c:v>
                </c:pt>
                <c:pt idx="4221">
                  <c:v>6.8750909999999985</c:v>
                </c:pt>
                <c:pt idx="4222">
                  <c:v>6.8769539999999996</c:v>
                </c:pt>
                <c:pt idx="4223">
                  <c:v>6.878196</c:v>
                </c:pt>
                <c:pt idx="4224">
                  <c:v>6.8794379999999995</c:v>
                </c:pt>
                <c:pt idx="4225">
                  <c:v>6.8819220000000003</c:v>
                </c:pt>
                <c:pt idx="4226">
                  <c:v>6.8831639999999998</c:v>
                </c:pt>
                <c:pt idx="4227">
                  <c:v>6.8844059999999967</c:v>
                </c:pt>
                <c:pt idx="4228">
                  <c:v>6.8856479999999998</c:v>
                </c:pt>
                <c:pt idx="4229">
                  <c:v>6.8881320000000006</c:v>
                </c:pt>
                <c:pt idx="4230">
                  <c:v>6.8899950000000008</c:v>
                </c:pt>
                <c:pt idx="4231">
                  <c:v>6.8912369999999985</c:v>
                </c:pt>
                <c:pt idx="4232">
                  <c:v>6.8924789999999971</c:v>
                </c:pt>
                <c:pt idx="4233">
                  <c:v>6.8949629999999971</c:v>
                </c:pt>
                <c:pt idx="4234">
                  <c:v>6.8962050000000001</c:v>
                </c:pt>
                <c:pt idx="4235">
                  <c:v>6.897446999999997</c:v>
                </c:pt>
                <c:pt idx="4236">
                  <c:v>6.8986890000000001</c:v>
                </c:pt>
                <c:pt idx="4237">
                  <c:v>6.9017940000000024</c:v>
                </c:pt>
                <c:pt idx="4238">
                  <c:v>6.9030360000000002</c:v>
                </c:pt>
                <c:pt idx="4239">
                  <c:v>6.9042780000000024</c:v>
                </c:pt>
                <c:pt idx="4240">
                  <c:v>6.9067620000000032</c:v>
                </c:pt>
                <c:pt idx="4241">
                  <c:v>6.908004</c:v>
                </c:pt>
                <c:pt idx="4242">
                  <c:v>6.9092460000000022</c:v>
                </c:pt>
                <c:pt idx="4243">
                  <c:v>6.910488</c:v>
                </c:pt>
                <c:pt idx="4244">
                  <c:v>6.9135929999999997</c:v>
                </c:pt>
                <c:pt idx="4245">
                  <c:v>6.9148349999999956</c:v>
                </c:pt>
                <c:pt idx="4246">
                  <c:v>6.9160770000000014</c:v>
                </c:pt>
                <c:pt idx="4247">
                  <c:v>6.917319</c:v>
                </c:pt>
                <c:pt idx="4248">
                  <c:v>6.9198030000000035</c:v>
                </c:pt>
                <c:pt idx="4249">
                  <c:v>6.9210449999999986</c:v>
                </c:pt>
                <c:pt idx="4250">
                  <c:v>6.9222869999999972</c:v>
                </c:pt>
                <c:pt idx="4251">
                  <c:v>6.9235289999999985</c:v>
                </c:pt>
                <c:pt idx="4252">
                  <c:v>6.9253919999999995</c:v>
                </c:pt>
                <c:pt idx="4253">
                  <c:v>6.926634</c:v>
                </c:pt>
                <c:pt idx="4254">
                  <c:v>6.9291179999999972</c:v>
                </c:pt>
                <c:pt idx="4255">
                  <c:v>6.930360000000003</c:v>
                </c:pt>
                <c:pt idx="4256">
                  <c:v>6.931602000000006</c:v>
                </c:pt>
                <c:pt idx="4257">
                  <c:v>6.9340859999999971</c:v>
                </c:pt>
                <c:pt idx="4258">
                  <c:v>6.9353279999999993</c:v>
                </c:pt>
                <c:pt idx="4259">
                  <c:v>6.9365700000000023</c:v>
                </c:pt>
                <c:pt idx="4260">
                  <c:v>6.9396750000000029</c:v>
                </c:pt>
                <c:pt idx="4261">
                  <c:v>6.9409169999999971</c:v>
                </c:pt>
                <c:pt idx="4262">
                  <c:v>6.9421590000000002</c:v>
                </c:pt>
                <c:pt idx="4263">
                  <c:v>6.9434009999999997</c:v>
                </c:pt>
                <c:pt idx="4264">
                  <c:v>6.9458850000000005</c:v>
                </c:pt>
                <c:pt idx="4265">
                  <c:v>6.9471269999999965</c:v>
                </c:pt>
                <c:pt idx="4266">
                  <c:v>6.9483690000000031</c:v>
                </c:pt>
                <c:pt idx="4267">
                  <c:v>6.9502319999999997</c:v>
                </c:pt>
                <c:pt idx="4268">
                  <c:v>6.9514740000000002</c:v>
                </c:pt>
                <c:pt idx="4269">
                  <c:v>6.9539580000000001</c:v>
                </c:pt>
                <c:pt idx="4270">
                  <c:v>6.9551999999999996</c:v>
                </c:pt>
                <c:pt idx="4271">
                  <c:v>6.9564420000000027</c:v>
                </c:pt>
                <c:pt idx="4272">
                  <c:v>6.9576839999999995</c:v>
                </c:pt>
                <c:pt idx="4273">
                  <c:v>6.9589259999999973</c:v>
                </c:pt>
                <c:pt idx="4274">
                  <c:v>6.9620310000000005</c:v>
                </c:pt>
                <c:pt idx="4275">
                  <c:v>6.9632729999999992</c:v>
                </c:pt>
                <c:pt idx="4276">
                  <c:v>6.9645149999999942</c:v>
                </c:pt>
                <c:pt idx="4277">
                  <c:v>6.965757</c:v>
                </c:pt>
                <c:pt idx="4278">
                  <c:v>6.9669989999999995</c:v>
                </c:pt>
                <c:pt idx="4279">
                  <c:v>6.9694830000000003</c:v>
                </c:pt>
                <c:pt idx="4280">
                  <c:v>6.9707249999999998</c:v>
                </c:pt>
                <c:pt idx="4281">
                  <c:v>6.9719670000000029</c:v>
                </c:pt>
                <c:pt idx="4282">
                  <c:v>6.9750719999999999</c:v>
                </c:pt>
                <c:pt idx="4283">
                  <c:v>6.9763140000000003</c:v>
                </c:pt>
                <c:pt idx="4284">
                  <c:v>6.9775560000000008</c:v>
                </c:pt>
                <c:pt idx="4285">
                  <c:v>6.9800399999999998</c:v>
                </c:pt>
                <c:pt idx="4286">
                  <c:v>6.9812820000000029</c:v>
                </c:pt>
                <c:pt idx="4287">
                  <c:v>6.9825239999999997</c:v>
                </c:pt>
                <c:pt idx="4288">
                  <c:v>6.9837660000000028</c:v>
                </c:pt>
                <c:pt idx="4289">
                  <c:v>6.9868709999999998</c:v>
                </c:pt>
                <c:pt idx="4290">
                  <c:v>6.9881130000000002</c:v>
                </c:pt>
                <c:pt idx="4291">
                  <c:v>6.9893550000000024</c:v>
                </c:pt>
                <c:pt idx="4292">
                  <c:v>6.9905970000000002</c:v>
                </c:pt>
                <c:pt idx="4293">
                  <c:v>6.9930809999999965</c:v>
                </c:pt>
                <c:pt idx="4294">
                  <c:v>6.9943229999999996</c:v>
                </c:pt>
                <c:pt idx="4295">
                  <c:v>6.995565</c:v>
                </c:pt>
                <c:pt idx="4296">
                  <c:v>6.9968069999999996</c:v>
                </c:pt>
                <c:pt idx="4297">
                  <c:v>6.9999120000000001</c:v>
                </c:pt>
                <c:pt idx="4298">
                  <c:v>7.0011539999999997</c:v>
                </c:pt>
                <c:pt idx="4299">
                  <c:v>7.0023960000000001</c:v>
                </c:pt>
                <c:pt idx="4300">
                  <c:v>7.0036380000000014</c:v>
                </c:pt>
                <c:pt idx="4301">
                  <c:v>7.0061220000000004</c:v>
                </c:pt>
                <c:pt idx="4302">
                  <c:v>7.0073640000000008</c:v>
                </c:pt>
                <c:pt idx="4303">
                  <c:v>7.0086059999999986</c:v>
                </c:pt>
                <c:pt idx="4304">
                  <c:v>7.0104689999999996</c:v>
                </c:pt>
                <c:pt idx="4305">
                  <c:v>7.0129529999999969</c:v>
                </c:pt>
                <c:pt idx="4306">
                  <c:v>7.0141949999999955</c:v>
                </c:pt>
                <c:pt idx="4307">
                  <c:v>7.0154369999999977</c:v>
                </c:pt>
                <c:pt idx="4308">
                  <c:v>7.0179209999999967</c:v>
                </c:pt>
                <c:pt idx="4309">
                  <c:v>7.0191630000000034</c:v>
                </c:pt>
                <c:pt idx="4310">
                  <c:v>7.0204049999999958</c:v>
                </c:pt>
                <c:pt idx="4311">
                  <c:v>7.0235099999999973</c:v>
                </c:pt>
                <c:pt idx="4312">
                  <c:v>7.0247519999999959</c:v>
                </c:pt>
                <c:pt idx="4313">
                  <c:v>7.0259939999999972</c:v>
                </c:pt>
                <c:pt idx="4314">
                  <c:v>7.0272359999999967</c:v>
                </c:pt>
                <c:pt idx="4315">
                  <c:v>7.0297200000000002</c:v>
                </c:pt>
                <c:pt idx="4316">
                  <c:v>7.0309619999999997</c:v>
                </c:pt>
                <c:pt idx="4317">
                  <c:v>7.0322040000000001</c:v>
                </c:pt>
                <c:pt idx="4318">
                  <c:v>7.0334460000000014</c:v>
                </c:pt>
                <c:pt idx="4319">
                  <c:v>7.0365509999999976</c:v>
                </c:pt>
                <c:pt idx="4320">
                  <c:v>7.0377929999999997</c:v>
                </c:pt>
                <c:pt idx="4321">
                  <c:v>7.0390350000000002</c:v>
                </c:pt>
                <c:pt idx="4322">
                  <c:v>7.0402769999999997</c:v>
                </c:pt>
                <c:pt idx="4323">
                  <c:v>7.0427609999999996</c:v>
                </c:pt>
                <c:pt idx="4324">
                  <c:v>7.044003</c:v>
                </c:pt>
                <c:pt idx="4325">
                  <c:v>7.0452450000000004</c:v>
                </c:pt>
                <c:pt idx="4326">
                  <c:v>7.0471080000000006</c:v>
                </c:pt>
                <c:pt idx="4327">
                  <c:v>7.0483500000000001</c:v>
                </c:pt>
                <c:pt idx="4328">
                  <c:v>7.0508339999999965</c:v>
                </c:pt>
                <c:pt idx="4329">
                  <c:v>7.0520759999999969</c:v>
                </c:pt>
                <c:pt idx="4330">
                  <c:v>7.053318</c:v>
                </c:pt>
                <c:pt idx="4331">
                  <c:v>7.0545599999999968</c:v>
                </c:pt>
                <c:pt idx="4332">
                  <c:v>7.0558019999999972</c:v>
                </c:pt>
                <c:pt idx="4333">
                  <c:v>7.0570439999999985</c:v>
                </c:pt>
                <c:pt idx="4334">
                  <c:v>7.060149</c:v>
                </c:pt>
                <c:pt idx="4335">
                  <c:v>7.0613910000000004</c:v>
                </c:pt>
                <c:pt idx="4336">
                  <c:v>7.0626329999999973</c:v>
                </c:pt>
                <c:pt idx="4337">
                  <c:v>7.0638749999999977</c:v>
                </c:pt>
                <c:pt idx="4338">
                  <c:v>7.0663589999999985</c:v>
                </c:pt>
                <c:pt idx="4339">
                  <c:v>7.0676009999999971</c:v>
                </c:pt>
                <c:pt idx="4340">
                  <c:v>7.0688429999999975</c:v>
                </c:pt>
                <c:pt idx="4341">
                  <c:v>7.0707059999999995</c:v>
                </c:pt>
                <c:pt idx="4342">
                  <c:v>7.0731900000000003</c:v>
                </c:pt>
                <c:pt idx="4343">
                  <c:v>7.0744319999999972</c:v>
                </c:pt>
                <c:pt idx="4344">
                  <c:v>7.0756740000000002</c:v>
                </c:pt>
                <c:pt idx="4345">
                  <c:v>7.0781580000000002</c:v>
                </c:pt>
                <c:pt idx="4346">
                  <c:v>7.0794000000000024</c:v>
                </c:pt>
                <c:pt idx="4347">
                  <c:v>7.0806419999999992</c:v>
                </c:pt>
                <c:pt idx="4348">
                  <c:v>7.0818839999999996</c:v>
                </c:pt>
                <c:pt idx="4349">
                  <c:v>7.0837469999999998</c:v>
                </c:pt>
                <c:pt idx="4350">
                  <c:v>7.0862309999999997</c:v>
                </c:pt>
                <c:pt idx="4351">
                  <c:v>7.0874730000000001</c:v>
                </c:pt>
                <c:pt idx="4352">
                  <c:v>7.088714999999997</c:v>
                </c:pt>
                <c:pt idx="4353">
                  <c:v>7.0899570000000001</c:v>
                </c:pt>
                <c:pt idx="4354">
                  <c:v>7.092441</c:v>
                </c:pt>
                <c:pt idx="4355">
                  <c:v>7.0936830000000004</c:v>
                </c:pt>
                <c:pt idx="4356">
                  <c:v>7.095545999999997</c:v>
                </c:pt>
                <c:pt idx="4357">
                  <c:v>7.0967880000000001</c:v>
                </c:pt>
                <c:pt idx="4358">
                  <c:v>7.0992720000000027</c:v>
                </c:pt>
                <c:pt idx="4359">
                  <c:v>7.1005139999999969</c:v>
                </c:pt>
                <c:pt idx="4360">
                  <c:v>7.101756</c:v>
                </c:pt>
                <c:pt idx="4361">
                  <c:v>7.1029979999999977</c:v>
                </c:pt>
                <c:pt idx="4362">
                  <c:v>7.1054819999999967</c:v>
                </c:pt>
                <c:pt idx="4363">
                  <c:v>7.1073450000000005</c:v>
                </c:pt>
                <c:pt idx="4364">
                  <c:v>7.1085869999999947</c:v>
                </c:pt>
                <c:pt idx="4365">
                  <c:v>7.1110709999999973</c:v>
                </c:pt>
                <c:pt idx="4366">
                  <c:v>7.1123129999999959</c:v>
                </c:pt>
                <c:pt idx="4367">
                  <c:v>7.1135549999999945</c:v>
                </c:pt>
                <c:pt idx="4368">
                  <c:v>7.1160389999999971</c:v>
                </c:pt>
                <c:pt idx="4369">
                  <c:v>7.1172809999999966</c:v>
                </c:pt>
                <c:pt idx="4370">
                  <c:v>7.1191439999999995</c:v>
                </c:pt>
                <c:pt idx="4371">
                  <c:v>7.1216280000000003</c:v>
                </c:pt>
                <c:pt idx="4372">
                  <c:v>7.122869999999998</c:v>
                </c:pt>
                <c:pt idx="4373">
                  <c:v>7.1241119999999931</c:v>
                </c:pt>
                <c:pt idx="4374">
                  <c:v>7.1265959999999966</c:v>
                </c:pt>
                <c:pt idx="4375">
                  <c:v>7.1278379999999943</c:v>
                </c:pt>
                <c:pt idx="4376">
                  <c:v>7.1290799999999974</c:v>
                </c:pt>
                <c:pt idx="4377">
                  <c:v>7.1303219999999996</c:v>
                </c:pt>
                <c:pt idx="4378">
                  <c:v>7.1334270000000002</c:v>
                </c:pt>
                <c:pt idx="4379">
                  <c:v>7.1346690000000024</c:v>
                </c:pt>
                <c:pt idx="4380">
                  <c:v>7.1359109999999966</c:v>
                </c:pt>
                <c:pt idx="4381">
                  <c:v>7.1371530000000005</c:v>
                </c:pt>
                <c:pt idx="4382">
                  <c:v>7.1396369999999996</c:v>
                </c:pt>
                <c:pt idx="4383">
                  <c:v>7.140879</c:v>
                </c:pt>
                <c:pt idx="4384">
                  <c:v>7.1421209999999968</c:v>
                </c:pt>
                <c:pt idx="4385">
                  <c:v>7.1452260000000001</c:v>
                </c:pt>
                <c:pt idx="4386">
                  <c:v>7.1464679999999996</c:v>
                </c:pt>
                <c:pt idx="4387">
                  <c:v>7.1477099999999973</c:v>
                </c:pt>
                <c:pt idx="4388">
                  <c:v>7.1489519999999978</c:v>
                </c:pt>
                <c:pt idx="4389">
                  <c:v>7.1514359999999977</c:v>
                </c:pt>
                <c:pt idx="4390">
                  <c:v>7.1526780000000008</c:v>
                </c:pt>
                <c:pt idx="4391">
                  <c:v>7.1539199999999958</c:v>
                </c:pt>
                <c:pt idx="4392">
                  <c:v>7.1570249999999955</c:v>
                </c:pt>
                <c:pt idx="4393">
                  <c:v>7.1582669999999995</c:v>
                </c:pt>
                <c:pt idx="4394">
                  <c:v>7.1595089999999972</c:v>
                </c:pt>
                <c:pt idx="4395">
                  <c:v>7.1607509999999968</c:v>
                </c:pt>
                <c:pt idx="4396">
                  <c:v>7.1619929999999972</c:v>
                </c:pt>
                <c:pt idx="4397">
                  <c:v>7.1644769999999962</c:v>
                </c:pt>
                <c:pt idx="4398">
                  <c:v>7.1657189999999966</c:v>
                </c:pt>
                <c:pt idx="4399">
                  <c:v>7.1675819999999941</c:v>
                </c:pt>
                <c:pt idx="4400">
                  <c:v>7.1700659999999985</c:v>
                </c:pt>
                <c:pt idx="4401">
                  <c:v>7.1713079999999998</c:v>
                </c:pt>
                <c:pt idx="4402">
                  <c:v>7.1725499999999975</c:v>
                </c:pt>
                <c:pt idx="4403">
                  <c:v>7.1750339999999975</c:v>
                </c:pt>
                <c:pt idx="4404">
                  <c:v>7.1762759999999997</c:v>
                </c:pt>
                <c:pt idx="4405">
                  <c:v>7.1775179999999956</c:v>
                </c:pt>
                <c:pt idx="4406">
                  <c:v>7.1806230000000024</c:v>
                </c:pt>
                <c:pt idx="4407">
                  <c:v>7.1818649999999975</c:v>
                </c:pt>
                <c:pt idx="4408">
                  <c:v>7.1843490000000001</c:v>
                </c:pt>
                <c:pt idx="4409">
                  <c:v>7.185590999999997</c:v>
                </c:pt>
                <c:pt idx="4410">
                  <c:v>7.186833</c:v>
                </c:pt>
                <c:pt idx="4411">
                  <c:v>7.189317</c:v>
                </c:pt>
                <c:pt idx="4412">
                  <c:v>7.1905589999999977</c:v>
                </c:pt>
                <c:pt idx="4413">
                  <c:v>7.1924220000000005</c:v>
                </c:pt>
                <c:pt idx="4414">
                  <c:v>7.194905999999996</c:v>
                </c:pt>
                <c:pt idx="4415">
                  <c:v>7.1961479999999964</c:v>
                </c:pt>
                <c:pt idx="4416">
                  <c:v>7.1986319999999973</c:v>
                </c:pt>
                <c:pt idx="4417">
                  <c:v>7.1998739999999986</c:v>
                </c:pt>
                <c:pt idx="4418">
                  <c:v>7.2011159999999972</c:v>
                </c:pt>
                <c:pt idx="4419">
                  <c:v>7.2042210000000004</c:v>
                </c:pt>
                <c:pt idx="4420">
                  <c:v>7.2054630000000026</c:v>
                </c:pt>
                <c:pt idx="4421">
                  <c:v>7.2079469999999972</c:v>
                </c:pt>
                <c:pt idx="4422">
                  <c:v>7.2091890000000003</c:v>
                </c:pt>
                <c:pt idx="4423">
                  <c:v>7.2104310000000007</c:v>
                </c:pt>
                <c:pt idx="4424">
                  <c:v>7.2129149999999944</c:v>
                </c:pt>
                <c:pt idx="4425">
                  <c:v>7.2141569999999966</c:v>
                </c:pt>
                <c:pt idx="4426">
                  <c:v>7.2172619999999998</c:v>
                </c:pt>
                <c:pt idx="4427">
                  <c:v>7.2185039999999985</c:v>
                </c:pt>
                <c:pt idx="4428">
                  <c:v>7.2197459999999998</c:v>
                </c:pt>
                <c:pt idx="4429">
                  <c:v>7.2222300000000006</c:v>
                </c:pt>
                <c:pt idx="4430">
                  <c:v>7.2234720000000001</c:v>
                </c:pt>
                <c:pt idx="4431">
                  <c:v>7.2247139999999979</c:v>
                </c:pt>
                <c:pt idx="4432">
                  <c:v>7.2271979999999969</c:v>
                </c:pt>
                <c:pt idx="4433">
                  <c:v>7.2290609999999997</c:v>
                </c:pt>
                <c:pt idx="4434">
                  <c:v>7.2315449999999997</c:v>
                </c:pt>
                <c:pt idx="4435">
                  <c:v>7.2327870000000001</c:v>
                </c:pt>
                <c:pt idx="4436">
                  <c:v>7.2340289999999996</c:v>
                </c:pt>
                <c:pt idx="4437">
                  <c:v>7.2365130000000004</c:v>
                </c:pt>
                <c:pt idx="4438">
                  <c:v>7.2377549999999973</c:v>
                </c:pt>
                <c:pt idx="4439">
                  <c:v>7.2408599999999996</c:v>
                </c:pt>
                <c:pt idx="4440">
                  <c:v>7.242102</c:v>
                </c:pt>
                <c:pt idx="4441">
                  <c:v>7.2433440000000004</c:v>
                </c:pt>
                <c:pt idx="4442">
                  <c:v>7.2458279999999995</c:v>
                </c:pt>
                <c:pt idx="4443">
                  <c:v>7.2470699999999999</c:v>
                </c:pt>
                <c:pt idx="4444">
                  <c:v>7.2483120000000003</c:v>
                </c:pt>
                <c:pt idx="4445">
                  <c:v>7.2507960000000002</c:v>
                </c:pt>
                <c:pt idx="4446">
                  <c:v>7.2526590000000004</c:v>
                </c:pt>
                <c:pt idx="4447">
                  <c:v>7.2539009999999964</c:v>
                </c:pt>
                <c:pt idx="4448">
                  <c:v>7.2563849999999972</c:v>
                </c:pt>
                <c:pt idx="4449">
                  <c:v>7.2576269999999985</c:v>
                </c:pt>
                <c:pt idx="4450">
                  <c:v>7.2588689999999998</c:v>
                </c:pt>
                <c:pt idx="4451">
                  <c:v>7.2613529999999997</c:v>
                </c:pt>
                <c:pt idx="4452">
                  <c:v>7.2625949999999966</c:v>
                </c:pt>
                <c:pt idx="4453">
                  <c:v>7.2644579999999968</c:v>
                </c:pt>
                <c:pt idx="4454">
                  <c:v>7.2669420000000002</c:v>
                </c:pt>
                <c:pt idx="4455">
                  <c:v>7.268183999999998</c:v>
                </c:pt>
                <c:pt idx="4456">
                  <c:v>7.2694259999999975</c:v>
                </c:pt>
                <c:pt idx="4457">
                  <c:v>7.2719100000000001</c:v>
                </c:pt>
                <c:pt idx="4458">
                  <c:v>7.2731519999999996</c:v>
                </c:pt>
                <c:pt idx="4459">
                  <c:v>7.274394</c:v>
                </c:pt>
                <c:pt idx="4460">
                  <c:v>7.2762570000000029</c:v>
                </c:pt>
                <c:pt idx="4461">
                  <c:v>7.2787410000000028</c:v>
                </c:pt>
                <c:pt idx="4462">
                  <c:v>7.2799830000000014</c:v>
                </c:pt>
                <c:pt idx="4463">
                  <c:v>7.2812250000000027</c:v>
                </c:pt>
                <c:pt idx="4464">
                  <c:v>7.2824670000000014</c:v>
                </c:pt>
                <c:pt idx="4465">
                  <c:v>7.2849509999999968</c:v>
                </c:pt>
                <c:pt idx="4466">
                  <c:v>7.2861929999999999</c:v>
                </c:pt>
                <c:pt idx="4467">
                  <c:v>7.2874349999999959</c:v>
                </c:pt>
                <c:pt idx="4468">
                  <c:v>7.2892980000000032</c:v>
                </c:pt>
                <c:pt idx="4469">
                  <c:v>7.2917820000000004</c:v>
                </c:pt>
                <c:pt idx="4470">
                  <c:v>7.293024</c:v>
                </c:pt>
                <c:pt idx="4471">
                  <c:v>7.2942660000000004</c:v>
                </c:pt>
                <c:pt idx="4472">
                  <c:v>7.2955079999999972</c:v>
                </c:pt>
                <c:pt idx="4473">
                  <c:v>7.2967500000000003</c:v>
                </c:pt>
                <c:pt idx="4474">
                  <c:v>7.2992339999999993</c:v>
                </c:pt>
                <c:pt idx="4475">
                  <c:v>7.3010969999999995</c:v>
                </c:pt>
                <c:pt idx="4476">
                  <c:v>7.3023389999999972</c:v>
                </c:pt>
                <c:pt idx="4477">
                  <c:v>7.3035809999999959</c:v>
                </c:pt>
                <c:pt idx="4478">
                  <c:v>7.3048229999999972</c:v>
                </c:pt>
                <c:pt idx="4479">
                  <c:v>7.3060650000000003</c:v>
                </c:pt>
                <c:pt idx="4480">
                  <c:v>7.3085490000000002</c:v>
                </c:pt>
                <c:pt idx="4481">
                  <c:v>7.3097910000000024</c:v>
                </c:pt>
                <c:pt idx="4482">
                  <c:v>7.3110330000000001</c:v>
                </c:pt>
                <c:pt idx="4483">
                  <c:v>7.3128959999999958</c:v>
                </c:pt>
                <c:pt idx="4484">
                  <c:v>7.3141379999999945</c:v>
                </c:pt>
                <c:pt idx="4485">
                  <c:v>7.3166219999999997</c:v>
                </c:pt>
                <c:pt idx="4486">
                  <c:v>7.3178639999999975</c:v>
                </c:pt>
                <c:pt idx="4487">
                  <c:v>7.319105999999997</c:v>
                </c:pt>
                <c:pt idx="4488">
                  <c:v>7.3203480000000001</c:v>
                </c:pt>
                <c:pt idx="4489">
                  <c:v>7.3228319999999956</c:v>
                </c:pt>
                <c:pt idx="4490">
                  <c:v>7.3246949999999966</c:v>
                </c:pt>
                <c:pt idx="4491">
                  <c:v>7.3259369999999961</c:v>
                </c:pt>
                <c:pt idx="4492">
                  <c:v>7.3271789999999948</c:v>
                </c:pt>
                <c:pt idx="4493">
                  <c:v>7.328420999999997</c:v>
                </c:pt>
                <c:pt idx="4494">
                  <c:v>7.3296630000000027</c:v>
                </c:pt>
                <c:pt idx="4495">
                  <c:v>7.332147</c:v>
                </c:pt>
                <c:pt idx="4496">
                  <c:v>7.3333889999999995</c:v>
                </c:pt>
                <c:pt idx="4497">
                  <c:v>7.3346309999999972</c:v>
                </c:pt>
                <c:pt idx="4498">
                  <c:v>7.3358730000000003</c:v>
                </c:pt>
                <c:pt idx="4499">
                  <c:v>7.3377360000000005</c:v>
                </c:pt>
                <c:pt idx="4500">
                  <c:v>7.3402200000000004</c:v>
                </c:pt>
                <c:pt idx="4501">
                  <c:v>7.341461999999999</c:v>
                </c:pt>
                <c:pt idx="4502">
                  <c:v>7.3427039999999995</c:v>
                </c:pt>
                <c:pt idx="4503">
                  <c:v>7.3451879999999958</c:v>
                </c:pt>
                <c:pt idx="4504">
                  <c:v>7.3464299999999998</c:v>
                </c:pt>
                <c:pt idx="4505">
                  <c:v>7.3476720000000002</c:v>
                </c:pt>
                <c:pt idx="4506">
                  <c:v>7.3495349999999977</c:v>
                </c:pt>
                <c:pt idx="4507">
                  <c:v>7.3520189999999968</c:v>
                </c:pt>
                <c:pt idx="4508">
                  <c:v>7.3532609999999998</c:v>
                </c:pt>
                <c:pt idx="4509">
                  <c:v>7.3545029999999967</c:v>
                </c:pt>
                <c:pt idx="4510">
                  <c:v>7.3557450000000006</c:v>
                </c:pt>
                <c:pt idx="4511">
                  <c:v>7.3582289999999997</c:v>
                </c:pt>
                <c:pt idx="4512">
                  <c:v>7.3594710000000001</c:v>
                </c:pt>
                <c:pt idx="4513">
                  <c:v>7.3613339999999985</c:v>
                </c:pt>
                <c:pt idx="4514">
                  <c:v>7.3625759999999945</c:v>
                </c:pt>
                <c:pt idx="4515">
                  <c:v>7.3650599999999971</c:v>
                </c:pt>
                <c:pt idx="4516">
                  <c:v>7.3663020000000001</c:v>
                </c:pt>
                <c:pt idx="4517">
                  <c:v>7.3675439999999979</c:v>
                </c:pt>
                <c:pt idx="4518">
                  <c:v>7.3687859999999956</c:v>
                </c:pt>
                <c:pt idx="4519">
                  <c:v>7.3712700000000018</c:v>
                </c:pt>
                <c:pt idx="4520">
                  <c:v>7.3731329999999975</c:v>
                </c:pt>
                <c:pt idx="4521">
                  <c:v>7.374374999999997</c:v>
                </c:pt>
                <c:pt idx="4522">
                  <c:v>7.3768589999999996</c:v>
                </c:pt>
                <c:pt idx="4523">
                  <c:v>7.378101</c:v>
                </c:pt>
                <c:pt idx="4524">
                  <c:v>7.3793430000000022</c:v>
                </c:pt>
                <c:pt idx="4525">
                  <c:v>7.3818270000000004</c:v>
                </c:pt>
                <c:pt idx="4526">
                  <c:v>7.3830689999999999</c:v>
                </c:pt>
                <c:pt idx="4527">
                  <c:v>7.3861740000000005</c:v>
                </c:pt>
                <c:pt idx="4528">
                  <c:v>7.3874159999999973</c:v>
                </c:pt>
                <c:pt idx="4529">
                  <c:v>7.3898999999999999</c:v>
                </c:pt>
                <c:pt idx="4530">
                  <c:v>7.3923839999999972</c:v>
                </c:pt>
                <c:pt idx="4531">
                  <c:v>7.3936260000000003</c:v>
                </c:pt>
                <c:pt idx="4532">
                  <c:v>7.3961099999999975</c:v>
                </c:pt>
                <c:pt idx="4533">
                  <c:v>7.3979729999999977</c:v>
                </c:pt>
                <c:pt idx="4534">
                  <c:v>7.4004570000000003</c:v>
                </c:pt>
                <c:pt idx="4535">
                  <c:v>7.401699000000006</c:v>
                </c:pt>
                <c:pt idx="4536">
                  <c:v>7.4041829999999971</c:v>
                </c:pt>
                <c:pt idx="4537">
                  <c:v>7.4054250000000001</c:v>
                </c:pt>
                <c:pt idx="4538">
                  <c:v>7.4079090000000001</c:v>
                </c:pt>
                <c:pt idx="4539">
                  <c:v>7.4097720000000029</c:v>
                </c:pt>
                <c:pt idx="4540">
                  <c:v>7.4122560000000002</c:v>
                </c:pt>
                <c:pt idx="4541">
                  <c:v>7.4134980000000024</c:v>
                </c:pt>
                <c:pt idx="4542">
                  <c:v>7.415981999999997</c:v>
                </c:pt>
                <c:pt idx="4543">
                  <c:v>7.417224</c:v>
                </c:pt>
                <c:pt idx="4544">
                  <c:v>7.4197080000000026</c:v>
                </c:pt>
                <c:pt idx="4545">
                  <c:v>7.4215710000000001</c:v>
                </c:pt>
                <c:pt idx="4546">
                  <c:v>7.4240549999999956</c:v>
                </c:pt>
                <c:pt idx="4547">
                  <c:v>7.4252970000000014</c:v>
                </c:pt>
                <c:pt idx="4548">
                  <c:v>7.4277809999999977</c:v>
                </c:pt>
                <c:pt idx="4549">
                  <c:v>7.429022999999999</c:v>
                </c:pt>
                <c:pt idx="4550">
                  <c:v>7.4315069999999999</c:v>
                </c:pt>
                <c:pt idx="4551">
                  <c:v>7.4327489999999994</c:v>
                </c:pt>
                <c:pt idx="4552">
                  <c:v>7.4346119999999996</c:v>
                </c:pt>
                <c:pt idx="4553">
                  <c:v>7.4370960000000004</c:v>
                </c:pt>
                <c:pt idx="4554">
                  <c:v>7.4383379999999999</c:v>
                </c:pt>
                <c:pt idx="4555">
                  <c:v>7.4408219999999998</c:v>
                </c:pt>
                <c:pt idx="4556">
                  <c:v>7.4420640000000002</c:v>
                </c:pt>
                <c:pt idx="4557">
                  <c:v>7.4433060000000024</c:v>
                </c:pt>
                <c:pt idx="4558">
                  <c:v>7.4464109999999986</c:v>
                </c:pt>
                <c:pt idx="4559">
                  <c:v>7.4476529999999999</c:v>
                </c:pt>
                <c:pt idx="4560">
                  <c:v>7.4488949999999985</c:v>
                </c:pt>
                <c:pt idx="4561">
                  <c:v>7.4501369999999971</c:v>
                </c:pt>
                <c:pt idx="4562">
                  <c:v>7.4526209999999997</c:v>
                </c:pt>
                <c:pt idx="4563">
                  <c:v>7.4538630000000028</c:v>
                </c:pt>
                <c:pt idx="4564">
                  <c:v>7.4551050000000005</c:v>
                </c:pt>
                <c:pt idx="4565">
                  <c:v>7.4563470000000027</c:v>
                </c:pt>
                <c:pt idx="4566">
                  <c:v>7.4582100000000002</c:v>
                </c:pt>
                <c:pt idx="4567">
                  <c:v>7.4606939999999993</c:v>
                </c:pt>
                <c:pt idx="4568">
                  <c:v>7.461935999999997</c:v>
                </c:pt>
                <c:pt idx="4569">
                  <c:v>7.4631780000000001</c:v>
                </c:pt>
                <c:pt idx="4570">
                  <c:v>7.4644199999999969</c:v>
                </c:pt>
                <c:pt idx="4571">
                  <c:v>7.4656620000000027</c:v>
                </c:pt>
                <c:pt idx="4572">
                  <c:v>7.4669039999999995</c:v>
                </c:pt>
                <c:pt idx="4573">
                  <c:v>7.4700090000000028</c:v>
                </c:pt>
                <c:pt idx="4574">
                  <c:v>7.4712510000000041</c:v>
                </c:pt>
                <c:pt idx="4575">
                  <c:v>7.4724930000000027</c:v>
                </c:pt>
                <c:pt idx="4576">
                  <c:v>7.4737350000000013</c:v>
                </c:pt>
                <c:pt idx="4577">
                  <c:v>7.4762190000000022</c:v>
                </c:pt>
                <c:pt idx="4578">
                  <c:v>7.4774609999999999</c:v>
                </c:pt>
                <c:pt idx="4579">
                  <c:v>7.4787029999999994</c:v>
                </c:pt>
                <c:pt idx="4580">
                  <c:v>7.4811870000000003</c:v>
                </c:pt>
                <c:pt idx="4581">
                  <c:v>7.4830500000000004</c:v>
                </c:pt>
                <c:pt idx="4582">
                  <c:v>7.4842919999999999</c:v>
                </c:pt>
                <c:pt idx="4583">
                  <c:v>7.4867759999999999</c:v>
                </c:pt>
                <c:pt idx="4584">
                  <c:v>7.4880180000000003</c:v>
                </c:pt>
                <c:pt idx="4585">
                  <c:v>7.489260000000006</c:v>
                </c:pt>
                <c:pt idx="4586">
                  <c:v>7.4917440000000024</c:v>
                </c:pt>
                <c:pt idx="4587">
                  <c:v>7.4929859999999966</c:v>
                </c:pt>
                <c:pt idx="4588">
                  <c:v>7.4948490000000003</c:v>
                </c:pt>
                <c:pt idx="4589">
                  <c:v>7.4973330000000002</c:v>
                </c:pt>
                <c:pt idx="4590">
                  <c:v>7.4985749999999971</c:v>
                </c:pt>
                <c:pt idx="4591">
                  <c:v>7.5010590000000024</c:v>
                </c:pt>
                <c:pt idx="4592">
                  <c:v>7.5023009999999966</c:v>
                </c:pt>
                <c:pt idx="4593">
                  <c:v>7.5035429999999996</c:v>
                </c:pt>
                <c:pt idx="4594">
                  <c:v>7.5066479999999993</c:v>
                </c:pt>
                <c:pt idx="4595">
                  <c:v>7.5078899999999971</c:v>
                </c:pt>
                <c:pt idx="4596">
                  <c:v>7.5103739999999997</c:v>
                </c:pt>
                <c:pt idx="4597">
                  <c:v>7.5116160000000001</c:v>
                </c:pt>
                <c:pt idx="4598">
                  <c:v>7.5140999999999973</c:v>
                </c:pt>
                <c:pt idx="4599">
                  <c:v>7.5153420000000004</c:v>
                </c:pt>
                <c:pt idx="4600">
                  <c:v>7.5184469999999965</c:v>
                </c:pt>
                <c:pt idx="4601">
                  <c:v>7.5196889999999996</c:v>
                </c:pt>
                <c:pt idx="4602">
                  <c:v>7.5221729999999969</c:v>
                </c:pt>
                <c:pt idx="4603">
                  <c:v>7.5246569999999977</c:v>
                </c:pt>
                <c:pt idx="4604">
                  <c:v>7.5258989999999972</c:v>
                </c:pt>
                <c:pt idx="4605">
                  <c:v>7.5283829999999972</c:v>
                </c:pt>
                <c:pt idx="4606">
                  <c:v>7.5296250000000002</c:v>
                </c:pt>
                <c:pt idx="4607">
                  <c:v>7.5327300000000008</c:v>
                </c:pt>
                <c:pt idx="4608">
                  <c:v>7.5339719999999986</c:v>
                </c:pt>
                <c:pt idx="4609">
                  <c:v>7.5352139999999999</c:v>
                </c:pt>
                <c:pt idx="4610">
                  <c:v>7.5376979999999998</c:v>
                </c:pt>
                <c:pt idx="4611">
                  <c:v>7.5389400000000002</c:v>
                </c:pt>
                <c:pt idx="4612">
                  <c:v>7.5414240000000001</c:v>
                </c:pt>
                <c:pt idx="4613">
                  <c:v>7.5432870000000003</c:v>
                </c:pt>
                <c:pt idx="4614">
                  <c:v>7.5445289999999972</c:v>
                </c:pt>
                <c:pt idx="4615">
                  <c:v>7.5457710000000002</c:v>
                </c:pt>
                <c:pt idx="4616">
                  <c:v>7.5482549999999975</c:v>
                </c:pt>
                <c:pt idx="4617">
                  <c:v>7.5494969999999997</c:v>
                </c:pt>
                <c:pt idx="4618">
                  <c:v>7.5507390000000001</c:v>
                </c:pt>
                <c:pt idx="4619">
                  <c:v>7.5519809999999969</c:v>
                </c:pt>
                <c:pt idx="4620">
                  <c:v>7.5550859999999966</c:v>
                </c:pt>
                <c:pt idx="4621">
                  <c:v>7.5563279999999997</c:v>
                </c:pt>
                <c:pt idx="4622">
                  <c:v>7.5575699999999975</c:v>
                </c:pt>
                <c:pt idx="4623">
                  <c:v>7.5600539999999974</c:v>
                </c:pt>
                <c:pt idx="4624">
                  <c:v>7.5612960000000013</c:v>
                </c:pt>
                <c:pt idx="4625">
                  <c:v>7.5637799999999995</c:v>
                </c:pt>
                <c:pt idx="4626">
                  <c:v>7.5650219999999972</c:v>
                </c:pt>
                <c:pt idx="4627">
                  <c:v>7.5681269999999969</c:v>
                </c:pt>
                <c:pt idx="4628">
                  <c:v>7.5693690000000027</c:v>
                </c:pt>
                <c:pt idx="4629">
                  <c:v>7.5718529999999999</c:v>
                </c:pt>
                <c:pt idx="4630">
                  <c:v>7.5730950000000004</c:v>
                </c:pt>
                <c:pt idx="4631">
                  <c:v>7.5743369999999972</c:v>
                </c:pt>
                <c:pt idx="4632">
                  <c:v>7.5768210000000034</c:v>
                </c:pt>
                <c:pt idx="4633">
                  <c:v>7.5780629999999993</c:v>
                </c:pt>
                <c:pt idx="4634">
                  <c:v>7.5811679999999999</c:v>
                </c:pt>
                <c:pt idx="4635">
                  <c:v>7.5824099999999985</c:v>
                </c:pt>
                <c:pt idx="4636">
                  <c:v>7.5848939999999985</c:v>
                </c:pt>
                <c:pt idx="4637">
                  <c:v>7.5861359999999971</c:v>
                </c:pt>
                <c:pt idx="4638">
                  <c:v>7.5886200000000024</c:v>
                </c:pt>
                <c:pt idx="4639">
                  <c:v>7.5898620000000028</c:v>
                </c:pt>
                <c:pt idx="4640">
                  <c:v>7.5929669999999971</c:v>
                </c:pt>
                <c:pt idx="4641">
                  <c:v>7.5942089999999975</c:v>
                </c:pt>
                <c:pt idx="4642">
                  <c:v>7.5966930000000028</c:v>
                </c:pt>
                <c:pt idx="4643">
                  <c:v>7.5979349999999943</c:v>
                </c:pt>
                <c:pt idx="4644">
                  <c:v>7.6004190000000005</c:v>
                </c:pt>
                <c:pt idx="4645">
                  <c:v>7.6016610000000027</c:v>
                </c:pt>
                <c:pt idx="4646">
                  <c:v>7.6047660000000006</c:v>
                </c:pt>
                <c:pt idx="4647">
                  <c:v>7.6060079999999965</c:v>
                </c:pt>
                <c:pt idx="4648">
                  <c:v>7.608492</c:v>
                </c:pt>
                <c:pt idx="4649">
                  <c:v>7.6109759999999955</c:v>
                </c:pt>
                <c:pt idx="4650">
                  <c:v>7.6122179999999968</c:v>
                </c:pt>
                <c:pt idx="4651">
                  <c:v>7.6153230000000001</c:v>
                </c:pt>
                <c:pt idx="4652">
                  <c:v>7.6178069999999956</c:v>
                </c:pt>
                <c:pt idx="4653">
                  <c:v>7.6202910000000008</c:v>
                </c:pt>
                <c:pt idx="4654">
                  <c:v>7.6227749999999945</c:v>
                </c:pt>
                <c:pt idx="4655">
                  <c:v>7.6252589999999971</c:v>
                </c:pt>
                <c:pt idx="4656">
                  <c:v>7.6283639999999995</c:v>
                </c:pt>
                <c:pt idx="4657">
                  <c:v>7.6308480000000003</c:v>
                </c:pt>
                <c:pt idx="4658">
                  <c:v>7.6333320000000002</c:v>
                </c:pt>
                <c:pt idx="4659">
                  <c:v>7.6358159999999957</c:v>
                </c:pt>
                <c:pt idx="4660">
                  <c:v>7.6383000000000001</c:v>
                </c:pt>
                <c:pt idx="4661">
                  <c:v>7.6401630000000003</c:v>
                </c:pt>
                <c:pt idx="4662">
                  <c:v>7.6426470000000002</c:v>
                </c:pt>
                <c:pt idx="4663">
                  <c:v>7.6451309999999966</c:v>
                </c:pt>
                <c:pt idx="4664">
                  <c:v>7.6476149999999956</c:v>
                </c:pt>
                <c:pt idx="4665">
                  <c:v>7.6488570000000005</c:v>
                </c:pt>
                <c:pt idx="4666">
                  <c:v>7.6519619999999975</c:v>
                </c:pt>
                <c:pt idx="4667">
                  <c:v>7.6544459999999956</c:v>
                </c:pt>
                <c:pt idx="4668">
                  <c:v>7.6569299999999973</c:v>
                </c:pt>
                <c:pt idx="4669">
                  <c:v>7.6581719999999978</c:v>
                </c:pt>
                <c:pt idx="4670">
                  <c:v>7.6606559999999977</c:v>
                </c:pt>
                <c:pt idx="4671">
                  <c:v>7.6618979999999972</c:v>
                </c:pt>
                <c:pt idx="4672">
                  <c:v>7.6650029999999969</c:v>
                </c:pt>
                <c:pt idx="4673">
                  <c:v>7.666245</c:v>
                </c:pt>
                <c:pt idx="4674">
                  <c:v>7.6687289999999972</c:v>
                </c:pt>
                <c:pt idx="4675">
                  <c:v>7.6699709999999968</c:v>
                </c:pt>
                <c:pt idx="4676">
                  <c:v>7.6724549999999967</c:v>
                </c:pt>
                <c:pt idx="4677">
                  <c:v>7.6736969999999998</c:v>
                </c:pt>
                <c:pt idx="4678">
                  <c:v>7.6768020000000003</c:v>
                </c:pt>
                <c:pt idx="4679">
                  <c:v>7.6780440000000008</c:v>
                </c:pt>
                <c:pt idx="4680">
                  <c:v>7.6805279999999971</c:v>
                </c:pt>
                <c:pt idx="4681">
                  <c:v>7.6817699999999993</c:v>
                </c:pt>
                <c:pt idx="4682">
                  <c:v>7.6842539999999975</c:v>
                </c:pt>
                <c:pt idx="4683">
                  <c:v>7.685495999999997</c:v>
                </c:pt>
                <c:pt idx="4684">
                  <c:v>7.6886010000000002</c:v>
                </c:pt>
                <c:pt idx="4685">
                  <c:v>7.6898429999999998</c:v>
                </c:pt>
                <c:pt idx="4686">
                  <c:v>7.6910849999999966</c:v>
                </c:pt>
                <c:pt idx="4687">
                  <c:v>7.6935689999999965</c:v>
                </c:pt>
                <c:pt idx="4688">
                  <c:v>7.6948109999999943</c:v>
                </c:pt>
                <c:pt idx="4689">
                  <c:v>7.6972949999999969</c:v>
                </c:pt>
                <c:pt idx="4690">
                  <c:v>7.6985369999999955</c:v>
                </c:pt>
                <c:pt idx="4691">
                  <c:v>7.7004000000000001</c:v>
                </c:pt>
                <c:pt idx="4692">
                  <c:v>7.7028839999999974</c:v>
                </c:pt>
                <c:pt idx="4693">
                  <c:v>7.7041260000000005</c:v>
                </c:pt>
                <c:pt idx="4694">
                  <c:v>7.7053680000000027</c:v>
                </c:pt>
                <c:pt idx="4695">
                  <c:v>7.7066100000000004</c:v>
                </c:pt>
                <c:pt idx="4696">
                  <c:v>7.7090939999999994</c:v>
                </c:pt>
                <c:pt idx="4697">
                  <c:v>7.7103359999999972</c:v>
                </c:pt>
                <c:pt idx="4698">
                  <c:v>7.712199</c:v>
                </c:pt>
                <c:pt idx="4699">
                  <c:v>7.7134409999999995</c:v>
                </c:pt>
                <c:pt idx="4700">
                  <c:v>7.7159249999999977</c:v>
                </c:pt>
                <c:pt idx="4701">
                  <c:v>7.7171669999999972</c:v>
                </c:pt>
                <c:pt idx="4702">
                  <c:v>7.7184090000000003</c:v>
                </c:pt>
                <c:pt idx="4703">
                  <c:v>7.7196509999999998</c:v>
                </c:pt>
                <c:pt idx="4704">
                  <c:v>7.7221349999999962</c:v>
                </c:pt>
                <c:pt idx="4705">
                  <c:v>7.7233769999999975</c:v>
                </c:pt>
                <c:pt idx="4706">
                  <c:v>7.7252399999999986</c:v>
                </c:pt>
                <c:pt idx="4707">
                  <c:v>7.7264819999999972</c:v>
                </c:pt>
                <c:pt idx="4708">
                  <c:v>7.7289659999999971</c:v>
                </c:pt>
                <c:pt idx="4709">
                  <c:v>7.7302080000000029</c:v>
                </c:pt>
                <c:pt idx="4710">
                  <c:v>7.7314500000000024</c:v>
                </c:pt>
                <c:pt idx="4711">
                  <c:v>7.7326920000000028</c:v>
                </c:pt>
                <c:pt idx="4712">
                  <c:v>7.7351760000000001</c:v>
                </c:pt>
                <c:pt idx="4713">
                  <c:v>7.7370389999999976</c:v>
                </c:pt>
                <c:pt idx="4714">
                  <c:v>7.7382809999999997</c:v>
                </c:pt>
                <c:pt idx="4715">
                  <c:v>7.7407649999999997</c:v>
                </c:pt>
                <c:pt idx="4716">
                  <c:v>7.7420070000000001</c:v>
                </c:pt>
                <c:pt idx="4717">
                  <c:v>7.7432490000000032</c:v>
                </c:pt>
                <c:pt idx="4718">
                  <c:v>7.7457330000000004</c:v>
                </c:pt>
                <c:pt idx="4719">
                  <c:v>7.7469749999999973</c:v>
                </c:pt>
                <c:pt idx="4720">
                  <c:v>7.7488380000000001</c:v>
                </c:pt>
                <c:pt idx="4721">
                  <c:v>7.7513219999999992</c:v>
                </c:pt>
                <c:pt idx="4722">
                  <c:v>7.7525639999999996</c:v>
                </c:pt>
                <c:pt idx="4723">
                  <c:v>7.7550479999999995</c:v>
                </c:pt>
                <c:pt idx="4724">
                  <c:v>7.7562899999999999</c:v>
                </c:pt>
                <c:pt idx="4725">
                  <c:v>7.7587739999999998</c:v>
                </c:pt>
                <c:pt idx="4726">
                  <c:v>7.760637</c:v>
                </c:pt>
                <c:pt idx="4727">
                  <c:v>7.7618790000000004</c:v>
                </c:pt>
                <c:pt idx="4728">
                  <c:v>7.7643630000000003</c:v>
                </c:pt>
                <c:pt idx="4729">
                  <c:v>7.7656050000000008</c:v>
                </c:pt>
                <c:pt idx="4730">
                  <c:v>7.7668469999999985</c:v>
                </c:pt>
                <c:pt idx="4731">
                  <c:v>7.7693309999999975</c:v>
                </c:pt>
                <c:pt idx="4732">
                  <c:v>7.7705729999999997</c:v>
                </c:pt>
                <c:pt idx="4733">
                  <c:v>7.773678000000003</c:v>
                </c:pt>
                <c:pt idx="4734">
                  <c:v>7.7761620000000029</c:v>
                </c:pt>
                <c:pt idx="4735">
                  <c:v>7.7774039999999998</c:v>
                </c:pt>
                <c:pt idx="4736">
                  <c:v>7.7786460000000028</c:v>
                </c:pt>
                <c:pt idx="4737">
                  <c:v>7.7786460000000028</c:v>
                </c:pt>
                <c:pt idx="4738">
                  <c:v>7.7786460000000028</c:v>
                </c:pt>
                <c:pt idx="4739">
                  <c:v>7.7786460000000028</c:v>
                </c:pt>
                <c:pt idx="4740">
                  <c:v>7.7786460000000028</c:v>
                </c:pt>
                <c:pt idx="4741">
                  <c:v>7.7786460000000028</c:v>
                </c:pt>
                <c:pt idx="4742">
                  <c:v>7.7798880000000024</c:v>
                </c:pt>
                <c:pt idx="4743">
                  <c:v>7.7798880000000024</c:v>
                </c:pt>
                <c:pt idx="4744">
                  <c:v>7.7798880000000024</c:v>
                </c:pt>
                <c:pt idx="4745">
                  <c:v>7.7811299999999992</c:v>
                </c:pt>
                <c:pt idx="4746">
                  <c:v>7.7811299999999992</c:v>
                </c:pt>
                <c:pt idx="4747">
                  <c:v>7.783614</c:v>
                </c:pt>
                <c:pt idx="4748">
                  <c:v>7.7854770000000002</c:v>
                </c:pt>
                <c:pt idx="4749">
                  <c:v>7.7854770000000002</c:v>
                </c:pt>
                <c:pt idx="4750">
                  <c:v>7.7854770000000002</c:v>
                </c:pt>
                <c:pt idx="4751">
                  <c:v>7.7854770000000002</c:v>
                </c:pt>
                <c:pt idx="4752">
                  <c:v>7.7854770000000002</c:v>
                </c:pt>
                <c:pt idx="4753">
                  <c:v>7.7867189999999997</c:v>
                </c:pt>
                <c:pt idx="4754">
                  <c:v>7.7879610000000001</c:v>
                </c:pt>
                <c:pt idx="4755">
                  <c:v>7.7879610000000001</c:v>
                </c:pt>
                <c:pt idx="4756">
                  <c:v>7.7892030000000032</c:v>
                </c:pt>
                <c:pt idx="4757">
                  <c:v>7.7904450000000001</c:v>
                </c:pt>
                <c:pt idx="4758">
                  <c:v>7.7904450000000001</c:v>
                </c:pt>
                <c:pt idx="4759">
                  <c:v>7.7904450000000001</c:v>
                </c:pt>
                <c:pt idx="4760">
                  <c:v>7.7904450000000001</c:v>
                </c:pt>
                <c:pt idx="4761">
                  <c:v>7.7904450000000001</c:v>
                </c:pt>
                <c:pt idx="4762">
                  <c:v>7.7904450000000001</c:v>
                </c:pt>
                <c:pt idx="4763">
                  <c:v>7.7904450000000001</c:v>
                </c:pt>
                <c:pt idx="4764">
                  <c:v>7.7904450000000001</c:v>
                </c:pt>
                <c:pt idx="4765">
                  <c:v>7.7904450000000001</c:v>
                </c:pt>
                <c:pt idx="4766">
                  <c:v>7.7904450000000001</c:v>
                </c:pt>
                <c:pt idx="4767">
                  <c:v>7.7904450000000001</c:v>
                </c:pt>
              </c:numCache>
            </c:numRef>
          </c:cat>
          <c:val>
            <c:numRef>
              <c:f>'08_08_13_mount_washington'!$G$2:$G$4769</c:f>
              <c:numCache>
                <c:formatCode>General</c:formatCode>
                <c:ptCount val="4768"/>
                <c:pt idx="0">
                  <c:v>115</c:v>
                </c:pt>
                <c:pt idx="1">
                  <c:v>116</c:v>
                </c:pt>
                <c:pt idx="2">
                  <c:v>118</c:v>
                </c:pt>
                <c:pt idx="3">
                  <c:v>119</c:v>
                </c:pt>
                <c:pt idx="4">
                  <c:v>120</c:v>
                </c:pt>
                <c:pt idx="5">
                  <c:v>121</c:v>
                </c:pt>
                <c:pt idx="6">
                  <c:v>123</c:v>
                </c:pt>
                <c:pt idx="7">
                  <c:v>124</c:v>
                </c:pt>
                <c:pt idx="8">
                  <c:v>125</c:v>
                </c:pt>
                <c:pt idx="9">
                  <c:v>126</c:v>
                </c:pt>
                <c:pt idx="10">
                  <c:v>126</c:v>
                </c:pt>
                <c:pt idx="11">
                  <c:v>126</c:v>
                </c:pt>
                <c:pt idx="12">
                  <c:v>126</c:v>
                </c:pt>
                <c:pt idx="13">
                  <c:v>127</c:v>
                </c:pt>
                <c:pt idx="14">
                  <c:v>127</c:v>
                </c:pt>
                <c:pt idx="15">
                  <c:v>127</c:v>
                </c:pt>
                <c:pt idx="16">
                  <c:v>128</c:v>
                </c:pt>
                <c:pt idx="17">
                  <c:v>128</c:v>
                </c:pt>
                <c:pt idx="18">
                  <c:v>128</c:v>
                </c:pt>
                <c:pt idx="19">
                  <c:v>128</c:v>
                </c:pt>
                <c:pt idx="20">
                  <c:v>129</c:v>
                </c:pt>
                <c:pt idx="21">
                  <c:v>129</c:v>
                </c:pt>
                <c:pt idx="22">
                  <c:v>129</c:v>
                </c:pt>
                <c:pt idx="23">
                  <c:v>130</c:v>
                </c:pt>
                <c:pt idx="24">
                  <c:v>130</c:v>
                </c:pt>
                <c:pt idx="25">
                  <c:v>130</c:v>
                </c:pt>
                <c:pt idx="26">
                  <c:v>131</c:v>
                </c:pt>
                <c:pt idx="27">
                  <c:v>132</c:v>
                </c:pt>
                <c:pt idx="28">
                  <c:v>132</c:v>
                </c:pt>
                <c:pt idx="29">
                  <c:v>132</c:v>
                </c:pt>
                <c:pt idx="30">
                  <c:v>132</c:v>
                </c:pt>
                <c:pt idx="31">
                  <c:v>133</c:v>
                </c:pt>
                <c:pt idx="32">
                  <c:v>133</c:v>
                </c:pt>
                <c:pt idx="33">
                  <c:v>134</c:v>
                </c:pt>
                <c:pt idx="34">
                  <c:v>134</c:v>
                </c:pt>
                <c:pt idx="35">
                  <c:v>134</c:v>
                </c:pt>
                <c:pt idx="36">
                  <c:v>135</c:v>
                </c:pt>
                <c:pt idx="37">
                  <c:v>135</c:v>
                </c:pt>
                <c:pt idx="38">
                  <c:v>135</c:v>
                </c:pt>
                <c:pt idx="39">
                  <c:v>136</c:v>
                </c:pt>
                <c:pt idx="40">
                  <c:v>136</c:v>
                </c:pt>
                <c:pt idx="41">
                  <c:v>136</c:v>
                </c:pt>
                <c:pt idx="42">
                  <c:v>137</c:v>
                </c:pt>
                <c:pt idx="43">
                  <c:v>137</c:v>
                </c:pt>
                <c:pt idx="44">
                  <c:v>137</c:v>
                </c:pt>
                <c:pt idx="45">
                  <c:v>137</c:v>
                </c:pt>
                <c:pt idx="46">
                  <c:v>137</c:v>
                </c:pt>
                <c:pt idx="47">
                  <c:v>137</c:v>
                </c:pt>
                <c:pt idx="48">
                  <c:v>138</c:v>
                </c:pt>
                <c:pt idx="49">
                  <c:v>138</c:v>
                </c:pt>
                <c:pt idx="50">
                  <c:v>139</c:v>
                </c:pt>
                <c:pt idx="51">
                  <c:v>139</c:v>
                </c:pt>
                <c:pt idx="52">
                  <c:v>139</c:v>
                </c:pt>
                <c:pt idx="53">
                  <c:v>140</c:v>
                </c:pt>
                <c:pt idx="54">
                  <c:v>140</c:v>
                </c:pt>
                <c:pt idx="55">
                  <c:v>141</c:v>
                </c:pt>
                <c:pt idx="56">
                  <c:v>141</c:v>
                </c:pt>
                <c:pt idx="57">
                  <c:v>141</c:v>
                </c:pt>
                <c:pt idx="58">
                  <c:v>141</c:v>
                </c:pt>
                <c:pt idx="59">
                  <c:v>140</c:v>
                </c:pt>
                <c:pt idx="60">
                  <c:v>140</c:v>
                </c:pt>
                <c:pt idx="61">
                  <c:v>139</c:v>
                </c:pt>
                <c:pt idx="62">
                  <c:v>139</c:v>
                </c:pt>
                <c:pt idx="63">
                  <c:v>139</c:v>
                </c:pt>
                <c:pt idx="64">
                  <c:v>139</c:v>
                </c:pt>
                <c:pt idx="65">
                  <c:v>139</c:v>
                </c:pt>
                <c:pt idx="66">
                  <c:v>139</c:v>
                </c:pt>
                <c:pt idx="67">
                  <c:v>139</c:v>
                </c:pt>
                <c:pt idx="68">
                  <c:v>140</c:v>
                </c:pt>
                <c:pt idx="69">
                  <c:v>140</c:v>
                </c:pt>
                <c:pt idx="70">
                  <c:v>140</c:v>
                </c:pt>
                <c:pt idx="71">
                  <c:v>141</c:v>
                </c:pt>
                <c:pt idx="72">
                  <c:v>141</c:v>
                </c:pt>
                <c:pt idx="73">
                  <c:v>141</c:v>
                </c:pt>
                <c:pt idx="74">
                  <c:v>142</c:v>
                </c:pt>
                <c:pt idx="75">
                  <c:v>142</c:v>
                </c:pt>
                <c:pt idx="76">
                  <c:v>142</c:v>
                </c:pt>
                <c:pt idx="77">
                  <c:v>143</c:v>
                </c:pt>
                <c:pt idx="78">
                  <c:v>143</c:v>
                </c:pt>
                <c:pt idx="79">
                  <c:v>144</c:v>
                </c:pt>
                <c:pt idx="80">
                  <c:v>145</c:v>
                </c:pt>
                <c:pt idx="81">
                  <c:v>145</c:v>
                </c:pt>
                <c:pt idx="82">
                  <c:v>146</c:v>
                </c:pt>
                <c:pt idx="83">
                  <c:v>146</c:v>
                </c:pt>
                <c:pt idx="84">
                  <c:v>147</c:v>
                </c:pt>
                <c:pt idx="85">
                  <c:v>147</c:v>
                </c:pt>
                <c:pt idx="86">
                  <c:v>148</c:v>
                </c:pt>
                <c:pt idx="87">
                  <c:v>148</c:v>
                </c:pt>
                <c:pt idx="88">
                  <c:v>149</c:v>
                </c:pt>
                <c:pt idx="89">
                  <c:v>150</c:v>
                </c:pt>
                <c:pt idx="90">
                  <c:v>150</c:v>
                </c:pt>
                <c:pt idx="91">
                  <c:v>151</c:v>
                </c:pt>
                <c:pt idx="92">
                  <c:v>151</c:v>
                </c:pt>
                <c:pt idx="93">
                  <c:v>152</c:v>
                </c:pt>
                <c:pt idx="94">
                  <c:v>152</c:v>
                </c:pt>
                <c:pt idx="95">
                  <c:v>153</c:v>
                </c:pt>
                <c:pt idx="96">
                  <c:v>154</c:v>
                </c:pt>
                <c:pt idx="97">
                  <c:v>154</c:v>
                </c:pt>
                <c:pt idx="98">
                  <c:v>155</c:v>
                </c:pt>
                <c:pt idx="99">
                  <c:v>155</c:v>
                </c:pt>
                <c:pt idx="100">
                  <c:v>155</c:v>
                </c:pt>
                <c:pt idx="101">
                  <c:v>155</c:v>
                </c:pt>
                <c:pt idx="102">
                  <c:v>155</c:v>
                </c:pt>
                <c:pt idx="103">
                  <c:v>155</c:v>
                </c:pt>
                <c:pt idx="104">
                  <c:v>156</c:v>
                </c:pt>
                <c:pt idx="105">
                  <c:v>156</c:v>
                </c:pt>
                <c:pt idx="106">
                  <c:v>155</c:v>
                </c:pt>
                <c:pt idx="107">
                  <c:v>156</c:v>
                </c:pt>
                <c:pt idx="108">
                  <c:v>156</c:v>
                </c:pt>
                <c:pt idx="109">
                  <c:v>156</c:v>
                </c:pt>
                <c:pt idx="110">
                  <c:v>156</c:v>
                </c:pt>
                <c:pt idx="111">
                  <c:v>156</c:v>
                </c:pt>
                <c:pt idx="112">
                  <c:v>157</c:v>
                </c:pt>
                <c:pt idx="113">
                  <c:v>157</c:v>
                </c:pt>
                <c:pt idx="114">
                  <c:v>157</c:v>
                </c:pt>
                <c:pt idx="115">
                  <c:v>157</c:v>
                </c:pt>
                <c:pt idx="116">
                  <c:v>157</c:v>
                </c:pt>
                <c:pt idx="117">
                  <c:v>157</c:v>
                </c:pt>
                <c:pt idx="118">
                  <c:v>157</c:v>
                </c:pt>
                <c:pt idx="119">
                  <c:v>157</c:v>
                </c:pt>
                <c:pt idx="120">
                  <c:v>157</c:v>
                </c:pt>
                <c:pt idx="121">
                  <c:v>157</c:v>
                </c:pt>
                <c:pt idx="122">
                  <c:v>157</c:v>
                </c:pt>
                <c:pt idx="123">
                  <c:v>157</c:v>
                </c:pt>
                <c:pt idx="124">
                  <c:v>157</c:v>
                </c:pt>
                <c:pt idx="125">
                  <c:v>157</c:v>
                </c:pt>
                <c:pt idx="126">
                  <c:v>158</c:v>
                </c:pt>
                <c:pt idx="127">
                  <c:v>158</c:v>
                </c:pt>
                <c:pt idx="128">
                  <c:v>158</c:v>
                </c:pt>
                <c:pt idx="129">
                  <c:v>158</c:v>
                </c:pt>
                <c:pt idx="130">
                  <c:v>158</c:v>
                </c:pt>
                <c:pt idx="131">
                  <c:v>158</c:v>
                </c:pt>
                <c:pt idx="132">
                  <c:v>158</c:v>
                </c:pt>
                <c:pt idx="133">
                  <c:v>159</c:v>
                </c:pt>
                <c:pt idx="134">
                  <c:v>159</c:v>
                </c:pt>
                <c:pt idx="135">
                  <c:v>159</c:v>
                </c:pt>
                <c:pt idx="136">
                  <c:v>159</c:v>
                </c:pt>
                <c:pt idx="137">
                  <c:v>159</c:v>
                </c:pt>
                <c:pt idx="138">
                  <c:v>160</c:v>
                </c:pt>
                <c:pt idx="139">
                  <c:v>160</c:v>
                </c:pt>
                <c:pt idx="140">
                  <c:v>160</c:v>
                </c:pt>
                <c:pt idx="141">
                  <c:v>161</c:v>
                </c:pt>
                <c:pt idx="142">
                  <c:v>160</c:v>
                </c:pt>
                <c:pt idx="143">
                  <c:v>161</c:v>
                </c:pt>
                <c:pt idx="144">
                  <c:v>160</c:v>
                </c:pt>
                <c:pt idx="145">
                  <c:v>161</c:v>
                </c:pt>
                <c:pt idx="146">
                  <c:v>160</c:v>
                </c:pt>
                <c:pt idx="147">
                  <c:v>161</c:v>
                </c:pt>
                <c:pt idx="148">
                  <c:v>160</c:v>
                </c:pt>
                <c:pt idx="149">
                  <c:v>160</c:v>
                </c:pt>
                <c:pt idx="150">
                  <c:v>160</c:v>
                </c:pt>
                <c:pt idx="151">
                  <c:v>161</c:v>
                </c:pt>
                <c:pt idx="152">
                  <c:v>160</c:v>
                </c:pt>
                <c:pt idx="153">
                  <c:v>160</c:v>
                </c:pt>
                <c:pt idx="154">
                  <c:v>161</c:v>
                </c:pt>
                <c:pt idx="155">
                  <c:v>161</c:v>
                </c:pt>
                <c:pt idx="156">
                  <c:v>160</c:v>
                </c:pt>
                <c:pt idx="157">
                  <c:v>161</c:v>
                </c:pt>
                <c:pt idx="158">
                  <c:v>161</c:v>
                </c:pt>
                <c:pt idx="159">
                  <c:v>161</c:v>
                </c:pt>
                <c:pt idx="160">
                  <c:v>161</c:v>
                </c:pt>
                <c:pt idx="161">
                  <c:v>161</c:v>
                </c:pt>
                <c:pt idx="162">
                  <c:v>161</c:v>
                </c:pt>
                <c:pt idx="163">
                  <c:v>161</c:v>
                </c:pt>
                <c:pt idx="164">
                  <c:v>161</c:v>
                </c:pt>
                <c:pt idx="165">
                  <c:v>161</c:v>
                </c:pt>
                <c:pt idx="166">
                  <c:v>161</c:v>
                </c:pt>
                <c:pt idx="167">
                  <c:v>161</c:v>
                </c:pt>
                <c:pt idx="168">
                  <c:v>161</c:v>
                </c:pt>
                <c:pt idx="169">
                  <c:v>161</c:v>
                </c:pt>
                <c:pt idx="170">
                  <c:v>161</c:v>
                </c:pt>
                <c:pt idx="171">
                  <c:v>161</c:v>
                </c:pt>
                <c:pt idx="172">
                  <c:v>161</c:v>
                </c:pt>
                <c:pt idx="173">
                  <c:v>161</c:v>
                </c:pt>
                <c:pt idx="174">
                  <c:v>161</c:v>
                </c:pt>
                <c:pt idx="175">
                  <c:v>161</c:v>
                </c:pt>
                <c:pt idx="176">
                  <c:v>161</c:v>
                </c:pt>
                <c:pt idx="177">
                  <c:v>161</c:v>
                </c:pt>
                <c:pt idx="178">
                  <c:v>161</c:v>
                </c:pt>
                <c:pt idx="179">
                  <c:v>161</c:v>
                </c:pt>
                <c:pt idx="180">
                  <c:v>161</c:v>
                </c:pt>
                <c:pt idx="181">
                  <c:v>161</c:v>
                </c:pt>
                <c:pt idx="182">
                  <c:v>161</c:v>
                </c:pt>
                <c:pt idx="183">
                  <c:v>161</c:v>
                </c:pt>
                <c:pt idx="184">
                  <c:v>161</c:v>
                </c:pt>
                <c:pt idx="185">
                  <c:v>161</c:v>
                </c:pt>
                <c:pt idx="186">
                  <c:v>161</c:v>
                </c:pt>
                <c:pt idx="187">
                  <c:v>161</c:v>
                </c:pt>
                <c:pt idx="188">
                  <c:v>161</c:v>
                </c:pt>
                <c:pt idx="189">
                  <c:v>161</c:v>
                </c:pt>
                <c:pt idx="190">
                  <c:v>161</c:v>
                </c:pt>
                <c:pt idx="191">
                  <c:v>161</c:v>
                </c:pt>
                <c:pt idx="192">
                  <c:v>161</c:v>
                </c:pt>
                <c:pt idx="193">
                  <c:v>161</c:v>
                </c:pt>
                <c:pt idx="194">
                  <c:v>161</c:v>
                </c:pt>
                <c:pt idx="195">
                  <c:v>160</c:v>
                </c:pt>
                <c:pt idx="196">
                  <c:v>161</c:v>
                </c:pt>
                <c:pt idx="197">
                  <c:v>160</c:v>
                </c:pt>
                <c:pt idx="198">
                  <c:v>160</c:v>
                </c:pt>
                <c:pt idx="199">
                  <c:v>160</c:v>
                </c:pt>
                <c:pt idx="200">
                  <c:v>160</c:v>
                </c:pt>
                <c:pt idx="201">
                  <c:v>160</c:v>
                </c:pt>
                <c:pt idx="202">
                  <c:v>160</c:v>
                </c:pt>
                <c:pt idx="203">
                  <c:v>160</c:v>
                </c:pt>
                <c:pt idx="204">
                  <c:v>160</c:v>
                </c:pt>
                <c:pt idx="205">
                  <c:v>160</c:v>
                </c:pt>
                <c:pt idx="206">
                  <c:v>159</c:v>
                </c:pt>
                <c:pt idx="207">
                  <c:v>160</c:v>
                </c:pt>
                <c:pt idx="208">
                  <c:v>160</c:v>
                </c:pt>
                <c:pt idx="209">
                  <c:v>160</c:v>
                </c:pt>
                <c:pt idx="210">
                  <c:v>160</c:v>
                </c:pt>
                <c:pt idx="211">
                  <c:v>160</c:v>
                </c:pt>
                <c:pt idx="212">
                  <c:v>160</c:v>
                </c:pt>
                <c:pt idx="213">
                  <c:v>160</c:v>
                </c:pt>
                <c:pt idx="214">
                  <c:v>160</c:v>
                </c:pt>
                <c:pt idx="215">
                  <c:v>160</c:v>
                </c:pt>
                <c:pt idx="216">
                  <c:v>160</c:v>
                </c:pt>
                <c:pt idx="217">
                  <c:v>160</c:v>
                </c:pt>
                <c:pt idx="218">
                  <c:v>161</c:v>
                </c:pt>
                <c:pt idx="219">
                  <c:v>161</c:v>
                </c:pt>
                <c:pt idx="220">
                  <c:v>160</c:v>
                </c:pt>
                <c:pt idx="221">
                  <c:v>161</c:v>
                </c:pt>
                <c:pt idx="222">
                  <c:v>160</c:v>
                </c:pt>
                <c:pt idx="223">
                  <c:v>161</c:v>
                </c:pt>
                <c:pt idx="224">
                  <c:v>160</c:v>
                </c:pt>
                <c:pt idx="225">
                  <c:v>160</c:v>
                </c:pt>
                <c:pt idx="226">
                  <c:v>161</c:v>
                </c:pt>
                <c:pt idx="227">
                  <c:v>161</c:v>
                </c:pt>
                <c:pt idx="228">
                  <c:v>160</c:v>
                </c:pt>
                <c:pt idx="229">
                  <c:v>160</c:v>
                </c:pt>
                <c:pt idx="230">
                  <c:v>161</c:v>
                </c:pt>
                <c:pt idx="231">
                  <c:v>161</c:v>
                </c:pt>
                <c:pt idx="232">
                  <c:v>160</c:v>
                </c:pt>
                <c:pt idx="233">
                  <c:v>161</c:v>
                </c:pt>
                <c:pt idx="234">
                  <c:v>161</c:v>
                </c:pt>
                <c:pt idx="235">
                  <c:v>161</c:v>
                </c:pt>
                <c:pt idx="236">
                  <c:v>161</c:v>
                </c:pt>
                <c:pt idx="237">
                  <c:v>161</c:v>
                </c:pt>
                <c:pt idx="238">
                  <c:v>161</c:v>
                </c:pt>
                <c:pt idx="239">
                  <c:v>161</c:v>
                </c:pt>
                <c:pt idx="240">
                  <c:v>161</c:v>
                </c:pt>
                <c:pt idx="241">
                  <c:v>161</c:v>
                </c:pt>
                <c:pt idx="242">
                  <c:v>161</c:v>
                </c:pt>
                <c:pt idx="243">
                  <c:v>161</c:v>
                </c:pt>
                <c:pt idx="244">
                  <c:v>161</c:v>
                </c:pt>
                <c:pt idx="245">
                  <c:v>162</c:v>
                </c:pt>
                <c:pt idx="246">
                  <c:v>161</c:v>
                </c:pt>
                <c:pt idx="247">
                  <c:v>161</c:v>
                </c:pt>
                <c:pt idx="248">
                  <c:v>161</c:v>
                </c:pt>
                <c:pt idx="249">
                  <c:v>162</c:v>
                </c:pt>
                <c:pt idx="250">
                  <c:v>161</c:v>
                </c:pt>
                <c:pt idx="251">
                  <c:v>162</c:v>
                </c:pt>
                <c:pt idx="252">
                  <c:v>161</c:v>
                </c:pt>
                <c:pt idx="253">
                  <c:v>161</c:v>
                </c:pt>
                <c:pt idx="254">
                  <c:v>161</c:v>
                </c:pt>
                <c:pt idx="255">
                  <c:v>160</c:v>
                </c:pt>
                <c:pt idx="256">
                  <c:v>161</c:v>
                </c:pt>
                <c:pt idx="257">
                  <c:v>160</c:v>
                </c:pt>
                <c:pt idx="258">
                  <c:v>160</c:v>
                </c:pt>
                <c:pt idx="259">
                  <c:v>160</c:v>
                </c:pt>
                <c:pt idx="260">
                  <c:v>160</c:v>
                </c:pt>
                <c:pt idx="261">
                  <c:v>160</c:v>
                </c:pt>
                <c:pt idx="262">
                  <c:v>160</c:v>
                </c:pt>
                <c:pt idx="263">
                  <c:v>160</c:v>
                </c:pt>
                <c:pt idx="264">
                  <c:v>160</c:v>
                </c:pt>
                <c:pt idx="265">
                  <c:v>160</c:v>
                </c:pt>
                <c:pt idx="266">
                  <c:v>160</c:v>
                </c:pt>
                <c:pt idx="267">
                  <c:v>159</c:v>
                </c:pt>
                <c:pt idx="268">
                  <c:v>160</c:v>
                </c:pt>
                <c:pt idx="269">
                  <c:v>159</c:v>
                </c:pt>
                <c:pt idx="270">
                  <c:v>159</c:v>
                </c:pt>
                <c:pt idx="271">
                  <c:v>159</c:v>
                </c:pt>
                <c:pt idx="272">
                  <c:v>159</c:v>
                </c:pt>
                <c:pt idx="273">
                  <c:v>159</c:v>
                </c:pt>
                <c:pt idx="274">
                  <c:v>159</c:v>
                </c:pt>
                <c:pt idx="275">
                  <c:v>159</c:v>
                </c:pt>
                <c:pt idx="276">
                  <c:v>158</c:v>
                </c:pt>
                <c:pt idx="277">
                  <c:v>158</c:v>
                </c:pt>
                <c:pt idx="278">
                  <c:v>159</c:v>
                </c:pt>
                <c:pt idx="279">
                  <c:v>158</c:v>
                </c:pt>
                <c:pt idx="280">
                  <c:v>158</c:v>
                </c:pt>
                <c:pt idx="281">
                  <c:v>158</c:v>
                </c:pt>
                <c:pt idx="282">
                  <c:v>158</c:v>
                </c:pt>
                <c:pt idx="283">
                  <c:v>158</c:v>
                </c:pt>
                <c:pt idx="284">
                  <c:v>158</c:v>
                </c:pt>
                <c:pt idx="285">
                  <c:v>158</c:v>
                </c:pt>
                <c:pt idx="286">
                  <c:v>158</c:v>
                </c:pt>
                <c:pt idx="287">
                  <c:v>158</c:v>
                </c:pt>
                <c:pt idx="288">
                  <c:v>158</c:v>
                </c:pt>
                <c:pt idx="289">
                  <c:v>158</c:v>
                </c:pt>
                <c:pt idx="290">
                  <c:v>158</c:v>
                </c:pt>
                <c:pt idx="291">
                  <c:v>158</c:v>
                </c:pt>
                <c:pt idx="292">
                  <c:v>158</c:v>
                </c:pt>
                <c:pt idx="293">
                  <c:v>158</c:v>
                </c:pt>
                <c:pt idx="294">
                  <c:v>158</c:v>
                </c:pt>
                <c:pt idx="295">
                  <c:v>159</c:v>
                </c:pt>
                <c:pt idx="296">
                  <c:v>158</c:v>
                </c:pt>
                <c:pt idx="297">
                  <c:v>159</c:v>
                </c:pt>
                <c:pt idx="298">
                  <c:v>159</c:v>
                </c:pt>
                <c:pt idx="299">
                  <c:v>159</c:v>
                </c:pt>
                <c:pt idx="300">
                  <c:v>159</c:v>
                </c:pt>
                <c:pt idx="301">
                  <c:v>159</c:v>
                </c:pt>
                <c:pt idx="302">
                  <c:v>159</c:v>
                </c:pt>
                <c:pt idx="303">
                  <c:v>160</c:v>
                </c:pt>
                <c:pt idx="304">
                  <c:v>160</c:v>
                </c:pt>
                <c:pt idx="305">
                  <c:v>160</c:v>
                </c:pt>
                <c:pt idx="306">
                  <c:v>160</c:v>
                </c:pt>
                <c:pt idx="307">
                  <c:v>160</c:v>
                </c:pt>
                <c:pt idx="308">
                  <c:v>160</c:v>
                </c:pt>
                <c:pt idx="309">
                  <c:v>161</c:v>
                </c:pt>
                <c:pt idx="310">
                  <c:v>161</c:v>
                </c:pt>
                <c:pt idx="311">
                  <c:v>161</c:v>
                </c:pt>
                <c:pt idx="312">
                  <c:v>161</c:v>
                </c:pt>
                <c:pt idx="313">
                  <c:v>162</c:v>
                </c:pt>
                <c:pt idx="314">
                  <c:v>162</c:v>
                </c:pt>
                <c:pt idx="315">
                  <c:v>162</c:v>
                </c:pt>
                <c:pt idx="316">
                  <c:v>162</c:v>
                </c:pt>
                <c:pt idx="317">
                  <c:v>162</c:v>
                </c:pt>
                <c:pt idx="318">
                  <c:v>162</c:v>
                </c:pt>
                <c:pt idx="319">
                  <c:v>163</c:v>
                </c:pt>
                <c:pt idx="320">
                  <c:v>163</c:v>
                </c:pt>
                <c:pt idx="321">
                  <c:v>163</c:v>
                </c:pt>
                <c:pt idx="322">
                  <c:v>163</c:v>
                </c:pt>
                <c:pt idx="323">
                  <c:v>163</c:v>
                </c:pt>
                <c:pt idx="324">
                  <c:v>163</c:v>
                </c:pt>
                <c:pt idx="325">
                  <c:v>163</c:v>
                </c:pt>
                <c:pt idx="326">
                  <c:v>163</c:v>
                </c:pt>
                <c:pt idx="327">
                  <c:v>163</c:v>
                </c:pt>
                <c:pt idx="328">
                  <c:v>163</c:v>
                </c:pt>
                <c:pt idx="329">
                  <c:v>163</c:v>
                </c:pt>
                <c:pt idx="330">
                  <c:v>164</c:v>
                </c:pt>
                <c:pt idx="331">
                  <c:v>164</c:v>
                </c:pt>
                <c:pt idx="332">
                  <c:v>164</c:v>
                </c:pt>
                <c:pt idx="333">
                  <c:v>164</c:v>
                </c:pt>
                <c:pt idx="334">
                  <c:v>164</c:v>
                </c:pt>
                <c:pt idx="335">
                  <c:v>164</c:v>
                </c:pt>
                <c:pt idx="336">
                  <c:v>164</c:v>
                </c:pt>
                <c:pt idx="337">
                  <c:v>164</c:v>
                </c:pt>
                <c:pt idx="338">
                  <c:v>164</c:v>
                </c:pt>
                <c:pt idx="339">
                  <c:v>165</c:v>
                </c:pt>
                <c:pt idx="340">
                  <c:v>164</c:v>
                </c:pt>
                <c:pt idx="341">
                  <c:v>164</c:v>
                </c:pt>
                <c:pt idx="342">
                  <c:v>164</c:v>
                </c:pt>
                <c:pt idx="343">
                  <c:v>164</c:v>
                </c:pt>
                <c:pt idx="344">
                  <c:v>164</c:v>
                </c:pt>
                <c:pt idx="345">
                  <c:v>164</c:v>
                </c:pt>
                <c:pt idx="346">
                  <c:v>163</c:v>
                </c:pt>
                <c:pt idx="347">
                  <c:v>163</c:v>
                </c:pt>
                <c:pt idx="348">
                  <c:v>163</c:v>
                </c:pt>
                <c:pt idx="349">
                  <c:v>164</c:v>
                </c:pt>
                <c:pt idx="350">
                  <c:v>164</c:v>
                </c:pt>
                <c:pt idx="351">
                  <c:v>164</c:v>
                </c:pt>
                <c:pt idx="352">
                  <c:v>164</c:v>
                </c:pt>
                <c:pt idx="353">
                  <c:v>164</c:v>
                </c:pt>
                <c:pt idx="354">
                  <c:v>164</c:v>
                </c:pt>
                <c:pt idx="355">
                  <c:v>164</c:v>
                </c:pt>
                <c:pt idx="356">
                  <c:v>165</c:v>
                </c:pt>
                <c:pt idx="357">
                  <c:v>165</c:v>
                </c:pt>
                <c:pt idx="358">
                  <c:v>165</c:v>
                </c:pt>
                <c:pt idx="359">
                  <c:v>164</c:v>
                </c:pt>
                <c:pt idx="360">
                  <c:v>165</c:v>
                </c:pt>
                <c:pt idx="361">
                  <c:v>165</c:v>
                </c:pt>
                <c:pt idx="362">
                  <c:v>164</c:v>
                </c:pt>
                <c:pt idx="363">
                  <c:v>164</c:v>
                </c:pt>
                <c:pt idx="364">
                  <c:v>164</c:v>
                </c:pt>
                <c:pt idx="365">
                  <c:v>164</c:v>
                </c:pt>
                <c:pt idx="366">
                  <c:v>163</c:v>
                </c:pt>
                <c:pt idx="367">
                  <c:v>163</c:v>
                </c:pt>
                <c:pt idx="368">
                  <c:v>163</c:v>
                </c:pt>
                <c:pt idx="369">
                  <c:v>164</c:v>
                </c:pt>
                <c:pt idx="370">
                  <c:v>164</c:v>
                </c:pt>
                <c:pt idx="371">
                  <c:v>164</c:v>
                </c:pt>
                <c:pt idx="372">
                  <c:v>164</c:v>
                </c:pt>
                <c:pt idx="373">
                  <c:v>164</c:v>
                </c:pt>
                <c:pt idx="374">
                  <c:v>163</c:v>
                </c:pt>
                <c:pt idx="375">
                  <c:v>163</c:v>
                </c:pt>
                <c:pt idx="376">
                  <c:v>163</c:v>
                </c:pt>
                <c:pt idx="377">
                  <c:v>163</c:v>
                </c:pt>
                <c:pt idx="378">
                  <c:v>163</c:v>
                </c:pt>
                <c:pt idx="379">
                  <c:v>162</c:v>
                </c:pt>
                <c:pt idx="380">
                  <c:v>162</c:v>
                </c:pt>
                <c:pt idx="381">
                  <c:v>162</c:v>
                </c:pt>
                <c:pt idx="382">
                  <c:v>162</c:v>
                </c:pt>
                <c:pt idx="383">
                  <c:v>161</c:v>
                </c:pt>
                <c:pt idx="384">
                  <c:v>161</c:v>
                </c:pt>
                <c:pt idx="385">
                  <c:v>161</c:v>
                </c:pt>
                <c:pt idx="386">
                  <c:v>162</c:v>
                </c:pt>
                <c:pt idx="387">
                  <c:v>161</c:v>
                </c:pt>
                <c:pt idx="388">
                  <c:v>161</c:v>
                </c:pt>
                <c:pt idx="389">
                  <c:v>162</c:v>
                </c:pt>
                <c:pt idx="390">
                  <c:v>161</c:v>
                </c:pt>
                <c:pt idx="391">
                  <c:v>162</c:v>
                </c:pt>
                <c:pt idx="392">
                  <c:v>162</c:v>
                </c:pt>
                <c:pt idx="393">
                  <c:v>162</c:v>
                </c:pt>
                <c:pt idx="394">
                  <c:v>161</c:v>
                </c:pt>
                <c:pt idx="395">
                  <c:v>162</c:v>
                </c:pt>
                <c:pt idx="396">
                  <c:v>162</c:v>
                </c:pt>
                <c:pt idx="397">
                  <c:v>162</c:v>
                </c:pt>
                <c:pt idx="398">
                  <c:v>161</c:v>
                </c:pt>
                <c:pt idx="399">
                  <c:v>161</c:v>
                </c:pt>
                <c:pt idx="400">
                  <c:v>161</c:v>
                </c:pt>
                <c:pt idx="401">
                  <c:v>161</c:v>
                </c:pt>
                <c:pt idx="402">
                  <c:v>161</c:v>
                </c:pt>
                <c:pt idx="403">
                  <c:v>161</c:v>
                </c:pt>
                <c:pt idx="404">
                  <c:v>161</c:v>
                </c:pt>
                <c:pt idx="405">
                  <c:v>160</c:v>
                </c:pt>
                <c:pt idx="406">
                  <c:v>160</c:v>
                </c:pt>
                <c:pt idx="407">
                  <c:v>160</c:v>
                </c:pt>
                <c:pt idx="408">
                  <c:v>160</c:v>
                </c:pt>
                <c:pt idx="409">
                  <c:v>159</c:v>
                </c:pt>
                <c:pt idx="410">
                  <c:v>159</c:v>
                </c:pt>
                <c:pt idx="411">
                  <c:v>160</c:v>
                </c:pt>
                <c:pt idx="412">
                  <c:v>159</c:v>
                </c:pt>
                <c:pt idx="413">
                  <c:v>159</c:v>
                </c:pt>
                <c:pt idx="414">
                  <c:v>159</c:v>
                </c:pt>
                <c:pt idx="415">
                  <c:v>159</c:v>
                </c:pt>
                <c:pt idx="416">
                  <c:v>159</c:v>
                </c:pt>
                <c:pt idx="417">
                  <c:v>159</c:v>
                </c:pt>
                <c:pt idx="418">
                  <c:v>159</c:v>
                </c:pt>
                <c:pt idx="419">
                  <c:v>159</c:v>
                </c:pt>
                <c:pt idx="420">
                  <c:v>159</c:v>
                </c:pt>
                <c:pt idx="421">
                  <c:v>159</c:v>
                </c:pt>
                <c:pt idx="422">
                  <c:v>159</c:v>
                </c:pt>
                <c:pt idx="423">
                  <c:v>159</c:v>
                </c:pt>
                <c:pt idx="424">
                  <c:v>159</c:v>
                </c:pt>
                <c:pt idx="425">
                  <c:v>159</c:v>
                </c:pt>
                <c:pt idx="426">
                  <c:v>160</c:v>
                </c:pt>
                <c:pt idx="427">
                  <c:v>159</c:v>
                </c:pt>
                <c:pt idx="428">
                  <c:v>160</c:v>
                </c:pt>
                <c:pt idx="429">
                  <c:v>160</c:v>
                </c:pt>
                <c:pt idx="430">
                  <c:v>160</c:v>
                </c:pt>
                <c:pt idx="431">
                  <c:v>159</c:v>
                </c:pt>
                <c:pt idx="432">
                  <c:v>159</c:v>
                </c:pt>
                <c:pt idx="433">
                  <c:v>160</c:v>
                </c:pt>
                <c:pt idx="434">
                  <c:v>160</c:v>
                </c:pt>
                <c:pt idx="435">
                  <c:v>159</c:v>
                </c:pt>
                <c:pt idx="436">
                  <c:v>160</c:v>
                </c:pt>
                <c:pt idx="437">
                  <c:v>160</c:v>
                </c:pt>
                <c:pt idx="438">
                  <c:v>160</c:v>
                </c:pt>
                <c:pt idx="439">
                  <c:v>161</c:v>
                </c:pt>
                <c:pt idx="440">
                  <c:v>161</c:v>
                </c:pt>
                <c:pt idx="441">
                  <c:v>161</c:v>
                </c:pt>
                <c:pt idx="442">
                  <c:v>161</c:v>
                </c:pt>
                <c:pt idx="443">
                  <c:v>161</c:v>
                </c:pt>
                <c:pt idx="444">
                  <c:v>161</c:v>
                </c:pt>
                <c:pt idx="445">
                  <c:v>160</c:v>
                </c:pt>
                <c:pt idx="446">
                  <c:v>161</c:v>
                </c:pt>
                <c:pt idx="447">
                  <c:v>160</c:v>
                </c:pt>
                <c:pt idx="448">
                  <c:v>160</c:v>
                </c:pt>
                <c:pt idx="449">
                  <c:v>160</c:v>
                </c:pt>
                <c:pt idx="450">
                  <c:v>160</c:v>
                </c:pt>
                <c:pt idx="451">
                  <c:v>159</c:v>
                </c:pt>
                <c:pt idx="452">
                  <c:v>159</c:v>
                </c:pt>
                <c:pt idx="453">
                  <c:v>159</c:v>
                </c:pt>
                <c:pt idx="454">
                  <c:v>159</c:v>
                </c:pt>
                <c:pt idx="455">
                  <c:v>159</c:v>
                </c:pt>
                <c:pt idx="456">
                  <c:v>159</c:v>
                </c:pt>
                <c:pt idx="457">
                  <c:v>159</c:v>
                </c:pt>
                <c:pt idx="458">
                  <c:v>159</c:v>
                </c:pt>
                <c:pt idx="459">
                  <c:v>159</c:v>
                </c:pt>
                <c:pt idx="460">
                  <c:v>158</c:v>
                </c:pt>
                <c:pt idx="461">
                  <c:v>159</c:v>
                </c:pt>
                <c:pt idx="462">
                  <c:v>158</c:v>
                </c:pt>
                <c:pt idx="463">
                  <c:v>158</c:v>
                </c:pt>
                <c:pt idx="464">
                  <c:v>159</c:v>
                </c:pt>
                <c:pt idx="465">
                  <c:v>159</c:v>
                </c:pt>
                <c:pt idx="466">
                  <c:v>158</c:v>
                </c:pt>
                <c:pt idx="467">
                  <c:v>158</c:v>
                </c:pt>
                <c:pt idx="468">
                  <c:v>158</c:v>
                </c:pt>
                <c:pt idx="469">
                  <c:v>158</c:v>
                </c:pt>
                <c:pt idx="470">
                  <c:v>158</c:v>
                </c:pt>
                <c:pt idx="471">
                  <c:v>158</c:v>
                </c:pt>
                <c:pt idx="472">
                  <c:v>158</c:v>
                </c:pt>
                <c:pt idx="473">
                  <c:v>157</c:v>
                </c:pt>
                <c:pt idx="474">
                  <c:v>158</c:v>
                </c:pt>
                <c:pt idx="475">
                  <c:v>158</c:v>
                </c:pt>
                <c:pt idx="476">
                  <c:v>158</c:v>
                </c:pt>
                <c:pt idx="477">
                  <c:v>158</c:v>
                </c:pt>
                <c:pt idx="478">
                  <c:v>158</c:v>
                </c:pt>
                <c:pt idx="479">
                  <c:v>158</c:v>
                </c:pt>
                <c:pt idx="480">
                  <c:v>159</c:v>
                </c:pt>
                <c:pt idx="481">
                  <c:v>159</c:v>
                </c:pt>
                <c:pt idx="482">
                  <c:v>159</c:v>
                </c:pt>
                <c:pt idx="483">
                  <c:v>159</c:v>
                </c:pt>
                <c:pt idx="484">
                  <c:v>159</c:v>
                </c:pt>
                <c:pt idx="485">
                  <c:v>159</c:v>
                </c:pt>
                <c:pt idx="486">
                  <c:v>159</c:v>
                </c:pt>
                <c:pt idx="487">
                  <c:v>159</c:v>
                </c:pt>
                <c:pt idx="488">
                  <c:v>159</c:v>
                </c:pt>
                <c:pt idx="489">
                  <c:v>159</c:v>
                </c:pt>
                <c:pt idx="490">
                  <c:v>159</c:v>
                </c:pt>
                <c:pt idx="491">
                  <c:v>159</c:v>
                </c:pt>
                <c:pt idx="492">
                  <c:v>159</c:v>
                </c:pt>
                <c:pt idx="493">
                  <c:v>159</c:v>
                </c:pt>
                <c:pt idx="494">
                  <c:v>159</c:v>
                </c:pt>
                <c:pt idx="495">
                  <c:v>159</c:v>
                </c:pt>
                <c:pt idx="496">
                  <c:v>159</c:v>
                </c:pt>
                <c:pt idx="497">
                  <c:v>159</c:v>
                </c:pt>
                <c:pt idx="498">
                  <c:v>159</c:v>
                </c:pt>
                <c:pt idx="499">
                  <c:v>159</c:v>
                </c:pt>
                <c:pt idx="500">
                  <c:v>160</c:v>
                </c:pt>
                <c:pt idx="501">
                  <c:v>160</c:v>
                </c:pt>
                <c:pt idx="502">
                  <c:v>161</c:v>
                </c:pt>
                <c:pt idx="503">
                  <c:v>161</c:v>
                </c:pt>
                <c:pt idx="504">
                  <c:v>161</c:v>
                </c:pt>
                <c:pt idx="505">
                  <c:v>161</c:v>
                </c:pt>
                <c:pt idx="506">
                  <c:v>161</c:v>
                </c:pt>
                <c:pt idx="507">
                  <c:v>161</c:v>
                </c:pt>
                <c:pt idx="508">
                  <c:v>161</c:v>
                </c:pt>
                <c:pt idx="509">
                  <c:v>161</c:v>
                </c:pt>
                <c:pt idx="510">
                  <c:v>162</c:v>
                </c:pt>
                <c:pt idx="511">
                  <c:v>161</c:v>
                </c:pt>
                <c:pt idx="512">
                  <c:v>161</c:v>
                </c:pt>
                <c:pt idx="513">
                  <c:v>161</c:v>
                </c:pt>
                <c:pt idx="514">
                  <c:v>161</c:v>
                </c:pt>
                <c:pt idx="515">
                  <c:v>161</c:v>
                </c:pt>
                <c:pt idx="516">
                  <c:v>161</c:v>
                </c:pt>
                <c:pt idx="517">
                  <c:v>161</c:v>
                </c:pt>
                <c:pt idx="518">
                  <c:v>160</c:v>
                </c:pt>
                <c:pt idx="519">
                  <c:v>160</c:v>
                </c:pt>
                <c:pt idx="520">
                  <c:v>160</c:v>
                </c:pt>
                <c:pt idx="521">
                  <c:v>160</c:v>
                </c:pt>
                <c:pt idx="522">
                  <c:v>160</c:v>
                </c:pt>
                <c:pt idx="523">
                  <c:v>159</c:v>
                </c:pt>
                <c:pt idx="524">
                  <c:v>160</c:v>
                </c:pt>
                <c:pt idx="525">
                  <c:v>159</c:v>
                </c:pt>
                <c:pt idx="526">
                  <c:v>160</c:v>
                </c:pt>
                <c:pt idx="527">
                  <c:v>160</c:v>
                </c:pt>
                <c:pt idx="528">
                  <c:v>159</c:v>
                </c:pt>
                <c:pt idx="529">
                  <c:v>160</c:v>
                </c:pt>
                <c:pt idx="530">
                  <c:v>159</c:v>
                </c:pt>
                <c:pt idx="531">
                  <c:v>159</c:v>
                </c:pt>
                <c:pt idx="532">
                  <c:v>159</c:v>
                </c:pt>
                <c:pt idx="533">
                  <c:v>160</c:v>
                </c:pt>
                <c:pt idx="534">
                  <c:v>159</c:v>
                </c:pt>
                <c:pt idx="535">
                  <c:v>159</c:v>
                </c:pt>
                <c:pt idx="536">
                  <c:v>160</c:v>
                </c:pt>
                <c:pt idx="537">
                  <c:v>160</c:v>
                </c:pt>
                <c:pt idx="538">
                  <c:v>160</c:v>
                </c:pt>
                <c:pt idx="539">
                  <c:v>161</c:v>
                </c:pt>
                <c:pt idx="540">
                  <c:v>160</c:v>
                </c:pt>
                <c:pt idx="541">
                  <c:v>161</c:v>
                </c:pt>
                <c:pt idx="542">
                  <c:v>161</c:v>
                </c:pt>
                <c:pt idx="543">
                  <c:v>162</c:v>
                </c:pt>
                <c:pt idx="544">
                  <c:v>162</c:v>
                </c:pt>
                <c:pt idx="545">
                  <c:v>163</c:v>
                </c:pt>
                <c:pt idx="546">
                  <c:v>163</c:v>
                </c:pt>
                <c:pt idx="547">
                  <c:v>163</c:v>
                </c:pt>
                <c:pt idx="548">
                  <c:v>164</c:v>
                </c:pt>
                <c:pt idx="549">
                  <c:v>164</c:v>
                </c:pt>
                <c:pt idx="550">
                  <c:v>164</c:v>
                </c:pt>
                <c:pt idx="551">
                  <c:v>164</c:v>
                </c:pt>
                <c:pt idx="552">
                  <c:v>165</c:v>
                </c:pt>
                <c:pt idx="553">
                  <c:v>165</c:v>
                </c:pt>
                <c:pt idx="554">
                  <c:v>165</c:v>
                </c:pt>
                <c:pt idx="555">
                  <c:v>165</c:v>
                </c:pt>
                <c:pt idx="556">
                  <c:v>165</c:v>
                </c:pt>
                <c:pt idx="557">
                  <c:v>165</c:v>
                </c:pt>
                <c:pt idx="558">
                  <c:v>165</c:v>
                </c:pt>
                <c:pt idx="559">
                  <c:v>165</c:v>
                </c:pt>
                <c:pt idx="560">
                  <c:v>166</c:v>
                </c:pt>
                <c:pt idx="561">
                  <c:v>166</c:v>
                </c:pt>
                <c:pt idx="562">
                  <c:v>166</c:v>
                </c:pt>
                <c:pt idx="563">
                  <c:v>165</c:v>
                </c:pt>
                <c:pt idx="564">
                  <c:v>166</c:v>
                </c:pt>
                <c:pt idx="565">
                  <c:v>165</c:v>
                </c:pt>
                <c:pt idx="566">
                  <c:v>166</c:v>
                </c:pt>
                <c:pt idx="567">
                  <c:v>166</c:v>
                </c:pt>
                <c:pt idx="568">
                  <c:v>166</c:v>
                </c:pt>
                <c:pt idx="569">
                  <c:v>166</c:v>
                </c:pt>
                <c:pt idx="570">
                  <c:v>166</c:v>
                </c:pt>
                <c:pt idx="571">
                  <c:v>167</c:v>
                </c:pt>
                <c:pt idx="572">
                  <c:v>166</c:v>
                </c:pt>
                <c:pt idx="573">
                  <c:v>167</c:v>
                </c:pt>
                <c:pt idx="574">
                  <c:v>167</c:v>
                </c:pt>
                <c:pt idx="575">
                  <c:v>166</c:v>
                </c:pt>
                <c:pt idx="576">
                  <c:v>167</c:v>
                </c:pt>
                <c:pt idx="577">
                  <c:v>166</c:v>
                </c:pt>
                <c:pt idx="578">
                  <c:v>167</c:v>
                </c:pt>
                <c:pt idx="579">
                  <c:v>167</c:v>
                </c:pt>
                <c:pt idx="580">
                  <c:v>167</c:v>
                </c:pt>
                <c:pt idx="581">
                  <c:v>167</c:v>
                </c:pt>
                <c:pt idx="582">
                  <c:v>167</c:v>
                </c:pt>
                <c:pt idx="583">
                  <c:v>167</c:v>
                </c:pt>
                <c:pt idx="584">
                  <c:v>167</c:v>
                </c:pt>
                <c:pt idx="585">
                  <c:v>168</c:v>
                </c:pt>
                <c:pt idx="586">
                  <c:v>168</c:v>
                </c:pt>
                <c:pt idx="587">
                  <c:v>168</c:v>
                </c:pt>
                <c:pt idx="588">
                  <c:v>168</c:v>
                </c:pt>
                <c:pt idx="589">
                  <c:v>168</c:v>
                </c:pt>
                <c:pt idx="590">
                  <c:v>168</c:v>
                </c:pt>
                <c:pt idx="591">
                  <c:v>168</c:v>
                </c:pt>
                <c:pt idx="592">
                  <c:v>168</c:v>
                </c:pt>
                <c:pt idx="593">
                  <c:v>168</c:v>
                </c:pt>
                <c:pt idx="594">
                  <c:v>168</c:v>
                </c:pt>
                <c:pt idx="595">
                  <c:v>168</c:v>
                </c:pt>
                <c:pt idx="596">
                  <c:v>168</c:v>
                </c:pt>
                <c:pt idx="597">
                  <c:v>169</c:v>
                </c:pt>
                <c:pt idx="598">
                  <c:v>169</c:v>
                </c:pt>
                <c:pt idx="599">
                  <c:v>169</c:v>
                </c:pt>
                <c:pt idx="600">
                  <c:v>169</c:v>
                </c:pt>
                <c:pt idx="601">
                  <c:v>169</c:v>
                </c:pt>
                <c:pt idx="602">
                  <c:v>169</c:v>
                </c:pt>
                <c:pt idx="603">
                  <c:v>169</c:v>
                </c:pt>
                <c:pt idx="604">
                  <c:v>170</c:v>
                </c:pt>
                <c:pt idx="605">
                  <c:v>170</c:v>
                </c:pt>
                <c:pt idx="606">
                  <c:v>170</c:v>
                </c:pt>
                <c:pt idx="607">
                  <c:v>170</c:v>
                </c:pt>
                <c:pt idx="608">
                  <c:v>171</c:v>
                </c:pt>
                <c:pt idx="609">
                  <c:v>171</c:v>
                </c:pt>
                <c:pt idx="610">
                  <c:v>170</c:v>
                </c:pt>
                <c:pt idx="611">
                  <c:v>170</c:v>
                </c:pt>
                <c:pt idx="612">
                  <c:v>170</c:v>
                </c:pt>
                <c:pt idx="613">
                  <c:v>170</c:v>
                </c:pt>
                <c:pt idx="614">
                  <c:v>170</c:v>
                </c:pt>
                <c:pt idx="615">
                  <c:v>170</c:v>
                </c:pt>
                <c:pt idx="616">
                  <c:v>170</c:v>
                </c:pt>
                <c:pt idx="617">
                  <c:v>169</c:v>
                </c:pt>
                <c:pt idx="618">
                  <c:v>170</c:v>
                </c:pt>
                <c:pt idx="619">
                  <c:v>170</c:v>
                </c:pt>
                <c:pt idx="620">
                  <c:v>169</c:v>
                </c:pt>
                <c:pt idx="621">
                  <c:v>170</c:v>
                </c:pt>
                <c:pt idx="622">
                  <c:v>170</c:v>
                </c:pt>
                <c:pt idx="623">
                  <c:v>170</c:v>
                </c:pt>
                <c:pt idx="624">
                  <c:v>170</c:v>
                </c:pt>
                <c:pt idx="625">
                  <c:v>170</c:v>
                </c:pt>
                <c:pt idx="626">
                  <c:v>171</c:v>
                </c:pt>
                <c:pt idx="627">
                  <c:v>171</c:v>
                </c:pt>
                <c:pt idx="628">
                  <c:v>171</c:v>
                </c:pt>
                <c:pt idx="629">
                  <c:v>171</c:v>
                </c:pt>
                <c:pt idx="630">
                  <c:v>171</c:v>
                </c:pt>
                <c:pt idx="631">
                  <c:v>171</c:v>
                </c:pt>
                <c:pt idx="632">
                  <c:v>170</c:v>
                </c:pt>
                <c:pt idx="633">
                  <c:v>170</c:v>
                </c:pt>
                <c:pt idx="634">
                  <c:v>170</c:v>
                </c:pt>
                <c:pt idx="635">
                  <c:v>170</c:v>
                </c:pt>
                <c:pt idx="636">
                  <c:v>170</c:v>
                </c:pt>
                <c:pt idx="637">
                  <c:v>170</c:v>
                </c:pt>
                <c:pt idx="638">
                  <c:v>169</c:v>
                </c:pt>
                <c:pt idx="639">
                  <c:v>170</c:v>
                </c:pt>
                <c:pt idx="640">
                  <c:v>169</c:v>
                </c:pt>
                <c:pt idx="641">
                  <c:v>169</c:v>
                </c:pt>
                <c:pt idx="642">
                  <c:v>169</c:v>
                </c:pt>
                <c:pt idx="643">
                  <c:v>169</c:v>
                </c:pt>
                <c:pt idx="644">
                  <c:v>169</c:v>
                </c:pt>
                <c:pt idx="645">
                  <c:v>169</c:v>
                </c:pt>
                <c:pt idx="646">
                  <c:v>169</c:v>
                </c:pt>
                <c:pt idx="647">
                  <c:v>169</c:v>
                </c:pt>
                <c:pt idx="648">
                  <c:v>169</c:v>
                </c:pt>
                <c:pt idx="649">
                  <c:v>169</c:v>
                </c:pt>
                <c:pt idx="650">
                  <c:v>169</c:v>
                </c:pt>
                <c:pt idx="651">
                  <c:v>169</c:v>
                </c:pt>
                <c:pt idx="652">
                  <c:v>169</c:v>
                </c:pt>
                <c:pt idx="653">
                  <c:v>169</c:v>
                </c:pt>
                <c:pt idx="654">
                  <c:v>168</c:v>
                </c:pt>
                <c:pt idx="655">
                  <c:v>168</c:v>
                </c:pt>
                <c:pt idx="656">
                  <c:v>169</c:v>
                </c:pt>
                <c:pt idx="657">
                  <c:v>168</c:v>
                </c:pt>
                <c:pt idx="658">
                  <c:v>167</c:v>
                </c:pt>
                <c:pt idx="659">
                  <c:v>167</c:v>
                </c:pt>
                <c:pt idx="660">
                  <c:v>167</c:v>
                </c:pt>
                <c:pt idx="661">
                  <c:v>167</c:v>
                </c:pt>
                <c:pt idx="662">
                  <c:v>166</c:v>
                </c:pt>
                <c:pt idx="663">
                  <c:v>166</c:v>
                </c:pt>
                <c:pt idx="664">
                  <c:v>166</c:v>
                </c:pt>
                <c:pt idx="665">
                  <c:v>165</c:v>
                </c:pt>
                <c:pt idx="666">
                  <c:v>165</c:v>
                </c:pt>
                <c:pt idx="667">
                  <c:v>164</c:v>
                </c:pt>
                <c:pt idx="668">
                  <c:v>164</c:v>
                </c:pt>
                <c:pt idx="669">
                  <c:v>164</c:v>
                </c:pt>
                <c:pt idx="670">
                  <c:v>163</c:v>
                </c:pt>
                <c:pt idx="671">
                  <c:v>163</c:v>
                </c:pt>
                <c:pt idx="672">
                  <c:v>163</c:v>
                </c:pt>
                <c:pt idx="673">
                  <c:v>163</c:v>
                </c:pt>
                <c:pt idx="674">
                  <c:v>163</c:v>
                </c:pt>
                <c:pt idx="675">
                  <c:v>163</c:v>
                </c:pt>
                <c:pt idx="676">
                  <c:v>162</c:v>
                </c:pt>
                <c:pt idx="677">
                  <c:v>163</c:v>
                </c:pt>
                <c:pt idx="678">
                  <c:v>162</c:v>
                </c:pt>
                <c:pt idx="679">
                  <c:v>162</c:v>
                </c:pt>
                <c:pt idx="680">
                  <c:v>163</c:v>
                </c:pt>
                <c:pt idx="681">
                  <c:v>163</c:v>
                </c:pt>
                <c:pt idx="682">
                  <c:v>163</c:v>
                </c:pt>
                <c:pt idx="683">
                  <c:v>163</c:v>
                </c:pt>
                <c:pt idx="684">
                  <c:v>163</c:v>
                </c:pt>
                <c:pt idx="685">
                  <c:v>163</c:v>
                </c:pt>
                <c:pt idx="686">
                  <c:v>163</c:v>
                </c:pt>
                <c:pt idx="687">
                  <c:v>163</c:v>
                </c:pt>
                <c:pt idx="688">
                  <c:v>163</c:v>
                </c:pt>
                <c:pt idx="689">
                  <c:v>163</c:v>
                </c:pt>
                <c:pt idx="690">
                  <c:v>163</c:v>
                </c:pt>
                <c:pt idx="691">
                  <c:v>163</c:v>
                </c:pt>
                <c:pt idx="692">
                  <c:v>163</c:v>
                </c:pt>
                <c:pt idx="693">
                  <c:v>163</c:v>
                </c:pt>
                <c:pt idx="694">
                  <c:v>163</c:v>
                </c:pt>
                <c:pt idx="695">
                  <c:v>164</c:v>
                </c:pt>
                <c:pt idx="696">
                  <c:v>164</c:v>
                </c:pt>
                <c:pt idx="697">
                  <c:v>164</c:v>
                </c:pt>
                <c:pt idx="698">
                  <c:v>165</c:v>
                </c:pt>
                <c:pt idx="699">
                  <c:v>165</c:v>
                </c:pt>
                <c:pt idx="700">
                  <c:v>165</c:v>
                </c:pt>
                <c:pt idx="701">
                  <c:v>166</c:v>
                </c:pt>
                <c:pt idx="702">
                  <c:v>166</c:v>
                </c:pt>
                <c:pt idx="703">
                  <c:v>166</c:v>
                </c:pt>
                <c:pt idx="704">
                  <c:v>166</c:v>
                </c:pt>
                <c:pt idx="705">
                  <c:v>166</c:v>
                </c:pt>
                <c:pt idx="706">
                  <c:v>166</c:v>
                </c:pt>
                <c:pt idx="707">
                  <c:v>167</c:v>
                </c:pt>
                <c:pt idx="708">
                  <c:v>167</c:v>
                </c:pt>
                <c:pt idx="709">
                  <c:v>167</c:v>
                </c:pt>
                <c:pt idx="710">
                  <c:v>167</c:v>
                </c:pt>
                <c:pt idx="711">
                  <c:v>167</c:v>
                </c:pt>
                <c:pt idx="712">
                  <c:v>167</c:v>
                </c:pt>
                <c:pt idx="713">
                  <c:v>168</c:v>
                </c:pt>
                <c:pt idx="714">
                  <c:v>168</c:v>
                </c:pt>
                <c:pt idx="715">
                  <c:v>168</c:v>
                </c:pt>
                <c:pt idx="716">
                  <c:v>168</c:v>
                </c:pt>
                <c:pt idx="717">
                  <c:v>168</c:v>
                </c:pt>
                <c:pt idx="718">
                  <c:v>168</c:v>
                </c:pt>
                <c:pt idx="719">
                  <c:v>168</c:v>
                </c:pt>
                <c:pt idx="720">
                  <c:v>169</c:v>
                </c:pt>
                <c:pt idx="721">
                  <c:v>169</c:v>
                </c:pt>
                <c:pt idx="722">
                  <c:v>168</c:v>
                </c:pt>
                <c:pt idx="723">
                  <c:v>169</c:v>
                </c:pt>
                <c:pt idx="724">
                  <c:v>169</c:v>
                </c:pt>
                <c:pt idx="725">
                  <c:v>168</c:v>
                </c:pt>
                <c:pt idx="726">
                  <c:v>168</c:v>
                </c:pt>
                <c:pt idx="727">
                  <c:v>168</c:v>
                </c:pt>
                <c:pt idx="728">
                  <c:v>168</c:v>
                </c:pt>
                <c:pt idx="729">
                  <c:v>168</c:v>
                </c:pt>
                <c:pt idx="730">
                  <c:v>168</c:v>
                </c:pt>
                <c:pt idx="731">
                  <c:v>168</c:v>
                </c:pt>
                <c:pt idx="732">
                  <c:v>169</c:v>
                </c:pt>
                <c:pt idx="733">
                  <c:v>168</c:v>
                </c:pt>
                <c:pt idx="734">
                  <c:v>168</c:v>
                </c:pt>
                <c:pt idx="735">
                  <c:v>169</c:v>
                </c:pt>
                <c:pt idx="736">
                  <c:v>169</c:v>
                </c:pt>
                <c:pt idx="737">
                  <c:v>169</c:v>
                </c:pt>
                <c:pt idx="738">
                  <c:v>169</c:v>
                </c:pt>
                <c:pt idx="739">
                  <c:v>170</c:v>
                </c:pt>
                <c:pt idx="740">
                  <c:v>170</c:v>
                </c:pt>
                <c:pt idx="741">
                  <c:v>170</c:v>
                </c:pt>
                <c:pt idx="742">
                  <c:v>170</c:v>
                </c:pt>
                <c:pt idx="743">
                  <c:v>170</c:v>
                </c:pt>
                <c:pt idx="744">
                  <c:v>171</c:v>
                </c:pt>
                <c:pt idx="745">
                  <c:v>171</c:v>
                </c:pt>
                <c:pt idx="746">
                  <c:v>171</c:v>
                </c:pt>
                <c:pt idx="747">
                  <c:v>171</c:v>
                </c:pt>
                <c:pt idx="748">
                  <c:v>171</c:v>
                </c:pt>
                <c:pt idx="749">
                  <c:v>170</c:v>
                </c:pt>
                <c:pt idx="750">
                  <c:v>170</c:v>
                </c:pt>
                <c:pt idx="751">
                  <c:v>170</c:v>
                </c:pt>
                <c:pt idx="752">
                  <c:v>170</c:v>
                </c:pt>
                <c:pt idx="753">
                  <c:v>170</c:v>
                </c:pt>
                <c:pt idx="754">
                  <c:v>170</c:v>
                </c:pt>
                <c:pt idx="755">
                  <c:v>170</c:v>
                </c:pt>
                <c:pt idx="756">
                  <c:v>170</c:v>
                </c:pt>
                <c:pt idx="757">
                  <c:v>170</c:v>
                </c:pt>
                <c:pt idx="758">
                  <c:v>171</c:v>
                </c:pt>
                <c:pt idx="759">
                  <c:v>170</c:v>
                </c:pt>
                <c:pt idx="760">
                  <c:v>171</c:v>
                </c:pt>
                <c:pt idx="761">
                  <c:v>170</c:v>
                </c:pt>
                <c:pt idx="762">
                  <c:v>171</c:v>
                </c:pt>
                <c:pt idx="763">
                  <c:v>170</c:v>
                </c:pt>
                <c:pt idx="764">
                  <c:v>170</c:v>
                </c:pt>
                <c:pt idx="765">
                  <c:v>170</c:v>
                </c:pt>
                <c:pt idx="766">
                  <c:v>170</c:v>
                </c:pt>
                <c:pt idx="767">
                  <c:v>171</c:v>
                </c:pt>
                <c:pt idx="768">
                  <c:v>171</c:v>
                </c:pt>
                <c:pt idx="769">
                  <c:v>170</c:v>
                </c:pt>
                <c:pt idx="770">
                  <c:v>171</c:v>
                </c:pt>
                <c:pt idx="771">
                  <c:v>171</c:v>
                </c:pt>
                <c:pt idx="772">
                  <c:v>171</c:v>
                </c:pt>
                <c:pt idx="773">
                  <c:v>171</c:v>
                </c:pt>
                <c:pt idx="774">
                  <c:v>171</c:v>
                </c:pt>
                <c:pt idx="775">
                  <c:v>171</c:v>
                </c:pt>
                <c:pt idx="776">
                  <c:v>171</c:v>
                </c:pt>
                <c:pt idx="777">
                  <c:v>171</c:v>
                </c:pt>
                <c:pt idx="778">
                  <c:v>171</c:v>
                </c:pt>
                <c:pt idx="779">
                  <c:v>171</c:v>
                </c:pt>
                <c:pt idx="780">
                  <c:v>171</c:v>
                </c:pt>
                <c:pt idx="781">
                  <c:v>171</c:v>
                </c:pt>
                <c:pt idx="782">
                  <c:v>171</c:v>
                </c:pt>
                <c:pt idx="783">
                  <c:v>172</c:v>
                </c:pt>
                <c:pt idx="784">
                  <c:v>172</c:v>
                </c:pt>
                <c:pt idx="785">
                  <c:v>172</c:v>
                </c:pt>
                <c:pt idx="786">
                  <c:v>172</c:v>
                </c:pt>
                <c:pt idx="787">
                  <c:v>171</c:v>
                </c:pt>
                <c:pt idx="788">
                  <c:v>172</c:v>
                </c:pt>
                <c:pt idx="789">
                  <c:v>172</c:v>
                </c:pt>
                <c:pt idx="790">
                  <c:v>172</c:v>
                </c:pt>
                <c:pt idx="791">
                  <c:v>172</c:v>
                </c:pt>
                <c:pt idx="792">
                  <c:v>172</c:v>
                </c:pt>
                <c:pt idx="793">
                  <c:v>172</c:v>
                </c:pt>
                <c:pt idx="794">
                  <c:v>172</c:v>
                </c:pt>
                <c:pt idx="795">
                  <c:v>173</c:v>
                </c:pt>
                <c:pt idx="796">
                  <c:v>172</c:v>
                </c:pt>
                <c:pt idx="797">
                  <c:v>173</c:v>
                </c:pt>
                <c:pt idx="798">
                  <c:v>172</c:v>
                </c:pt>
                <c:pt idx="799">
                  <c:v>172</c:v>
                </c:pt>
                <c:pt idx="800">
                  <c:v>172</c:v>
                </c:pt>
                <c:pt idx="801">
                  <c:v>172</c:v>
                </c:pt>
                <c:pt idx="802">
                  <c:v>172</c:v>
                </c:pt>
                <c:pt idx="803">
                  <c:v>172</c:v>
                </c:pt>
                <c:pt idx="804">
                  <c:v>171</c:v>
                </c:pt>
                <c:pt idx="805">
                  <c:v>171</c:v>
                </c:pt>
                <c:pt idx="806">
                  <c:v>171</c:v>
                </c:pt>
                <c:pt idx="807">
                  <c:v>170</c:v>
                </c:pt>
                <c:pt idx="808">
                  <c:v>170</c:v>
                </c:pt>
                <c:pt idx="809">
                  <c:v>170</c:v>
                </c:pt>
                <c:pt idx="810">
                  <c:v>170</c:v>
                </c:pt>
                <c:pt idx="811">
                  <c:v>169</c:v>
                </c:pt>
                <c:pt idx="812">
                  <c:v>169</c:v>
                </c:pt>
                <c:pt idx="813">
                  <c:v>169</c:v>
                </c:pt>
                <c:pt idx="814">
                  <c:v>169</c:v>
                </c:pt>
                <c:pt idx="815">
                  <c:v>169</c:v>
                </c:pt>
                <c:pt idx="816">
                  <c:v>169</c:v>
                </c:pt>
                <c:pt idx="817">
                  <c:v>169</c:v>
                </c:pt>
                <c:pt idx="818">
                  <c:v>168</c:v>
                </c:pt>
                <c:pt idx="819">
                  <c:v>168</c:v>
                </c:pt>
                <c:pt idx="820">
                  <c:v>168</c:v>
                </c:pt>
                <c:pt idx="821">
                  <c:v>168</c:v>
                </c:pt>
                <c:pt idx="822">
                  <c:v>168</c:v>
                </c:pt>
                <c:pt idx="823">
                  <c:v>168</c:v>
                </c:pt>
                <c:pt idx="824">
                  <c:v>169</c:v>
                </c:pt>
                <c:pt idx="825">
                  <c:v>169</c:v>
                </c:pt>
                <c:pt idx="826">
                  <c:v>169</c:v>
                </c:pt>
                <c:pt idx="827">
                  <c:v>169</c:v>
                </c:pt>
                <c:pt idx="828">
                  <c:v>169</c:v>
                </c:pt>
                <c:pt idx="829">
                  <c:v>169</c:v>
                </c:pt>
                <c:pt idx="830">
                  <c:v>169</c:v>
                </c:pt>
                <c:pt idx="831">
                  <c:v>169</c:v>
                </c:pt>
                <c:pt idx="832">
                  <c:v>170</c:v>
                </c:pt>
                <c:pt idx="833">
                  <c:v>170</c:v>
                </c:pt>
                <c:pt idx="834">
                  <c:v>170</c:v>
                </c:pt>
                <c:pt idx="835">
                  <c:v>170</c:v>
                </c:pt>
                <c:pt idx="836">
                  <c:v>170</c:v>
                </c:pt>
                <c:pt idx="837">
                  <c:v>171</c:v>
                </c:pt>
                <c:pt idx="838">
                  <c:v>171</c:v>
                </c:pt>
                <c:pt idx="839">
                  <c:v>171</c:v>
                </c:pt>
                <c:pt idx="840">
                  <c:v>171</c:v>
                </c:pt>
                <c:pt idx="841">
                  <c:v>171</c:v>
                </c:pt>
                <c:pt idx="842">
                  <c:v>171</c:v>
                </c:pt>
                <c:pt idx="843">
                  <c:v>171</c:v>
                </c:pt>
                <c:pt idx="844">
                  <c:v>171</c:v>
                </c:pt>
                <c:pt idx="845">
                  <c:v>171</c:v>
                </c:pt>
                <c:pt idx="846">
                  <c:v>171</c:v>
                </c:pt>
                <c:pt idx="847">
                  <c:v>172</c:v>
                </c:pt>
                <c:pt idx="848">
                  <c:v>172</c:v>
                </c:pt>
                <c:pt idx="849">
                  <c:v>172</c:v>
                </c:pt>
                <c:pt idx="850">
                  <c:v>172</c:v>
                </c:pt>
                <c:pt idx="851">
                  <c:v>172</c:v>
                </c:pt>
                <c:pt idx="852">
                  <c:v>172</c:v>
                </c:pt>
                <c:pt idx="853">
                  <c:v>173</c:v>
                </c:pt>
                <c:pt idx="854">
                  <c:v>173</c:v>
                </c:pt>
                <c:pt idx="855">
                  <c:v>173</c:v>
                </c:pt>
                <c:pt idx="856">
                  <c:v>172</c:v>
                </c:pt>
                <c:pt idx="857">
                  <c:v>173</c:v>
                </c:pt>
                <c:pt idx="858">
                  <c:v>173</c:v>
                </c:pt>
                <c:pt idx="859">
                  <c:v>173</c:v>
                </c:pt>
                <c:pt idx="860">
                  <c:v>173</c:v>
                </c:pt>
                <c:pt idx="861">
                  <c:v>173</c:v>
                </c:pt>
                <c:pt idx="862">
                  <c:v>173</c:v>
                </c:pt>
                <c:pt idx="863">
                  <c:v>173</c:v>
                </c:pt>
                <c:pt idx="864">
                  <c:v>173</c:v>
                </c:pt>
                <c:pt idx="865">
                  <c:v>173</c:v>
                </c:pt>
                <c:pt idx="866">
                  <c:v>173</c:v>
                </c:pt>
                <c:pt idx="867">
                  <c:v>173</c:v>
                </c:pt>
                <c:pt idx="868">
                  <c:v>173</c:v>
                </c:pt>
                <c:pt idx="869">
                  <c:v>173</c:v>
                </c:pt>
                <c:pt idx="870">
                  <c:v>173</c:v>
                </c:pt>
                <c:pt idx="871">
                  <c:v>173</c:v>
                </c:pt>
                <c:pt idx="872">
                  <c:v>174</c:v>
                </c:pt>
                <c:pt idx="873">
                  <c:v>174</c:v>
                </c:pt>
                <c:pt idx="874">
                  <c:v>173</c:v>
                </c:pt>
                <c:pt idx="875">
                  <c:v>174</c:v>
                </c:pt>
                <c:pt idx="876">
                  <c:v>174</c:v>
                </c:pt>
                <c:pt idx="877">
                  <c:v>174</c:v>
                </c:pt>
                <c:pt idx="878">
                  <c:v>174</c:v>
                </c:pt>
                <c:pt idx="879">
                  <c:v>174</c:v>
                </c:pt>
                <c:pt idx="880">
                  <c:v>174</c:v>
                </c:pt>
                <c:pt idx="881">
                  <c:v>174</c:v>
                </c:pt>
                <c:pt idx="882">
                  <c:v>174</c:v>
                </c:pt>
                <c:pt idx="883">
                  <c:v>174</c:v>
                </c:pt>
                <c:pt idx="884">
                  <c:v>174</c:v>
                </c:pt>
                <c:pt idx="885">
                  <c:v>175</c:v>
                </c:pt>
                <c:pt idx="886">
                  <c:v>174</c:v>
                </c:pt>
                <c:pt idx="887">
                  <c:v>174</c:v>
                </c:pt>
                <c:pt idx="888">
                  <c:v>174</c:v>
                </c:pt>
                <c:pt idx="889">
                  <c:v>174</c:v>
                </c:pt>
                <c:pt idx="890">
                  <c:v>174</c:v>
                </c:pt>
                <c:pt idx="891">
                  <c:v>174</c:v>
                </c:pt>
                <c:pt idx="892">
                  <c:v>174</c:v>
                </c:pt>
                <c:pt idx="893">
                  <c:v>175</c:v>
                </c:pt>
                <c:pt idx="894">
                  <c:v>174</c:v>
                </c:pt>
                <c:pt idx="895">
                  <c:v>175</c:v>
                </c:pt>
                <c:pt idx="896">
                  <c:v>174</c:v>
                </c:pt>
                <c:pt idx="897">
                  <c:v>174</c:v>
                </c:pt>
                <c:pt idx="898">
                  <c:v>175</c:v>
                </c:pt>
                <c:pt idx="899">
                  <c:v>174</c:v>
                </c:pt>
                <c:pt idx="900">
                  <c:v>175</c:v>
                </c:pt>
                <c:pt idx="901">
                  <c:v>175</c:v>
                </c:pt>
                <c:pt idx="902">
                  <c:v>174</c:v>
                </c:pt>
                <c:pt idx="903">
                  <c:v>174</c:v>
                </c:pt>
                <c:pt idx="904">
                  <c:v>175</c:v>
                </c:pt>
                <c:pt idx="905">
                  <c:v>175</c:v>
                </c:pt>
                <c:pt idx="906">
                  <c:v>175</c:v>
                </c:pt>
                <c:pt idx="907">
                  <c:v>175</c:v>
                </c:pt>
                <c:pt idx="908">
                  <c:v>174</c:v>
                </c:pt>
                <c:pt idx="909">
                  <c:v>175</c:v>
                </c:pt>
                <c:pt idx="910">
                  <c:v>175</c:v>
                </c:pt>
                <c:pt idx="911">
                  <c:v>175</c:v>
                </c:pt>
                <c:pt idx="912">
                  <c:v>175</c:v>
                </c:pt>
                <c:pt idx="913">
                  <c:v>175</c:v>
                </c:pt>
                <c:pt idx="914">
                  <c:v>175</c:v>
                </c:pt>
                <c:pt idx="915">
                  <c:v>175</c:v>
                </c:pt>
                <c:pt idx="916">
                  <c:v>175</c:v>
                </c:pt>
                <c:pt idx="917">
                  <c:v>175</c:v>
                </c:pt>
                <c:pt idx="918">
                  <c:v>175</c:v>
                </c:pt>
                <c:pt idx="919">
                  <c:v>175</c:v>
                </c:pt>
                <c:pt idx="920">
                  <c:v>175</c:v>
                </c:pt>
                <c:pt idx="921">
                  <c:v>175</c:v>
                </c:pt>
                <c:pt idx="922">
                  <c:v>175</c:v>
                </c:pt>
                <c:pt idx="923">
                  <c:v>175</c:v>
                </c:pt>
                <c:pt idx="924">
                  <c:v>175</c:v>
                </c:pt>
                <c:pt idx="925">
                  <c:v>175</c:v>
                </c:pt>
                <c:pt idx="926">
                  <c:v>175</c:v>
                </c:pt>
                <c:pt idx="927">
                  <c:v>175</c:v>
                </c:pt>
                <c:pt idx="928">
                  <c:v>175</c:v>
                </c:pt>
                <c:pt idx="929">
                  <c:v>175</c:v>
                </c:pt>
                <c:pt idx="930">
                  <c:v>176</c:v>
                </c:pt>
                <c:pt idx="931">
                  <c:v>175</c:v>
                </c:pt>
                <c:pt idx="932">
                  <c:v>175</c:v>
                </c:pt>
                <c:pt idx="933">
                  <c:v>176</c:v>
                </c:pt>
                <c:pt idx="934">
                  <c:v>176</c:v>
                </c:pt>
                <c:pt idx="935">
                  <c:v>176</c:v>
                </c:pt>
                <c:pt idx="936">
                  <c:v>176</c:v>
                </c:pt>
                <c:pt idx="937">
                  <c:v>176</c:v>
                </c:pt>
                <c:pt idx="938">
                  <c:v>176</c:v>
                </c:pt>
                <c:pt idx="939">
                  <c:v>176</c:v>
                </c:pt>
                <c:pt idx="940">
                  <c:v>177</c:v>
                </c:pt>
                <c:pt idx="941">
                  <c:v>176</c:v>
                </c:pt>
                <c:pt idx="942">
                  <c:v>177</c:v>
                </c:pt>
                <c:pt idx="943">
                  <c:v>176</c:v>
                </c:pt>
                <c:pt idx="944">
                  <c:v>176</c:v>
                </c:pt>
                <c:pt idx="945">
                  <c:v>176</c:v>
                </c:pt>
                <c:pt idx="946">
                  <c:v>175</c:v>
                </c:pt>
                <c:pt idx="947">
                  <c:v>175</c:v>
                </c:pt>
                <c:pt idx="948">
                  <c:v>175</c:v>
                </c:pt>
                <c:pt idx="949">
                  <c:v>175</c:v>
                </c:pt>
                <c:pt idx="950">
                  <c:v>175</c:v>
                </c:pt>
                <c:pt idx="951">
                  <c:v>175</c:v>
                </c:pt>
                <c:pt idx="952">
                  <c:v>175</c:v>
                </c:pt>
                <c:pt idx="953">
                  <c:v>175</c:v>
                </c:pt>
                <c:pt idx="954">
                  <c:v>175</c:v>
                </c:pt>
                <c:pt idx="955">
                  <c:v>175</c:v>
                </c:pt>
                <c:pt idx="956">
                  <c:v>175</c:v>
                </c:pt>
                <c:pt idx="957">
                  <c:v>175</c:v>
                </c:pt>
                <c:pt idx="958">
                  <c:v>175</c:v>
                </c:pt>
                <c:pt idx="959">
                  <c:v>175</c:v>
                </c:pt>
                <c:pt idx="960">
                  <c:v>175</c:v>
                </c:pt>
                <c:pt idx="961">
                  <c:v>176</c:v>
                </c:pt>
                <c:pt idx="962">
                  <c:v>176</c:v>
                </c:pt>
                <c:pt idx="963">
                  <c:v>175</c:v>
                </c:pt>
                <c:pt idx="964">
                  <c:v>175</c:v>
                </c:pt>
                <c:pt idx="965">
                  <c:v>175</c:v>
                </c:pt>
                <c:pt idx="966">
                  <c:v>175</c:v>
                </c:pt>
                <c:pt idx="967">
                  <c:v>175</c:v>
                </c:pt>
                <c:pt idx="968">
                  <c:v>175</c:v>
                </c:pt>
                <c:pt idx="969">
                  <c:v>175</c:v>
                </c:pt>
                <c:pt idx="970">
                  <c:v>175</c:v>
                </c:pt>
                <c:pt idx="971">
                  <c:v>175</c:v>
                </c:pt>
                <c:pt idx="972">
                  <c:v>175</c:v>
                </c:pt>
                <c:pt idx="973">
                  <c:v>175</c:v>
                </c:pt>
                <c:pt idx="974">
                  <c:v>175</c:v>
                </c:pt>
                <c:pt idx="975">
                  <c:v>174</c:v>
                </c:pt>
                <c:pt idx="976">
                  <c:v>174</c:v>
                </c:pt>
                <c:pt idx="977">
                  <c:v>174</c:v>
                </c:pt>
                <c:pt idx="978">
                  <c:v>174</c:v>
                </c:pt>
                <c:pt idx="979">
                  <c:v>174</c:v>
                </c:pt>
                <c:pt idx="980">
                  <c:v>173</c:v>
                </c:pt>
                <c:pt idx="981">
                  <c:v>173</c:v>
                </c:pt>
                <c:pt idx="982">
                  <c:v>173</c:v>
                </c:pt>
                <c:pt idx="983">
                  <c:v>173</c:v>
                </c:pt>
                <c:pt idx="984">
                  <c:v>173</c:v>
                </c:pt>
                <c:pt idx="985">
                  <c:v>173</c:v>
                </c:pt>
                <c:pt idx="986">
                  <c:v>173</c:v>
                </c:pt>
                <c:pt idx="987">
                  <c:v>172</c:v>
                </c:pt>
                <c:pt idx="988">
                  <c:v>172</c:v>
                </c:pt>
                <c:pt idx="989">
                  <c:v>172</c:v>
                </c:pt>
                <c:pt idx="990">
                  <c:v>171</c:v>
                </c:pt>
                <c:pt idx="991">
                  <c:v>172</c:v>
                </c:pt>
                <c:pt idx="992">
                  <c:v>171</c:v>
                </c:pt>
                <c:pt idx="993">
                  <c:v>171</c:v>
                </c:pt>
                <c:pt idx="994">
                  <c:v>171</c:v>
                </c:pt>
                <c:pt idx="995">
                  <c:v>171</c:v>
                </c:pt>
                <c:pt idx="996">
                  <c:v>171</c:v>
                </c:pt>
                <c:pt idx="997">
                  <c:v>171</c:v>
                </c:pt>
                <c:pt idx="998">
                  <c:v>171</c:v>
                </c:pt>
                <c:pt idx="999">
                  <c:v>171</c:v>
                </c:pt>
                <c:pt idx="1000">
                  <c:v>171</c:v>
                </c:pt>
                <c:pt idx="1001">
                  <c:v>171</c:v>
                </c:pt>
                <c:pt idx="1002">
                  <c:v>171</c:v>
                </c:pt>
                <c:pt idx="1003">
                  <c:v>171</c:v>
                </c:pt>
                <c:pt idx="1004">
                  <c:v>171</c:v>
                </c:pt>
                <c:pt idx="1005">
                  <c:v>171</c:v>
                </c:pt>
                <c:pt idx="1006">
                  <c:v>171</c:v>
                </c:pt>
                <c:pt idx="1007">
                  <c:v>171</c:v>
                </c:pt>
                <c:pt idx="1008">
                  <c:v>170</c:v>
                </c:pt>
                <c:pt idx="1009">
                  <c:v>170</c:v>
                </c:pt>
                <c:pt idx="1010">
                  <c:v>171</c:v>
                </c:pt>
                <c:pt idx="1011">
                  <c:v>170</c:v>
                </c:pt>
                <c:pt idx="1012">
                  <c:v>170</c:v>
                </c:pt>
                <c:pt idx="1013">
                  <c:v>170</c:v>
                </c:pt>
                <c:pt idx="1014">
                  <c:v>170</c:v>
                </c:pt>
                <c:pt idx="1015">
                  <c:v>170</c:v>
                </c:pt>
                <c:pt idx="1016">
                  <c:v>170</c:v>
                </c:pt>
                <c:pt idx="1017">
                  <c:v>170</c:v>
                </c:pt>
                <c:pt idx="1018">
                  <c:v>169</c:v>
                </c:pt>
                <c:pt idx="1019">
                  <c:v>169</c:v>
                </c:pt>
                <c:pt idx="1020">
                  <c:v>169</c:v>
                </c:pt>
                <c:pt idx="1021">
                  <c:v>168</c:v>
                </c:pt>
                <c:pt idx="1022">
                  <c:v>169</c:v>
                </c:pt>
                <c:pt idx="1023">
                  <c:v>169</c:v>
                </c:pt>
                <c:pt idx="1024">
                  <c:v>169</c:v>
                </c:pt>
                <c:pt idx="1025">
                  <c:v>168</c:v>
                </c:pt>
                <c:pt idx="1026">
                  <c:v>168</c:v>
                </c:pt>
                <c:pt idx="1027">
                  <c:v>168</c:v>
                </c:pt>
                <c:pt idx="1028">
                  <c:v>168</c:v>
                </c:pt>
                <c:pt idx="1029">
                  <c:v>168</c:v>
                </c:pt>
                <c:pt idx="1030">
                  <c:v>168</c:v>
                </c:pt>
                <c:pt idx="1031">
                  <c:v>168</c:v>
                </c:pt>
                <c:pt idx="1032">
                  <c:v>168</c:v>
                </c:pt>
                <c:pt idx="1033">
                  <c:v>168</c:v>
                </c:pt>
                <c:pt idx="1034">
                  <c:v>167</c:v>
                </c:pt>
                <c:pt idx="1035">
                  <c:v>167</c:v>
                </c:pt>
                <c:pt idx="1036">
                  <c:v>167</c:v>
                </c:pt>
                <c:pt idx="1037">
                  <c:v>167</c:v>
                </c:pt>
                <c:pt idx="1038">
                  <c:v>167</c:v>
                </c:pt>
                <c:pt idx="1039">
                  <c:v>166</c:v>
                </c:pt>
                <c:pt idx="1040">
                  <c:v>166</c:v>
                </c:pt>
                <c:pt idx="1041">
                  <c:v>166</c:v>
                </c:pt>
                <c:pt idx="1042">
                  <c:v>166</c:v>
                </c:pt>
                <c:pt idx="1043">
                  <c:v>166</c:v>
                </c:pt>
                <c:pt idx="1044">
                  <c:v>166</c:v>
                </c:pt>
                <c:pt idx="1045">
                  <c:v>165</c:v>
                </c:pt>
                <c:pt idx="1046">
                  <c:v>165</c:v>
                </c:pt>
                <c:pt idx="1047">
                  <c:v>165</c:v>
                </c:pt>
                <c:pt idx="1048">
                  <c:v>165</c:v>
                </c:pt>
                <c:pt idx="1049">
                  <c:v>165</c:v>
                </c:pt>
                <c:pt idx="1050">
                  <c:v>165</c:v>
                </c:pt>
                <c:pt idx="1051">
                  <c:v>164</c:v>
                </c:pt>
                <c:pt idx="1052">
                  <c:v>164</c:v>
                </c:pt>
                <c:pt idx="1053">
                  <c:v>164</c:v>
                </c:pt>
                <c:pt idx="1054">
                  <c:v>164</c:v>
                </c:pt>
                <c:pt idx="1055">
                  <c:v>163</c:v>
                </c:pt>
                <c:pt idx="1056">
                  <c:v>163</c:v>
                </c:pt>
                <c:pt idx="1057">
                  <c:v>163</c:v>
                </c:pt>
                <c:pt idx="1058">
                  <c:v>163</c:v>
                </c:pt>
                <c:pt idx="1059">
                  <c:v>163</c:v>
                </c:pt>
                <c:pt idx="1060">
                  <c:v>162</c:v>
                </c:pt>
                <c:pt idx="1061">
                  <c:v>162</c:v>
                </c:pt>
                <c:pt idx="1062">
                  <c:v>162</c:v>
                </c:pt>
                <c:pt idx="1063">
                  <c:v>162</c:v>
                </c:pt>
                <c:pt idx="1064">
                  <c:v>162</c:v>
                </c:pt>
                <c:pt idx="1065">
                  <c:v>162</c:v>
                </c:pt>
                <c:pt idx="1066">
                  <c:v>161</c:v>
                </c:pt>
                <c:pt idx="1067">
                  <c:v>161</c:v>
                </c:pt>
                <c:pt idx="1068">
                  <c:v>161</c:v>
                </c:pt>
                <c:pt idx="1069">
                  <c:v>161</c:v>
                </c:pt>
                <c:pt idx="1070">
                  <c:v>160</c:v>
                </c:pt>
                <c:pt idx="1071">
                  <c:v>160</c:v>
                </c:pt>
                <c:pt idx="1072">
                  <c:v>160</c:v>
                </c:pt>
                <c:pt idx="1073">
                  <c:v>160</c:v>
                </c:pt>
                <c:pt idx="1074">
                  <c:v>160</c:v>
                </c:pt>
                <c:pt idx="1075">
                  <c:v>160</c:v>
                </c:pt>
                <c:pt idx="1076">
                  <c:v>160</c:v>
                </c:pt>
                <c:pt idx="1077">
                  <c:v>159</c:v>
                </c:pt>
                <c:pt idx="1078">
                  <c:v>159</c:v>
                </c:pt>
                <c:pt idx="1079">
                  <c:v>159</c:v>
                </c:pt>
                <c:pt idx="1080">
                  <c:v>159</c:v>
                </c:pt>
                <c:pt idx="1081">
                  <c:v>159</c:v>
                </c:pt>
                <c:pt idx="1082">
                  <c:v>159</c:v>
                </c:pt>
                <c:pt idx="1083">
                  <c:v>159</c:v>
                </c:pt>
                <c:pt idx="1084">
                  <c:v>159</c:v>
                </c:pt>
                <c:pt idx="1085">
                  <c:v>159</c:v>
                </c:pt>
                <c:pt idx="1086">
                  <c:v>159</c:v>
                </c:pt>
                <c:pt idx="1087">
                  <c:v>159</c:v>
                </c:pt>
                <c:pt idx="1088">
                  <c:v>159</c:v>
                </c:pt>
                <c:pt idx="1089">
                  <c:v>159</c:v>
                </c:pt>
                <c:pt idx="1090">
                  <c:v>159</c:v>
                </c:pt>
                <c:pt idx="1091">
                  <c:v>159</c:v>
                </c:pt>
                <c:pt idx="1092">
                  <c:v>160</c:v>
                </c:pt>
                <c:pt idx="1093">
                  <c:v>160</c:v>
                </c:pt>
                <c:pt idx="1094">
                  <c:v>160</c:v>
                </c:pt>
                <c:pt idx="1095">
                  <c:v>160</c:v>
                </c:pt>
                <c:pt idx="1096">
                  <c:v>160</c:v>
                </c:pt>
                <c:pt idx="1097">
                  <c:v>160</c:v>
                </c:pt>
                <c:pt idx="1098">
                  <c:v>160</c:v>
                </c:pt>
                <c:pt idx="1099">
                  <c:v>160</c:v>
                </c:pt>
                <c:pt idx="1100">
                  <c:v>160</c:v>
                </c:pt>
                <c:pt idx="1101">
                  <c:v>160</c:v>
                </c:pt>
                <c:pt idx="1102">
                  <c:v>160</c:v>
                </c:pt>
                <c:pt idx="1103">
                  <c:v>161</c:v>
                </c:pt>
                <c:pt idx="1104">
                  <c:v>160</c:v>
                </c:pt>
                <c:pt idx="1105">
                  <c:v>160</c:v>
                </c:pt>
                <c:pt idx="1106">
                  <c:v>161</c:v>
                </c:pt>
                <c:pt idx="1107">
                  <c:v>161</c:v>
                </c:pt>
                <c:pt idx="1108">
                  <c:v>161</c:v>
                </c:pt>
                <c:pt idx="1109">
                  <c:v>161</c:v>
                </c:pt>
                <c:pt idx="1110">
                  <c:v>161</c:v>
                </c:pt>
                <c:pt idx="1111">
                  <c:v>161</c:v>
                </c:pt>
                <c:pt idx="1112">
                  <c:v>161</c:v>
                </c:pt>
                <c:pt idx="1113">
                  <c:v>162</c:v>
                </c:pt>
                <c:pt idx="1114">
                  <c:v>162</c:v>
                </c:pt>
                <c:pt idx="1115">
                  <c:v>163</c:v>
                </c:pt>
                <c:pt idx="1116">
                  <c:v>163</c:v>
                </c:pt>
                <c:pt idx="1117">
                  <c:v>163</c:v>
                </c:pt>
                <c:pt idx="1118">
                  <c:v>163</c:v>
                </c:pt>
                <c:pt idx="1119">
                  <c:v>163</c:v>
                </c:pt>
                <c:pt idx="1120">
                  <c:v>163</c:v>
                </c:pt>
                <c:pt idx="1121">
                  <c:v>164</c:v>
                </c:pt>
                <c:pt idx="1122">
                  <c:v>164</c:v>
                </c:pt>
                <c:pt idx="1123">
                  <c:v>164</c:v>
                </c:pt>
                <c:pt idx="1124">
                  <c:v>165</c:v>
                </c:pt>
                <c:pt idx="1125">
                  <c:v>165</c:v>
                </c:pt>
                <c:pt idx="1126">
                  <c:v>165</c:v>
                </c:pt>
                <c:pt idx="1127">
                  <c:v>165</c:v>
                </c:pt>
                <c:pt idx="1128">
                  <c:v>165</c:v>
                </c:pt>
                <c:pt idx="1129">
                  <c:v>166</c:v>
                </c:pt>
                <c:pt idx="1130">
                  <c:v>166</c:v>
                </c:pt>
                <c:pt idx="1131">
                  <c:v>166</c:v>
                </c:pt>
                <c:pt idx="1132">
                  <c:v>166</c:v>
                </c:pt>
                <c:pt idx="1133">
                  <c:v>166</c:v>
                </c:pt>
                <c:pt idx="1134">
                  <c:v>166</c:v>
                </c:pt>
                <c:pt idx="1135">
                  <c:v>166</c:v>
                </c:pt>
                <c:pt idx="1136">
                  <c:v>166</c:v>
                </c:pt>
                <c:pt idx="1137">
                  <c:v>167</c:v>
                </c:pt>
                <c:pt idx="1138">
                  <c:v>167</c:v>
                </c:pt>
                <c:pt idx="1139">
                  <c:v>167</c:v>
                </c:pt>
                <c:pt idx="1140">
                  <c:v>167</c:v>
                </c:pt>
                <c:pt idx="1141">
                  <c:v>166</c:v>
                </c:pt>
                <c:pt idx="1142">
                  <c:v>166</c:v>
                </c:pt>
                <c:pt idx="1143">
                  <c:v>166</c:v>
                </c:pt>
                <c:pt idx="1144">
                  <c:v>166</c:v>
                </c:pt>
                <c:pt idx="1145">
                  <c:v>166</c:v>
                </c:pt>
                <c:pt idx="1146">
                  <c:v>166</c:v>
                </c:pt>
                <c:pt idx="1147">
                  <c:v>167</c:v>
                </c:pt>
                <c:pt idx="1148">
                  <c:v>167</c:v>
                </c:pt>
                <c:pt idx="1149">
                  <c:v>167</c:v>
                </c:pt>
                <c:pt idx="1150">
                  <c:v>167</c:v>
                </c:pt>
                <c:pt idx="1151">
                  <c:v>167</c:v>
                </c:pt>
                <c:pt idx="1152">
                  <c:v>167</c:v>
                </c:pt>
                <c:pt idx="1153">
                  <c:v>168</c:v>
                </c:pt>
                <c:pt idx="1154">
                  <c:v>168</c:v>
                </c:pt>
                <c:pt idx="1155">
                  <c:v>168</c:v>
                </c:pt>
                <c:pt idx="1156">
                  <c:v>168</c:v>
                </c:pt>
                <c:pt idx="1157">
                  <c:v>169</c:v>
                </c:pt>
                <c:pt idx="1158">
                  <c:v>169</c:v>
                </c:pt>
                <c:pt idx="1159">
                  <c:v>169</c:v>
                </c:pt>
                <c:pt idx="1160">
                  <c:v>169</c:v>
                </c:pt>
                <c:pt idx="1161">
                  <c:v>169</c:v>
                </c:pt>
                <c:pt idx="1162">
                  <c:v>169</c:v>
                </c:pt>
                <c:pt idx="1163">
                  <c:v>169</c:v>
                </c:pt>
                <c:pt idx="1164">
                  <c:v>170</c:v>
                </c:pt>
                <c:pt idx="1165">
                  <c:v>169</c:v>
                </c:pt>
                <c:pt idx="1166">
                  <c:v>169</c:v>
                </c:pt>
                <c:pt idx="1167">
                  <c:v>170</c:v>
                </c:pt>
                <c:pt idx="1168">
                  <c:v>170</c:v>
                </c:pt>
                <c:pt idx="1169">
                  <c:v>170</c:v>
                </c:pt>
                <c:pt idx="1170">
                  <c:v>170</c:v>
                </c:pt>
                <c:pt idx="1171">
                  <c:v>170</c:v>
                </c:pt>
                <c:pt idx="1172">
                  <c:v>170</c:v>
                </c:pt>
                <c:pt idx="1173">
                  <c:v>170</c:v>
                </c:pt>
                <c:pt idx="1174">
                  <c:v>171</c:v>
                </c:pt>
                <c:pt idx="1175">
                  <c:v>171</c:v>
                </c:pt>
                <c:pt idx="1176">
                  <c:v>170</c:v>
                </c:pt>
                <c:pt idx="1177">
                  <c:v>170</c:v>
                </c:pt>
                <c:pt idx="1178">
                  <c:v>170</c:v>
                </c:pt>
                <c:pt idx="1179">
                  <c:v>170</c:v>
                </c:pt>
                <c:pt idx="1180">
                  <c:v>170</c:v>
                </c:pt>
                <c:pt idx="1181">
                  <c:v>170</c:v>
                </c:pt>
                <c:pt idx="1182">
                  <c:v>170</c:v>
                </c:pt>
                <c:pt idx="1183">
                  <c:v>170</c:v>
                </c:pt>
                <c:pt idx="1184">
                  <c:v>170</c:v>
                </c:pt>
                <c:pt idx="1185">
                  <c:v>170</c:v>
                </c:pt>
                <c:pt idx="1186">
                  <c:v>170</c:v>
                </c:pt>
                <c:pt idx="1187">
                  <c:v>170</c:v>
                </c:pt>
                <c:pt idx="1188">
                  <c:v>170</c:v>
                </c:pt>
                <c:pt idx="1189">
                  <c:v>170</c:v>
                </c:pt>
                <c:pt idx="1190">
                  <c:v>170</c:v>
                </c:pt>
                <c:pt idx="1191">
                  <c:v>170</c:v>
                </c:pt>
                <c:pt idx="1192">
                  <c:v>170</c:v>
                </c:pt>
                <c:pt idx="1193">
                  <c:v>170</c:v>
                </c:pt>
                <c:pt idx="1194">
                  <c:v>170</c:v>
                </c:pt>
                <c:pt idx="1195">
                  <c:v>170</c:v>
                </c:pt>
                <c:pt idx="1196">
                  <c:v>170</c:v>
                </c:pt>
                <c:pt idx="1197">
                  <c:v>170</c:v>
                </c:pt>
                <c:pt idx="1198">
                  <c:v>170</c:v>
                </c:pt>
                <c:pt idx="1199">
                  <c:v>170</c:v>
                </c:pt>
                <c:pt idx="1200">
                  <c:v>169</c:v>
                </c:pt>
                <c:pt idx="1201">
                  <c:v>169</c:v>
                </c:pt>
                <c:pt idx="1202">
                  <c:v>169</c:v>
                </c:pt>
                <c:pt idx="1203">
                  <c:v>169</c:v>
                </c:pt>
                <c:pt idx="1204">
                  <c:v>169</c:v>
                </c:pt>
                <c:pt idx="1205">
                  <c:v>169</c:v>
                </c:pt>
                <c:pt idx="1206">
                  <c:v>169</c:v>
                </c:pt>
                <c:pt idx="1207">
                  <c:v>169</c:v>
                </c:pt>
                <c:pt idx="1208">
                  <c:v>169</c:v>
                </c:pt>
                <c:pt idx="1209">
                  <c:v>169</c:v>
                </c:pt>
                <c:pt idx="1210">
                  <c:v>169</c:v>
                </c:pt>
                <c:pt idx="1211">
                  <c:v>169</c:v>
                </c:pt>
                <c:pt idx="1212">
                  <c:v>169</c:v>
                </c:pt>
                <c:pt idx="1213">
                  <c:v>168</c:v>
                </c:pt>
                <c:pt idx="1214">
                  <c:v>168</c:v>
                </c:pt>
                <c:pt idx="1215">
                  <c:v>168</c:v>
                </c:pt>
                <c:pt idx="1216">
                  <c:v>168</c:v>
                </c:pt>
                <c:pt idx="1217">
                  <c:v>168</c:v>
                </c:pt>
                <c:pt idx="1218">
                  <c:v>167</c:v>
                </c:pt>
                <c:pt idx="1219">
                  <c:v>167</c:v>
                </c:pt>
                <c:pt idx="1220">
                  <c:v>167</c:v>
                </c:pt>
                <c:pt idx="1221">
                  <c:v>166</c:v>
                </c:pt>
                <c:pt idx="1222">
                  <c:v>167</c:v>
                </c:pt>
                <c:pt idx="1223">
                  <c:v>166</c:v>
                </c:pt>
                <c:pt idx="1224">
                  <c:v>166</c:v>
                </c:pt>
                <c:pt idx="1225">
                  <c:v>166</c:v>
                </c:pt>
                <c:pt idx="1226">
                  <c:v>166</c:v>
                </c:pt>
                <c:pt idx="1227">
                  <c:v>166</c:v>
                </c:pt>
                <c:pt idx="1228">
                  <c:v>166</c:v>
                </c:pt>
                <c:pt idx="1229">
                  <c:v>166</c:v>
                </c:pt>
                <c:pt idx="1230">
                  <c:v>165</c:v>
                </c:pt>
                <c:pt idx="1231">
                  <c:v>166</c:v>
                </c:pt>
                <c:pt idx="1232">
                  <c:v>166</c:v>
                </c:pt>
                <c:pt idx="1233">
                  <c:v>165</c:v>
                </c:pt>
                <c:pt idx="1234">
                  <c:v>166</c:v>
                </c:pt>
                <c:pt idx="1235">
                  <c:v>166</c:v>
                </c:pt>
                <c:pt idx="1236">
                  <c:v>166</c:v>
                </c:pt>
                <c:pt idx="1237">
                  <c:v>166</c:v>
                </c:pt>
                <c:pt idx="1238">
                  <c:v>166</c:v>
                </c:pt>
                <c:pt idx="1239">
                  <c:v>166</c:v>
                </c:pt>
                <c:pt idx="1240">
                  <c:v>166</c:v>
                </c:pt>
                <c:pt idx="1241">
                  <c:v>167</c:v>
                </c:pt>
                <c:pt idx="1242">
                  <c:v>166</c:v>
                </c:pt>
                <c:pt idx="1243">
                  <c:v>167</c:v>
                </c:pt>
                <c:pt idx="1244">
                  <c:v>167</c:v>
                </c:pt>
                <c:pt idx="1245">
                  <c:v>167</c:v>
                </c:pt>
                <c:pt idx="1246">
                  <c:v>167</c:v>
                </c:pt>
                <c:pt idx="1247">
                  <c:v>168</c:v>
                </c:pt>
                <c:pt idx="1248">
                  <c:v>167</c:v>
                </c:pt>
                <c:pt idx="1249">
                  <c:v>168</c:v>
                </c:pt>
                <c:pt idx="1250">
                  <c:v>168</c:v>
                </c:pt>
                <c:pt idx="1251">
                  <c:v>167</c:v>
                </c:pt>
                <c:pt idx="1252">
                  <c:v>167</c:v>
                </c:pt>
                <c:pt idx="1253">
                  <c:v>167</c:v>
                </c:pt>
                <c:pt idx="1254">
                  <c:v>167</c:v>
                </c:pt>
                <c:pt idx="1255">
                  <c:v>168</c:v>
                </c:pt>
                <c:pt idx="1256">
                  <c:v>167</c:v>
                </c:pt>
                <c:pt idx="1257">
                  <c:v>168</c:v>
                </c:pt>
                <c:pt idx="1258">
                  <c:v>168</c:v>
                </c:pt>
                <c:pt idx="1259">
                  <c:v>168</c:v>
                </c:pt>
                <c:pt idx="1260">
                  <c:v>168</c:v>
                </c:pt>
                <c:pt idx="1261">
                  <c:v>168</c:v>
                </c:pt>
                <c:pt idx="1262">
                  <c:v>168</c:v>
                </c:pt>
                <c:pt idx="1263">
                  <c:v>168</c:v>
                </c:pt>
                <c:pt idx="1264">
                  <c:v>168</c:v>
                </c:pt>
                <c:pt idx="1265">
                  <c:v>168</c:v>
                </c:pt>
                <c:pt idx="1266">
                  <c:v>168</c:v>
                </c:pt>
                <c:pt idx="1267">
                  <c:v>168</c:v>
                </c:pt>
                <c:pt idx="1268">
                  <c:v>168</c:v>
                </c:pt>
                <c:pt idx="1269">
                  <c:v>169</c:v>
                </c:pt>
                <c:pt idx="1270">
                  <c:v>169</c:v>
                </c:pt>
                <c:pt idx="1271">
                  <c:v>169</c:v>
                </c:pt>
                <c:pt idx="1272">
                  <c:v>169</c:v>
                </c:pt>
                <c:pt idx="1273">
                  <c:v>168</c:v>
                </c:pt>
                <c:pt idx="1274">
                  <c:v>169</c:v>
                </c:pt>
                <c:pt idx="1275">
                  <c:v>169</c:v>
                </c:pt>
                <c:pt idx="1276">
                  <c:v>169</c:v>
                </c:pt>
                <c:pt idx="1277">
                  <c:v>169</c:v>
                </c:pt>
                <c:pt idx="1278">
                  <c:v>169</c:v>
                </c:pt>
                <c:pt idx="1279">
                  <c:v>169</c:v>
                </c:pt>
                <c:pt idx="1280">
                  <c:v>169</c:v>
                </c:pt>
                <c:pt idx="1281">
                  <c:v>169</c:v>
                </c:pt>
                <c:pt idx="1282">
                  <c:v>170</c:v>
                </c:pt>
                <c:pt idx="1283">
                  <c:v>170</c:v>
                </c:pt>
                <c:pt idx="1284">
                  <c:v>170</c:v>
                </c:pt>
                <c:pt idx="1285">
                  <c:v>170</c:v>
                </c:pt>
                <c:pt idx="1286">
                  <c:v>170</c:v>
                </c:pt>
                <c:pt idx="1287">
                  <c:v>170</c:v>
                </c:pt>
                <c:pt idx="1288">
                  <c:v>171</c:v>
                </c:pt>
                <c:pt idx="1289">
                  <c:v>171</c:v>
                </c:pt>
                <c:pt idx="1290">
                  <c:v>170</c:v>
                </c:pt>
                <c:pt idx="1291">
                  <c:v>170</c:v>
                </c:pt>
                <c:pt idx="1292">
                  <c:v>171</c:v>
                </c:pt>
                <c:pt idx="1293">
                  <c:v>171</c:v>
                </c:pt>
                <c:pt idx="1294">
                  <c:v>171</c:v>
                </c:pt>
                <c:pt idx="1295">
                  <c:v>171</c:v>
                </c:pt>
                <c:pt idx="1296">
                  <c:v>171</c:v>
                </c:pt>
                <c:pt idx="1297">
                  <c:v>171</c:v>
                </c:pt>
                <c:pt idx="1298">
                  <c:v>171</c:v>
                </c:pt>
                <c:pt idx="1299">
                  <c:v>171</c:v>
                </c:pt>
                <c:pt idx="1300">
                  <c:v>171</c:v>
                </c:pt>
                <c:pt idx="1301">
                  <c:v>171</c:v>
                </c:pt>
                <c:pt idx="1302">
                  <c:v>171</c:v>
                </c:pt>
                <c:pt idx="1303">
                  <c:v>171</c:v>
                </c:pt>
                <c:pt idx="1304">
                  <c:v>171</c:v>
                </c:pt>
                <c:pt idx="1305">
                  <c:v>171</c:v>
                </c:pt>
                <c:pt idx="1306">
                  <c:v>171</c:v>
                </c:pt>
                <c:pt idx="1307">
                  <c:v>171</c:v>
                </c:pt>
                <c:pt idx="1308">
                  <c:v>170</c:v>
                </c:pt>
                <c:pt idx="1309">
                  <c:v>171</c:v>
                </c:pt>
                <c:pt idx="1310">
                  <c:v>170</c:v>
                </c:pt>
                <c:pt idx="1311">
                  <c:v>171</c:v>
                </c:pt>
                <c:pt idx="1312">
                  <c:v>171</c:v>
                </c:pt>
                <c:pt idx="1313">
                  <c:v>171</c:v>
                </c:pt>
                <c:pt idx="1314">
                  <c:v>171</c:v>
                </c:pt>
                <c:pt idx="1315">
                  <c:v>170</c:v>
                </c:pt>
                <c:pt idx="1316">
                  <c:v>170</c:v>
                </c:pt>
                <c:pt idx="1317">
                  <c:v>170</c:v>
                </c:pt>
                <c:pt idx="1318">
                  <c:v>170</c:v>
                </c:pt>
                <c:pt idx="1319">
                  <c:v>171</c:v>
                </c:pt>
                <c:pt idx="1320">
                  <c:v>171</c:v>
                </c:pt>
                <c:pt idx="1321">
                  <c:v>170</c:v>
                </c:pt>
                <c:pt idx="1322">
                  <c:v>171</c:v>
                </c:pt>
                <c:pt idx="1323">
                  <c:v>171</c:v>
                </c:pt>
                <c:pt idx="1324">
                  <c:v>170</c:v>
                </c:pt>
                <c:pt idx="1325">
                  <c:v>170</c:v>
                </c:pt>
                <c:pt idx="1326">
                  <c:v>170</c:v>
                </c:pt>
                <c:pt idx="1327">
                  <c:v>170</c:v>
                </c:pt>
                <c:pt idx="1328">
                  <c:v>171</c:v>
                </c:pt>
                <c:pt idx="1329">
                  <c:v>170</c:v>
                </c:pt>
                <c:pt idx="1330">
                  <c:v>170</c:v>
                </c:pt>
                <c:pt idx="1331">
                  <c:v>171</c:v>
                </c:pt>
                <c:pt idx="1332">
                  <c:v>171</c:v>
                </c:pt>
                <c:pt idx="1333">
                  <c:v>170</c:v>
                </c:pt>
                <c:pt idx="1334">
                  <c:v>170</c:v>
                </c:pt>
                <c:pt idx="1335">
                  <c:v>171</c:v>
                </c:pt>
                <c:pt idx="1336">
                  <c:v>170</c:v>
                </c:pt>
                <c:pt idx="1337">
                  <c:v>170</c:v>
                </c:pt>
                <c:pt idx="1338">
                  <c:v>171</c:v>
                </c:pt>
                <c:pt idx="1339">
                  <c:v>171</c:v>
                </c:pt>
                <c:pt idx="1340">
                  <c:v>170</c:v>
                </c:pt>
                <c:pt idx="1341">
                  <c:v>170</c:v>
                </c:pt>
                <c:pt idx="1342">
                  <c:v>170</c:v>
                </c:pt>
                <c:pt idx="1343">
                  <c:v>170</c:v>
                </c:pt>
                <c:pt idx="1344">
                  <c:v>170</c:v>
                </c:pt>
                <c:pt idx="1345">
                  <c:v>170</c:v>
                </c:pt>
                <c:pt idx="1346">
                  <c:v>171</c:v>
                </c:pt>
                <c:pt idx="1347">
                  <c:v>170</c:v>
                </c:pt>
                <c:pt idx="1348">
                  <c:v>170</c:v>
                </c:pt>
                <c:pt idx="1349">
                  <c:v>170</c:v>
                </c:pt>
                <c:pt idx="1350">
                  <c:v>170</c:v>
                </c:pt>
                <c:pt idx="1351">
                  <c:v>170</c:v>
                </c:pt>
                <c:pt idx="1352">
                  <c:v>170</c:v>
                </c:pt>
                <c:pt idx="1353">
                  <c:v>171</c:v>
                </c:pt>
                <c:pt idx="1354">
                  <c:v>171</c:v>
                </c:pt>
                <c:pt idx="1355">
                  <c:v>171</c:v>
                </c:pt>
                <c:pt idx="1356">
                  <c:v>171</c:v>
                </c:pt>
                <c:pt idx="1357">
                  <c:v>171</c:v>
                </c:pt>
                <c:pt idx="1358">
                  <c:v>171</c:v>
                </c:pt>
                <c:pt idx="1359">
                  <c:v>171</c:v>
                </c:pt>
                <c:pt idx="1360">
                  <c:v>171</c:v>
                </c:pt>
                <c:pt idx="1361">
                  <c:v>171</c:v>
                </c:pt>
                <c:pt idx="1362">
                  <c:v>171</c:v>
                </c:pt>
                <c:pt idx="1363">
                  <c:v>172</c:v>
                </c:pt>
                <c:pt idx="1364">
                  <c:v>171</c:v>
                </c:pt>
                <c:pt idx="1365">
                  <c:v>172</c:v>
                </c:pt>
                <c:pt idx="1366">
                  <c:v>172</c:v>
                </c:pt>
                <c:pt idx="1367">
                  <c:v>172</c:v>
                </c:pt>
                <c:pt idx="1368">
                  <c:v>172</c:v>
                </c:pt>
                <c:pt idx="1369">
                  <c:v>172</c:v>
                </c:pt>
                <c:pt idx="1370">
                  <c:v>171</c:v>
                </c:pt>
                <c:pt idx="1371">
                  <c:v>172</c:v>
                </c:pt>
                <c:pt idx="1372">
                  <c:v>172</c:v>
                </c:pt>
                <c:pt idx="1373">
                  <c:v>172</c:v>
                </c:pt>
                <c:pt idx="1374">
                  <c:v>172</c:v>
                </c:pt>
                <c:pt idx="1375">
                  <c:v>172</c:v>
                </c:pt>
                <c:pt idx="1376">
                  <c:v>172</c:v>
                </c:pt>
                <c:pt idx="1377">
                  <c:v>172</c:v>
                </c:pt>
                <c:pt idx="1378">
                  <c:v>172</c:v>
                </c:pt>
                <c:pt idx="1379">
                  <c:v>173</c:v>
                </c:pt>
                <c:pt idx="1380">
                  <c:v>173</c:v>
                </c:pt>
                <c:pt idx="1381">
                  <c:v>172</c:v>
                </c:pt>
                <c:pt idx="1382">
                  <c:v>173</c:v>
                </c:pt>
                <c:pt idx="1383">
                  <c:v>173</c:v>
                </c:pt>
                <c:pt idx="1384">
                  <c:v>173</c:v>
                </c:pt>
                <c:pt idx="1385">
                  <c:v>173</c:v>
                </c:pt>
                <c:pt idx="1386">
                  <c:v>172</c:v>
                </c:pt>
                <c:pt idx="1387">
                  <c:v>173</c:v>
                </c:pt>
                <c:pt idx="1388">
                  <c:v>172</c:v>
                </c:pt>
                <c:pt idx="1389">
                  <c:v>173</c:v>
                </c:pt>
                <c:pt idx="1390">
                  <c:v>172</c:v>
                </c:pt>
                <c:pt idx="1391">
                  <c:v>172</c:v>
                </c:pt>
                <c:pt idx="1392">
                  <c:v>172</c:v>
                </c:pt>
                <c:pt idx="1393">
                  <c:v>172</c:v>
                </c:pt>
                <c:pt idx="1394">
                  <c:v>172</c:v>
                </c:pt>
                <c:pt idx="1395">
                  <c:v>172</c:v>
                </c:pt>
                <c:pt idx="1396">
                  <c:v>172</c:v>
                </c:pt>
                <c:pt idx="1397">
                  <c:v>172</c:v>
                </c:pt>
                <c:pt idx="1398">
                  <c:v>172</c:v>
                </c:pt>
                <c:pt idx="1399">
                  <c:v>172</c:v>
                </c:pt>
                <c:pt idx="1400">
                  <c:v>172</c:v>
                </c:pt>
                <c:pt idx="1401">
                  <c:v>172</c:v>
                </c:pt>
                <c:pt idx="1402">
                  <c:v>172</c:v>
                </c:pt>
                <c:pt idx="1403">
                  <c:v>173</c:v>
                </c:pt>
                <c:pt idx="1404">
                  <c:v>172</c:v>
                </c:pt>
                <c:pt idx="1405">
                  <c:v>172</c:v>
                </c:pt>
                <c:pt idx="1406">
                  <c:v>173</c:v>
                </c:pt>
                <c:pt idx="1407">
                  <c:v>173</c:v>
                </c:pt>
                <c:pt idx="1408">
                  <c:v>173</c:v>
                </c:pt>
                <c:pt idx="1409">
                  <c:v>173</c:v>
                </c:pt>
                <c:pt idx="1410">
                  <c:v>173</c:v>
                </c:pt>
                <c:pt idx="1411">
                  <c:v>172</c:v>
                </c:pt>
                <c:pt idx="1412">
                  <c:v>173</c:v>
                </c:pt>
                <c:pt idx="1413">
                  <c:v>172</c:v>
                </c:pt>
                <c:pt idx="1414">
                  <c:v>172</c:v>
                </c:pt>
                <c:pt idx="1415">
                  <c:v>173</c:v>
                </c:pt>
                <c:pt idx="1416">
                  <c:v>172</c:v>
                </c:pt>
                <c:pt idx="1417">
                  <c:v>173</c:v>
                </c:pt>
                <c:pt idx="1418">
                  <c:v>172</c:v>
                </c:pt>
                <c:pt idx="1419">
                  <c:v>172</c:v>
                </c:pt>
                <c:pt idx="1420">
                  <c:v>172</c:v>
                </c:pt>
                <c:pt idx="1421">
                  <c:v>173</c:v>
                </c:pt>
                <c:pt idx="1422">
                  <c:v>172</c:v>
                </c:pt>
                <c:pt idx="1423">
                  <c:v>172</c:v>
                </c:pt>
                <c:pt idx="1424">
                  <c:v>173</c:v>
                </c:pt>
                <c:pt idx="1425">
                  <c:v>173</c:v>
                </c:pt>
                <c:pt idx="1426">
                  <c:v>172</c:v>
                </c:pt>
                <c:pt idx="1427">
                  <c:v>172</c:v>
                </c:pt>
                <c:pt idx="1428">
                  <c:v>172</c:v>
                </c:pt>
                <c:pt idx="1429">
                  <c:v>172</c:v>
                </c:pt>
                <c:pt idx="1430">
                  <c:v>172</c:v>
                </c:pt>
                <c:pt idx="1431">
                  <c:v>172</c:v>
                </c:pt>
                <c:pt idx="1432">
                  <c:v>172</c:v>
                </c:pt>
                <c:pt idx="1433">
                  <c:v>172</c:v>
                </c:pt>
                <c:pt idx="1434">
                  <c:v>172</c:v>
                </c:pt>
                <c:pt idx="1435">
                  <c:v>172</c:v>
                </c:pt>
                <c:pt idx="1436">
                  <c:v>172</c:v>
                </c:pt>
                <c:pt idx="1437">
                  <c:v>172</c:v>
                </c:pt>
                <c:pt idx="1438">
                  <c:v>172</c:v>
                </c:pt>
                <c:pt idx="1439">
                  <c:v>172</c:v>
                </c:pt>
                <c:pt idx="1440">
                  <c:v>172</c:v>
                </c:pt>
                <c:pt idx="1441">
                  <c:v>172</c:v>
                </c:pt>
                <c:pt idx="1442">
                  <c:v>171</c:v>
                </c:pt>
                <c:pt idx="1443">
                  <c:v>171</c:v>
                </c:pt>
                <c:pt idx="1444">
                  <c:v>172</c:v>
                </c:pt>
                <c:pt idx="1445">
                  <c:v>172</c:v>
                </c:pt>
                <c:pt idx="1446">
                  <c:v>172</c:v>
                </c:pt>
                <c:pt idx="1447">
                  <c:v>171</c:v>
                </c:pt>
                <c:pt idx="1448">
                  <c:v>171</c:v>
                </c:pt>
                <c:pt idx="1449">
                  <c:v>172</c:v>
                </c:pt>
                <c:pt idx="1450">
                  <c:v>171</c:v>
                </c:pt>
                <c:pt idx="1451">
                  <c:v>171</c:v>
                </c:pt>
                <c:pt idx="1452">
                  <c:v>171</c:v>
                </c:pt>
                <c:pt idx="1453">
                  <c:v>171</c:v>
                </c:pt>
                <c:pt idx="1454">
                  <c:v>171</c:v>
                </c:pt>
                <c:pt idx="1455">
                  <c:v>171</c:v>
                </c:pt>
                <c:pt idx="1456">
                  <c:v>171</c:v>
                </c:pt>
                <c:pt idx="1457">
                  <c:v>172</c:v>
                </c:pt>
                <c:pt idx="1458">
                  <c:v>172</c:v>
                </c:pt>
                <c:pt idx="1459">
                  <c:v>172</c:v>
                </c:pt>
                <c:pt idx="1460">
                  <c:v>172</c:v>
                </c:pt>
                <c:pt idx="1461">
                  <c:v>171</c:v>
                </c:pt>
                <c:pt idx="1462">
                  <c:v>172</c:v>
                </c:pt>
                <c:pt idx="1463">
                  <c:v>172</c:v>
                </c:pt>
                <c:pt idx="1464">
                  <c:v>172</c:v>
                </c:pt>
                <c:pt idx="1465">
                  <c:v>172</c:v>
                </c:pt>
                <c:pt idx="1466">
                  <c:v>172</c:v>
                </c:pt>
                <c:pt idx="1467">
                  <c:v>172</c:v>
                </c:pt>
                <c:pt idx="1468">
                  <c:v>172</c:v>
                </c:pt>
                <c:pt idx="1469">
                  <c:v>172</c:v>
                </c:pt>
                <c:pt idx="1470">
                  <c:v>172</c:v>
                </c:pt>
                <c:pt idx="1471">
                  <c:v>172</c:v>
                </c:pt>
                <c:pt idx="1472">
                  <c:v>172</c:v>
                </c:pt>
                <c:pt idx="1473">
                  <c:v>172</c:v>
                </c:pt>
                <c:pt idx="1474">
                  <c:v>172</c:v>
                </c:pt>
                <c:pt idx="1475">
                  <c:v>172</c:v>
                </c:pt>
                <c:pt idx="1476">
                  <c:v>172</c:v>
                </c:pt>
                <c:pt idx="1477">
                  <c:v>172</c:v>
                </c:pt>
                <c:pt idx="1478">
                  <c:v>172</c:v>
                </c:pt>
                <c:pt idx="1479">
                  <c:v>172</c:v>
                </c:pt>
                <c:pt idx="1480">
                  <c:v>172</c:v>
                </c:pt>
                <c:pt idx="1481">
                  <c:v>172</c:v>
                </c:pt>
                <c:pt idx="1482">
                  <c:v>172</c:v>
                </c:pt>
                <c:pt idx="1483">
                  <c:v>172</c:v>
                </c:pt>
                <c:pt idx="1484">
                  <c:v>172</c:v>
                </c:pt>
                <c:pt idx="1485">
                  <c:v>172</c:v>
                </c:pt>
                <c:pt idx="1486">
                  <c:v>172</c:v>
                </c:pt>
                <c:pt idx="1487">
                  <c:v>172</c:v>
                </c:pt>
                <c:pt idx="1488">
                  <c:v>172</c:v>
                </c:pt>
                <c:pt idx="1489">
                  <c:v>172</c:v>
                </c:pt>
                <c:pt idx="1490">
                  <c:v>172</c:v>
                </c:pt>
                <c:pt idx="1491">
                  <c:v>172</c:v>
                </c:pt>
                <c:pt idx="1492">
                  <c:v>172</c:v>
                </c:pt>
                <c:pt idx="1493">
                  <c:v>173</c:v>
                </c:pt>
                <c:pt idx="1494">
                  <c:v>173</c:v>
                </c:pt>
                <c:pt idx="1495">
                  <c:v>173</c:v>
                </c:pt>
                <c:pt idx="1496">
                  <c:v>173</c:v>
                </c:pt>
                <c:pt idx="1497">
                  <c:v>173</c:v>
                </c:pt>
                <c:pt idx="1498">
                  <c:v>173</c:v>
                </c:pt>
                <c:pt idx="1499">
                  <c:v>173</c:v>
                </c:pt>
                <c:pt idx="1500">
                  <c:v>173</c:v>
                </c:pt>
                <c:pt idx="1501">
                  <c:v>173</c:v>
                </c:pt>
                <c:pt idx="1502">
                  <c:v>173</c:v>
                </c:pt>
                <c:pt idx="1503">
                  <c:v>173</c:v>
                </c:pt>
                <c:pt idx="1504">
                  <c:v>173</c:v>
                </c:pt>
                <c:pt idx="1505">
                  <c:v>173</c:v>
                </c:pt>
                <c:pt idx="1506">
                  <c:v>173</c:v>
                </c:pt>
                <c:pt idx="1507">
                  <c:v>173</c:v>
                </c:pt>
                <c:pt idx="1508">
                  <c:v>173</c:v>
                </c:pt>
                <c:pt idx="1509">
                  <c:v>173</c:v>
                </c:pt>
                <c:pt idx="1510">
                  <c:v>173</c:v>
                </c:pt>
                <c:pt idx="1511">
                  <c:v>173</c:v>
                </c:pt>
                <c:pt idx="1512">
                  <c:v>173</c:v>
                </c:pt>
                <c:pt idx="1513">
                  <c:v>173</c:v>
                </c:pt>
                <c:pt idx="1514">
                  <c:v>173</c:v>
                </c:pt>
                <c:pt idx="1515">
                  <c:v>173</c:v>
                </c:pt>
                <c:pt idx="1516">
                  <c:v>173</c:v>
                </c:pt>
                <c:pt idx="1517">
                  <c:v>173</c:v>
                </c:pt>
                <c:pt idx="1518">
                  <c:v>172</c:v>
                </c:pt>
                <c:pt idx="1519">
                  <c:v>173</c:v>
                </c:pt>
                <c:pt idx="1520">
                  <c:v>173</c:v>
                </c:pt>
                <c:pt idx="1521">
                  <c:v>172</c:v>
                </c:pt>
                <c:pt idx="1522">
                  <c:v>172</c:v>
                </c:pt>
                <c:pt idx="1523">
                  <c:v>172</c:v>
                </c:pt>
                <c:pt idx="1524">
                  <c:v>172</c:v>
                </c:pt>
                <c:pt idx="1525">
                  <c:v>172</c:v>
                </c:pt>
                <c:pt idx="1526">
                  <c:v>172</c:v>
                </c:pt>
                <c:pt idx="1527">
                  <c:v>172</c:v>
                </c:pt>
                <c:pt idx="1528">
                  <c:v>171</c:v>
                </c:pt>
                <c:pt idx="1529">
                  <c:v>171</c:v>
                </c:pt>
                <c:pt idx="1530">
                  <c:v>171</c:v>
                </c:pt>
                <c:pt idx="1531">
                  <c:v>171</c:v>
                </c:pt>
                <c:pt idx="1532">
                  <c:v>171</c:v>
                </c:pt>
                <c:pt idx="1533">
                  <c:v>171</c:v>
                </c:pt>
                <c:pt idx="1534">
                  <c:v>171</c:v>
                </c:pt>
                <c:pt idx="1535">
                  <c:v>171</c:v>
                </c:pt>
                <c:pt idx="1536">
                  <c:v>171</c:v>
                </c:pt>
                <c:pt idx="1537">
                  <c:v>171</c:v>
                </c:pt>
                <c:pt idx="1538">
                  <c:v>170</c:v>
                </c:pt>
                <c:pt idx="1539">
                  <c:v>171</c:v>
                </c:pt>
                <c:pt idx="1540">
                  <c:v>171</c:v>
                </c:pt>
                <c:pt idx="1541">
                  <c:v>170</c:v>
                </c:pt>
                <c:pt idx="1542">
                  <c:v>170</c:v>
                </c:pt>
                <c:pt idx="1543">
                  <c:v>171</c:v>
                </c:pt>
                <c:pt idx="1544">
                  <c:v>170</c:v>
                </c:pt>
                <c:pt idx="1545">
                  <c:v>170</c:v>
                </c:pt>
                <c:pt idx="1546">
                  <c:v>171</c:v>
                </c:pt>
                <c:pt idx="1547">
                  <c:v>171</c:v>
                </c:pt>
                <c:pt idx="1548">
                  <c:v>170</c:v>
                </c:pt>
                <c:pt idx="1549">
                  <c:v>170</c:v>
                </c:pt>
                <c:pt idx="1550">
                  <c:v>170</c:v>
                </c:pt>
                <c:pt idx="1551">
                  <c:v>170</c:v>
                </c:pt>
                <c:pt idx="1552">
                  <c:v>170</c:v>
                </c:pt>
                <c:pt idx="1553">
                  <c:v>171</c:v>
                </c:pt>
                <c:pt idx="1554">
                  <c:v>171</c:v>
                </c:pt>
                <c:pt idx="1555">
                  <c:v>170</c:v>
                </c:pt>
                <c:pt idx="1556">
                  <c:v>170</c:v>
                </c:pt>
                <c:pt idx="1557">
                  <c:v>171</c:v>
                </c:pt>
                <c:pt idx="1558">
                  <c:v>170</c:v>
                </c:pt>
                <c:pt idx="1559">
                  <c:v>170</c:v>
                </c:pt>
                <c:pt idx="1560">
                  <c:v>170</c:v>
                </c:pt>
                <c:pt idx="1561">
                  <c:v>170</c:v>
                </c:pt>
                <c:pt idx="1562">
                  <c:v>170</c:v>
                </c:pt>
                <c:pt idx="1563">
                  <c:v>170</c:v>
                </c:pt>
                <c:pt idx="1564">
                  <c:v>170</c:v>
                </c:pt>
                <c:pt idx="1565">
                  <c:v>170</c:v>
                </c:pt>
                <c:pt idx="1566">
                  <c:v>170</c:v>
                </c:pt>
                <c:pt idx="1567">
                  <c:v>171</c:v>
                </c:pt>
                <c:pt idx="1568">
                  <c:v>171</c:v>
                </c:pt>
                <c:pt idx="1569">
                  <c:v>170</c:v>
                </c:pt>
                <c:pt idx="1570">
                  <c:v>171</c:v>
                </c:pt>
                <c:pt idx="1571">
                  <c:v>171</c:v>
                </c:pt>
                <c:pt idx="1572">
                  <c:v>170</c:v>
                </c:pt>
                <c:pt idx="1573">
                  <c:v>171</c:v>
                </c:pt>
                <c:pt idx="1574">
                  <c:v>171</c:v>
                </c:pt>
                <c:pt idx="1575">
                  <c:v>171</c:v>
                </c:pt>
                <c:pt idx="1576">
                  <c:v>171</c:v>
                </c:pt>
                <c:pt idx="1577">
                  <c:v>171</c:v>
                </c:pt>
                <c:pt idx="1578">
                  <c:v>171</c:v>
                </c:pt>
                <c:pt idx="1579">
                  <c:v>171</c:v>
                </c:pt>
                <c:pt idx="1580">
                  <c:v>171</c:v>
                </c:pt>
                <c:pt idx="1581">
                  <c:v>171</c:v>
                </c:pt>
                <c:pt idx="1582">
                  <c:v>171</c:v>
                </c:pt>
                <c:pt idx="1583">
                  <c:v>170</c:v>
                </c:pt>
                <c:pt idx="1584">
                  <c:v>171</c:v>
                </c:pt>
                <c:pt idx="1585">
                  <c:v>170</c:v>
                </c:pt>
                <c:pt idx="1586">
                  <c:v>170</c:v>
                </c:pt>
                <c:pt idx="1587">
                  <c:v>170</c:v>
                </c:pt>
                <c:pt idx="1588">
                  <c:v>171</c:v>
                </c:pt>
                <c:pt idx="1589">
                  <c:v>170</c:v>
                </c:pt>
                <c:pt idx="1590">
                  <c:v>170</c:v>
                </c:pt>
                <c:pt idx="1591">
                  <c:v>171</c:v>
                </c:pt>
                <c:pt idx="1592">
                  <c:v>171</c:v>
                </c:pt>
                <c:pt idx="1593">
                  <c:v>170</c:v>
                </c:pt>
                <c:pt idx="1594">
                  <c:v>171</c:v>
                </c:pt>
                <c:pt idx="1595">
                  <c:v>170</c:v>
                </c:pt>
                <c:pt idx="1596">
                  <c:v>170</c:v>
                </c:pt>
                <c:pt idx="1597">
                  <c:v>171</c:v>
                </c:pt>
                <c:pt idx="1598">
                  <c:v>171</c:v>
                </c:pt>
                <c:pt idx="1599">
                  <c:v>171</c:v>
                </c:pt>
                <c:pt idx="1600">
                  <c:v>171</c:v>
                </c:pt>
                <c:pt idx="1601">
                  <c:v>171</c:v>
                </c:pt>
                <c:pt idx="1602">
                  <c:v>171</c:v>
                </c:pt>
                <c:pt idx="1603">
                  <c:v>171</c:v>
                </c:pt>
                <c:pt idx="1604">
                  <c:v>172</c:v>
                </c:pt>
                <c:pt idx="1605">
                  <c:v>172</c:v>
                </c:pt>
                <c:pt idx="1606">
                  <c:v>172</c:v>
                </c:pt>
                <c:pt idx="1607">
                  <c:v>172</c:v>
                </c:pt>
                <c:pt idx="1608">
                  <c:v>171</c:v>
                </c:pt>
                <c:pt idx="1609">
                  <c:v>171</c:v>
                </c:pt>
                <c:pt idx="1610">
                  <c:v>171</c:v>
                </c:pt>
                <c:pt idx="1611">
                  <c:v>171</c:v>
                </c:pt>
                <c:pt idx="1612">
                  <c:v>171</c:v>
                </c:pt>
                <c:pt idx="1613">
                  <c:v>171</c:v>
                </c:pt>
                <c:pt idx="1614">
                  <c:v>171</c:v>
                </c:pt>
                <c:pt idx="1615">
                  <c:v>171</c:v>
                </c:pt>
                <c:pt idx="1616">
                  <c:v>171</c:v>
                </c:pt>
                <c:pt idx="1617">
                  <c:v>171</c:v>
                </c:pt>
                <c:pt idx="1618">
                  <c:v>171</c:v>
                </c:pt>
                <c:pt idx="1619">
                  <c:v>171</c:v>
                </c:pt>
                <c:pt idx="1620">
                  <c:v>171</c:v>
                </c:pt>
                <c:pt idx="1621">
                  <c:v>171</c:v>
                </c:pt>
                <c:pt idx="1622">
                  <c:v>171</c:v>
                </c:pt>
                <c:pt idx="1623">
                  <c:v>172</c:v>
                </c:pt>
                <c:pt idx="1624">
                  <c:v>171</c:v>
                </c:pt>
                <c:pt idx="1625">
                  <c:v>171</c:v>
                </c:pt>
                <c:pt idx="1626">
                  <c:v>171</c:v>
                </c:pt>
                <c:pt idx="1627">
                  <c:v>172</c:v>
                </c:pt>
                <c:pt idx="1628">
                  <c:v>171</c:v>
                </c:pt>
                <c:pt idx="1629">
                  <c:v>171</c:v>
                </c:pt>
                <c:pt idx="1630">
                  <c:v>172</c:v>
                </c:pt>
                <c:pt idx="1631">
                  <c:v>171</c:v>
                </c:pt>
                <c:pt idx="1632">
                  <c:v>172</c:v>
                </c:pt>
                <c:pt idx="1633">
                  <c:v>172</c:v>
                </c:pt>
                <c:pt idx="1634">
                  <c:v>172</c:v>
                </c:pt>
                <c:pt idx="1635">
                  <c:v>172</c:v>
                </c:pt>
                <c:pt idx="1636">
                  <c:v>171</c:v>
                </c:pt>
                <c:pt idx="1637">
                  <c:v>172</c:v>
                </c:pt>
                <c:pt idx="1638">
                  <c:v>171</c:v>
                </c:pt>
                <c:pt idx="1639">
                  <c:v>171</c:v>
                </c:pt>
                <c:pt idx="1640">
                  <c:v>171</c:v>
                </c:pt>
                <c:pt idx="1641">
                  <c:v>171</c:v>
                </c:pt>
                <c:pt idx="1642">
                  <c:v>171</c:v>
                </c:pt>
                <c:pt idx="1643">
                  <c:v>171</c:v>
                </c:pt>
                <c:pt idx="1644">
                  <c:v>171</c:v>
                </c:pt>
                <c:pt idx="1645">
                  <c:v>170</c:v>
                </c:pt>
                <c:pt idx="1646">
                  <c:v>170</c:v>
                </c:pt>
                <c:pt idx="1647">
                  <c:v>170</c:v>
                </c:pt>
                <c:pt idx="1648">
                  <c:v>170</c:v>
                </c:pt>
                <c:pt idx="1649">
                  <c:v>170</c:v>
                </c:pt>
                <c:pt idx="1650">
                  <c:v>170</c:v>
                </c:pt>
                <c:pt idx="1651">
                  <c:v>170</c:v>
                </c:pt>
                <c:pt idx="1652">
                  <c:v>170</c:v>
                </c:pt>
                <c:pt idx="1653">
                  <c:v>170</c:v>
                </c:pt>
                <c:pt idx="1654">
                  <c:v>170</c:v>
                </c:pt>
                <c:pt idx="1655">
                  <c:v>170</c:v>
                </c:pt>
                <c:pt idx="1656">
                  <c:v>170</c:v>
                </c:pt>
                <c:pt idx="1657">
                  <c:v>170</c:v>
                </c:pt>
                <c:pt idx="1658">
                  <c:v>170</c:v>
                </c:pt>
                <c:pt idx="1659">
                  <c:v>170</c:v>
                </c:pt>
                <c:pt idx="1660">
                  <c:v>170</c:v>
                </c:pt>
                <c:pt idx="1661">
                  <c:v>170</c:v>
                </c:pt>
                <c:pt idx="1662">
                  <c:v>169</c:v>
                </c:pt>
                <c:pt idx="1663">
                  <c:v>169</c:v>
                </c:pt>
                <c:pt idx="1664">
                  <c:v>169</c:v>
                </c:pt>
                <c:pt idx="1665">
                  <c:v>169</c:v>
                </c:pt>
                <c:pt idx="1666">
                  <c:v>169</c:v>
                </c:pt>
                <c:pt idx="1667">
                  <c:v>169</c:v>
                </c:pt>
                <c:pt idx="1668">
                  <c:v>169</c:v>
                </c:pt>
                <c:pt idx="1669">
                  <c:v>169</c:v>
                </c:pt>
                <c:pt idx="1670">
                  <c:v>169</c:v>
                </c:pt>
                <c:pt idx="1671">
                  <c:v>169</c:v>
                </c:pt>
                <c:pt idx="1672">
                  <c:v>169</c:v>
                </c:pt>
                <c:pt idx="1673">
                  <c:v>169</c:v>
                </c:pt>
                <c:pt idx="1674">
                  <c:v>169</c:v>
                </c:pt>
                <c:pt idx="1675">
                  <c:v>169</c:v>
                </c:pt>
                <c:pt idx="1676">
                  <c:v>169</c:v>
                </c:pt>
                <c:pt idx="1677">
                  <c:v>169</c:v>
                </c:pt>
                <c:pt idx="1678">
                  <c:v>169</c:v>
                </c:pt>
                <c:pt idx="1679">
                  <c:v>169</c:v>
                </c:pt>
                <c:pt idx="1680">
                  <c:v>169</c:v>
                </c:pt>
                <c:pt idx="1681">
                  <c:v>169</c:v>
                </c:pt>
                <c:pt idx="1682">
                  <c:v>170</c:v>
                </c:pt>
                <c:pt idx="1683">
                  <c:v>170</c:v>
                </c:pt>
                <c:pt idx="1684">
                  <c:v>169</c:v>
                </c:pt>
                <c:pt idx="1685">
                  <c:v>170</c:v>
                </c:pt>
                <c:pt idx="1686">
                  <c:v>170</c:v>
                </c:pt>
                <c:pt idx="1687">
                  <c:v>169</c:v>
                </c:pt>
                <c:pt idx="1688">
                  <c:v>169</c:v>
                </c:pt>
                <c:pt idx="1689">
                  <c:v>170</c:v>
                </c:pt>
                <c:pt idx="1690">
                  <c:v>170</c:v>
                </c:pt>
                <c:pt idx="1691">
                  <c:v>170</c:v>
                </c:pt>
                <c:pt idx="1692">
                  <c:v>170</c:v>
                </c:pt>
                <c:pt idx="1693">
                  <c:v>169</c:v>
                </c:pt>
                <c:pt idx="1694">
                  <c:v>170</c:v>
                </c:pt>
                <c:pt idx="1695">
                  <c:v>170</c:v>
                </c:pt>
                <c:pt idx="1696">
                  <c:v>170</c:v>
                </c:pt>
                <c:pt idx="1697">
                  <c:v>169</c:v>
                </c:pt>
                <c:pt idx="1698">
                  <c:v>170</c:v>
                </c:pt>
                <c:pt idx="1699">
                  <c:v>169</c:v>
                </c:pt>
                <c:pt idx="1700">
                  <c:v>169</c:v>
                </c:pt>
                <c:pt idx="1701">
                  <c:v>170</c:v>
                </c:pt>
                <c:pt idx="1702">
                  <c:v>169</c:v>
                </c:pt>
                <c:pt idx="1703">
                  <c:v>169</c:v>
                </c:pt>
                <c:pt idx="1704">
                  <c:v>169</c:v>
                </c:pt>
                <c:pt idx="1705">
                  <c:v>169</c:v>
                </c:pt>
                <c:pt idx="1706">
                  <c:v>169</c:v>
                </c:pt>
                <c:pt idx="1707">
                  <c:v>170</c:v>
                </c:pt>
                <c:pt idx="1708">
                  <c:v>169</c:v>
                </c:pt>
                <c:pt idx="1709">
                  <c:v>169</c:v>
                </c:pt>
                <c:pt idx="1710">
                  <c:v>169</c:v>
                </c:pt>
                <c:pt idx="1711">
                  <c:v>169</c:v>
                </c:pt>
                <c:pt idx="1712">
                  <c:v>169</c:v>
                </c:pt>
                <c:pt idx="1713">
                  <c:v>169</c:v>
                </c:pt>
                <c:pt idx="1714">
                  <c:v>169</c:v>
                </c:pt>
                <c:pt idx="1715">
                  <c:v>169</c:v>
                </c:pt>
                <c:pt idx="1716">
                  <c:v>169</c:v>
                </c:pt>
                <c:pt idx="1717">
                  <c:v>169</c:v>
                </c:pt>
                <c:pt idx="1718">
                  <c:v>169</c:v>
                </c:pt>
                <c:pt idx="1719">
                  <c:v>169</c:v>
                </c:pt>
                <c:pt idx="1720">
                  <c:v>169</c:v>
                </c:pt>
                <c:pt idx="1721">
                  <c:v>168</c:v>
                </c:pt>
                <c:pt idx="1722">
                  <c:v>169</c:v>
                </c:pt>
                <c:pt idx="1723">
                  <c:v>169</c:v>
                </c:pt>
                <c:pt idx="1724">
                  <c:v>168</c:v>
                </c:pt>
                <c:pt idx="1725">
                  <c:v>169</c:v>
                </c:pt>
                <c:pt idx="1726">
                  <c:v>169</c:v>
                </c:pt>
                <c:pt idx="1727">
                  <c:v>168</c:v>
                </c:pt>
                <c:pt idx="1728">
                  <c:v>169</c:v>
                </c:pt>
                <c:pt idx="1729">
                  <c:v>169</c:v>
                </c:pt>
                <c:pt idx="1730">
                  <c:v>169</c:v>
                </c:pt>
                <c:pt idx="1731">
                  <c:v>169</c:v>
                </c:pt>
                <c:pt idx="1732">
                  <c:v>169</c:v>
                </c:pt>
                <c:pt idx="1733">
                  <c:v>169</c:v>
                </c:pt>
                <c:pt idx="1734">
                  <c:v>169</c:v>
                </c:pt>
                <c:pt idx="1735">
                  <c:v>169</c:v>
                </c:pt>
                <c:pt idx="1736">
                  <c:v>168</c:v>
                </c:pt>
                <c:pt idx="1737">
                  <c:v>169</c:v>
                </c:pt>
                <c:pt idx="1738">
                  <c:v>168</c:v>
                </c:pt>
                <c:pt idx="1739">
                  <c:v>168</c:v>
                </c:pt>
                <c:pt idx="1740">
                  <c:v>169</c:v>
                </c:pt>
                <c:pt idx="1741">
                  <c:v>168</c:v>
                </c:pt>
                <c:pt idx="1742">
                  <c:v>169</c:v>
                </c:pt>
                <c:pt idx="1743">
                  <c:v>169</c:v>
                </c:pt>
                <c:pt idx="1744">
                  <c:v>168</c:v>
                </c:pt>
                <c:pt idx="1745">
                  <c:v>168</c:v>
                </c:pt>
                <c:pt idx="1746">
                  <c:v>168</c:v>
                </c:pt>
                <c:pt idx="1747">
                  <c:v>168</c:v>
                </c:pt>
                <c:pt idx="1748">
                  <c:v>168</c:v>
                </c:pt>
                <c:pt idx="1749">
                  <c:v>168</c:v>
                </c:pt>
                <c:pt idx="1750">
                  <c:v>168</c:v>
                </c:pt>
                <c:pt idx="1751">
                  <c:v>168</c:v>
                </c:pt>
                <c:pt idx="1752">
                  <c:v>168</c:v>
                </c:pt>
                <c:pt idx="1753">
                  <c:v>168</c:v>
                </c:pt>
                <c:pt idx="1754">
                  <c:v>168</c:v>
                </c:pt>
                <c:pt idx="1755">
                  <c:v>168</c:v>
                </c:pt>
                <c:pt idx="1756">
                  <c:v>168</c:v>
                </c:pt>
                <c:pt idx="1757">
                  <c:v>168</c:v>
                </c:pt>
                <c:pt idx="1758">
                  <c:v>169</c:v>
                </c:pt>
                <c:pt idx="1759">
                  <c:v>168</c:v>
                </c:pt>
                <c:pt idx="1760">
                  <c:v>169</c:v>
                </c:pt>
                <c:pt idx="1761">
                  <c:v>169</c:v>
                </c:pt>
                <c:pt idx="1762">
                  <c:v>169</c:v>
                </c:pt>
                <c:pt idx="1763">
                  <c:v>169</c:v>
                </c:pt>
                <c:pt idx="1764">
                  <c:v>169</c:v>
                </c:pt>
                <c:pt idx="1765">
                  <c:v>168</c:v>
                </c:pt>
                <c:pt idx="1766">
                  <c:v>169</c:v>
                </c:pt>
                <c:pt idx="1767">
                  <c:v>169</c:v>
                </c:pt>
                <c:pt idx="1768">
                  <c:v>168</c:v>
                </c:pt>
                <c:pt idx="1769">
                  <c:v>169</c:v>
                </c:pt>
                <c:pt idx="1770">
                  <c:v>168</c:v>
                </c:pt>
                <c:pt idx="1771">
                  <c:v>168</c:v>
                </c:pt>
                <c:pt idx="1772">
                  <c:v>168</c:v>
                </c:pt>
                <c:pt idx="1773">
                  <c:v>168</c:v>
                </c:pt>
                <c:pt idx="1774">
                  <c:v>168</c:v>
                </c:pt>
                <c:pt idx="1775">
                  <c:v>169</c:v>
                </c:pt>
                <c:pt idx="1776">
                  <c:v>168</c:v>
                </c:pt>
                <c:pt idx="1777">
                  <c:v>168</c:v>
                </c:pt>
                <c:pt idx="1778">
                  <c:v>168</c:v>
                </c:pt>
                <c:pt idx="1779">
                  <c:v>168</c:v>
                </c:pt>
                <c:pt idx="1780">
                  <c:v>168</c:v>
                </c:pt>
                <c:pt idx="1781">
                  <c:v>168</c:v>
                </c:pt>
                <c:pt idx="1782">
                  <c:v>169</c:v>
                </c:pt>
                <c:pt idx="1783">
                  <c:v>168</c:v>
                </c:pt>
                <c:pt idx="1784">
                  <c:v>168</c:v>
                </c:pt>
                <c:pt idx="1785">
                  <c:v>169</c:v>
                </c:pt>
                <c:pt idx="1786">
                  <c:v>168</c:v>
                </c:pt>
                <c:pt idx="1787">
                  <c:v>168</c:v>
                </c:pt>
                <c:pt idx="1788">
                  <c:v>168</c:v>
                </c:pt>
                <c:pt idx="1789">
                  <c:v>168</c:v>
                </c:pt>
                <c:pt idx="1790">
                  <c:v>168</c:v>
                </c:pt>
                <c:pt idx="1791">
                  <c:v>168</c:v>
                </c:pt>
                <c:pt idx="1792">
                  <c:v>167</c:v>
                </c:pt>
                <c:pt idx="1793">
                  <c:v>167</c:v>
                </c:pt>
                <c:pt idx="1794">
                  <c:v>167</c:v>
                </c:pt>
                <c:pt idx="1795">
                  <c:v>167</c:v>
                </c:pt>
                <c:pt idx="1796">
                  <c:v>167</c:v>
                </c:pt>
                <c:pt idx="1797">
                  <c:v>167</c:v>
                </c:pt>
                <c:pt idx="1798">
                  <c:v>166</c:v>
                </c:pt>
                <c:pt idx="1799">
                  <c:v>166</c:v>
                </c:pt>
                <c:pt idx="1800">
                  <c:v>166</c:v>
                </c:pt>
                <c:pt idx="1801">
                  <c:v>165</c:v>
                </c:pt>
                <c:pt idx="1802">
                  <c:v>165</c:v>
                </c:pt>
                <c:pt idx="1803">
                  <c:v>165</c:v>
                </c:pt>
                <c:pt idx="1804">
                  <c:v>165</c:v>
                </c:pt>
                <c:pt idx="1805">
                  <c:v>164</c:v>
                </c:pt>
                <c:pt idx="1806">
                  <c:v>164</c:v>
                </c:pt>
                <c:pt idx="1807">
                  <c:v>164</c:v>
                </c:pt>
                <c:pt idx="1808">
                  <c:v>164</c:v>
                </c:pt>
                <c:pt idx="1809">
                  <c:v>164</c:v>
                </c:pt>
                <c:pt idx="1810">
                  <c:v>164</c:v>
                </c:pt>
                <c:pt idx="1811">
                  <c:v>164</c:v>
                </c:pt>
                <c:pt idx="1812">
                  <c:v>164</c:v>
                </c:pt>
                <c:pt idx="1813">
                  <c:v>164</c:v>
                </c:pt>
                <c:pt idx="1814">
                  <c:v>165</c:v>
                </c:pt>
                <c:pt idx="1815">
                  <c:v>165</c:v>
                </c:pt>
                <c:pt idx="1816">
                  <c:v>165</c:v>
                </c:pt>
                <c:pt idx="1817">
                  <c:v>165</c:v>
                </c:pt>
                <c:pt idx="1818">
                  <c:v>165</c:v>
                </c:pt>
                <c:pt idx="1819">
                  <c:v>165</c:v>
                </c:pt>
                <c:pt idx="1820">
                  <c:v>166</c:v>
                </c:pt>
                <c:pt idx="1821">
                  <c:v>166</c:v>
                </c:pt>
                <c:pt idx="1822">
                  <c:v>166</c:v>
                </c:pt>
                <c:pt idx="1823">
                  <c:v>166</c:v>
                </c:pt>
                <c:pt idx="1824">
                  <c:v>166</c:v>
                </c:pt>
                <c:pt idx="1825">
                  <c:v>166</c:v>
                </c:pt>
                <c:pt idx="1826">
                  <c:v>166</c:v>
                </c:pt>
                <c:pt idx="1827">
                  <c:v>166</c:v>
                </c:pt>
                <c:pt idx="1828">
                  <c:v>166</c:v>
                </c:pt>
                <c:pt idx="1829">
                  <c:v>166</c:v>
                </c:pt>
                <c:pt idx="1830">
                  <c:v>166</c:v>
                </c:pt>
                <c:pt idx="1831">
                  <c:v>166</c:v>
                </c:pt>
                <c:pt idx="1832">
                  <c:v>166</c:v>
                </c:pt>
                <c:pt idx="1833">
                  <c:v>166</c:v>
                </c:pt>
                <c:pt idx="1834">
                  <c:v>166</c:v>
                </c:pt>
                <c:pt idx="1835">
                  <c:v>166</c:v>
                </c:pt>
                <c:pt idx="1836">
                  <c:v>166</c:v>
                </c:pt>
                <c:pt idx="1837">
                  <c:v>166</c:v>
                </c:pt>
                <c:pt idx="1838">
                  <c:v>166</c:v>
                </c:pt>
                <c:pt idx="1839">
                  <c:v>166</c:v>
                </c:pt>
                <c:pt idx="1840">
                  <c:v>166</c:v>
                </c:pt>
                <c:pt idx="1841">
                  <c:v>166</c:v>
                </c:pt>
                <c:pt idx="1842">
                  <c:v>166</c:v>
                </c:pt>
                <c:pt idx="1843">
                  <c:v>166</c:v>
                </c:pt>
                <c:pt idx="1844">
                  <c:v>166</c:v>
                </c:pt>
                <c:pt idx="1845">
                  <c:v>166</c:v>
                </c:pt>
                <c:pt idx="1846">
                  <c:v>166</c:v>
                </c:pt>
                <c:pt idx="1847">
                  <c:v>166</c:v>
                </c:pt>
                <c:pt idx="1848">
                  <c:v>167</c:v>
                </c:pt>
                <c:pt idx="1849">
                  <c:v>167</c:v>
                </c:pt>
                <c:pt idx="1850">
                  <c:v>166</c:v>
                </c:pt>
                <c:pt idx="1851">
                  <c:v>167</c:v>
                </c:pt>
                <c:pt idx="1852">
                  <c:v>167</c:v>
                </c:pt>
                <c:pt idx="1853">
                  <c:v>167</c:v>
                </c:pt>
                <c:pt idx="1854">
                  <c:v>167</c:v>
                </c:pt>
                <c:pt idx="1855">
                  <c:v>167</c:v>
                </c:pt>
                <c:pt idx="1856">
                  <c:v>168</c:v>
                </c:pt>
                <c:pt idx="1857">
                  <c:v>167</c:v>
                </c:pt>
                <c:pt idx="1858">
                  <c:v>168</c:v>
                </c:pt>
                <c:pt idx="1859">
                  <c:v>167</c:v>
                </c:pt>
                <c:pt idx="1860">
                  <c:v>168</c:v>
                </c:pt>
                <c:pt idx="1861">
                  <c:v>167</c:v>
                </c:pt>
                <c:pt idx="1862">
                  <c:v>167</c:v>
                </c:pt>
                <c:pt idx="1863">
                  <c:v>168</c:v>
                </c:pt>
                <c:pt idx="1864">
                  <c:v>168</c:v>
                </c:pt>
                <c:pt idx="1865">
                  <c:v>168</c:v>
                </c:pt>
                <c:pt idx="1866">
                  <c:v>168</c:v>
                </c:pt>
                <c:pt idx="1867">
                  <c:v>167</c:v>
                </c:pt>
                <c:pt idx="1868">
                  <c:v>168</c:v>
                </c:pt>
                <c:pt idx="1869">
                  <c:v>168</c:v>
                </c:pt>
                <c:pt idx="1870">
                  <c:v>168</c:v>
                </c:pt>
                <c:pt idx="1871">
                  <c:v>168</c:v>
                </c:pt>
                <c:pt idx="1872">
                  <c:v>168</c:v>
                </c:pt>
                <c:pt idx="1873">
                  <c:v>168</c:v>
                </c:pt>
                <c:pt idx="1874">
                  <c:v>168</c:v>
                </c:pt>
                <c:pt idx="1875">
                  <c:v>168</c:v>
                </c:pt>
                <c:pt idx="1876">
                  <c:v>168</c:v>
                </c:pt>
                <c:pt idx="1877">
                  <c:v>167</c:v>
                </c:pt>
                <c:pt idx="1878">
                  <c:v>168</c:v>
                </c:pt>
                <c:pt idx="1879">
                  <c:v>168</c:v>
                </c:pt>
                <c:pt idx="1880">
                  <c:v>167</c:v>
                </c:pt>
                <c:pt idx="1881">
                  <c:v>168</c:v>
                </c:pt>
                <c:pt idx="1882">
                  <c:v>167</c:v>
                </c:pt>
                <c:pt idx="1883">
                  <c:v>168</c:v>
                </c:pt>
                <c:pt idx="1884">
                  <c:v>167</c:v>
                </c:pt>
                <c:pt idx="1885">
                  <c:v>167</c:v>
                </c:pt>
                <c:pt idx="1886">
                  <c:v>168</c:v>
                </c:pt>
                <c:pt idx="1887">
                  <c:v>167</c:v>
                </c:pt>
                <c:pt idx="1888">
                  <c:v>167</c:v>
                </c:pt>
                <c:pt idx="1889">
                  <c:v>168</c:v>
                </c:pt>
                <c:pt idx="1890">
                  <c:v>168</c:v>
                </c:pt>
                <c:pt idx="1891">
                  <c:v>167</c:v>
                </c:pt>
                <c:pt idx="1892">
                  <c:v>168</c:v>
                </c:pt>
                <c:pt idx="1893">
                  <c:v>168</c:v>
                </c:pt>
                <c:pt idx="1894">
                  <c:v>168</c:v>
                </c:pt>
                <c:pt idx="1895">
                  <c:v>167</c:v>
                </c:pt>
                <c:pt idx="1896">
                  <c:v>168</c:v>
                </c:pt>
                <c:pt idx="1897">
                  <c:v>167</c:v>
                </c:pt>
                <c:pt idx="1898">
                  <c:v>167</c:v>
                </c:pt>
                <c:pt idx="1899">
                  <c:v>167</c:v>
                </c:pt>
                <c:pt idx="1900">
                  <c:v>168</c:v>
                </c:pt>
                <c:pt idx="1901">
                  <c:v>167</c:v>
                </c:pt>
                <c:pt idx="1902">
                  <c:v>168</c:v>
                </c:pt>
                <c:pt idx="1903">
                  <c:v>167</c:v>
                </c:pt>
                <c:pt idx="1904">
                  <c:v>167</c:v>
                </c:pt>
                <c:pt idx="1905">
                  <c:v>168</c:v>
                </c:pt>
                <c:pt idx="1906">
                  <c:v>167</c:v>
                </c:pt>
                <c:pt idx="1907">
                  <c:v>167</c:v>
                </c:pt>
                <c:pt idx="1908">
                  <c:v>167</c:v>
                </c:pt>
                <c:pt idx="1909">
                  <c:v>167</c:v>
                </c:pt>
                <c:pt idx="1910">
                  <c:v>167</c:v>
                </c:pt>
                <c:pt idx="1911">
                  <c:v>167</c:v>
                </c:pt>
                <c:pt idx="1912">
                  <c:v>167</c:v>
                </c:pt>
                <c:pt idx="1913">
                  <c:v>167</c:v>
                </c:pt>
                <c:pt idx="1914">
                  <c:v>167</c:v>
                </c:pt>
                <c:pt idx="1915">
                  <c:v>166</c:v>
                </c:pt>
                <c:pt idx="1916">
                  <c:v>166</c:v>
                </c:pt>
                <c:pt idx="1917">
                  <c:v>166</c:v>
                </c:pt>
                <c:pt idx="1918">
                  <c:v>166</c:v>
                </c:pt>
                <c:pt idx="1919">
                  <c:v>166</c:v>
                </c:pt>
                <c:pt idx="1920">
                  <c:v>166</c:v>
                </c:pt>
                <c:pt idx="1921">
                  <c:v>166</c:v>
                </c:pt>
                <c:pt idx="1922">
                  <c:v>166</c:v>
                </c:pt>
                <c:pt idx="1923">
                  <c:v>165</c:v>
                </c:pt>
                <c:pt idx="1924">
                  <c:v>165</c:v>
                </c:pt>
                <c:pt idx="1925">
                  <c:v>165</c:v>
                </c:pt>
                <c:pt idx="1926">
                  <c:v>166</c:v>
                </c:pt>
                <c:pt idx="1927">
                  <c:v>166</c:v>
                </c:pt>
                <c:pt idx="1928">
                  <c:v>165</c:v>
                </c:pt>
                <c:pt idx="1929">
                  <c:v>166</c:v>
                </c:pt>
                <c:pt idx="1930">
                  <c:v>165</c:v>
                </c:pt>
                <c:pt idx="1931">
                  <c:v>165</c:v>
                </c:pt>
                <c:pt idx="1932">
                  <c:v>166</c:v>
                </c:pt>
                <c:pt idx="1933">
                  <c:v>166</c:v>
                </c:pt>
                <c:pt idx="1934">
                  <c:v>166</c:v>
                </c:pt>
                <c:pt idx="1935">
                  <c:v>166</c:v>
                </c:pt>
                <c:pt idx="1936">
                  <c:v>166</c:v>
                </c:pt>
                <c:pt idx="1937">
                  <c:v>166</c:v>
                </c:pt>
                <c:pt idx="1938">
                  <c:v>166</c:v>
                </c:pt>
                <c:pt idx="1939">
                  <c:v>166</c:v>
                </c:pt>
                <c:pt idx="1940">
                  <c:v>166</c:v>
                </c:pt>
                <c:pt idx="1941">
                  <c:v>166</c:v>
                </c:pt>
                <c:pt idx="1942">
                  <c:v>166</c:v>
                </c:pt>
                <c:pt idx="1943">
                  <c:v>166</c:v>
                </c:pt>
                <c:pt idx="1944">
                  <c:v>166</c:v>
                </c:pt>
                <c:pt idx="1945">
                  <c:v>166</c:v>
                </c:pt>
                <c:pt idx="1946">
                  <c:v>166</c:v>
                </c:pt>
                <c:pt idx="1947">
                  <c:v>166</c:v>
                </c:pt>
                <c:pt idx="1948">
                  <c:v>165</c:v>
                </c:pt>
                <c:pt idx="1949">
                  <c:v>165</c:v>
                </c:pt>
                <c:pt idx="1950">
                  <c:v>165</c:v>
                </c:pt>
                <c:pt idx="1951">
                  <c:v>165</c:v>
                </c:pt>
                <c:pt idx="1952">
                  <c:v>164</c:v>
                </c:pt>
                <c:pt idx="1953">
                  <c:v>164</c:v>
                </c:pt>
                <c:pt idx="1954">
                  <c:v>164</c:v>
                </c:pt>
                <c:pt idx="1955">
                  <c:v>164</c:v>
                </c:pt>
                <c:pt idx="1956">
                  <c:v>165</c:v>
                </c:pt>
                <c:pt idx="1957">
                  <c:v>164</c:v>
                </c:pt>
                <c:pt idx="1958">
                  <c:v>164</c:v>
                </c:pt>
                <c:pt idx="1959">
                  <c:v>164</c:v>
                </c:pt>
                <c:pt idx="1960">
                  <c:v>164</c:v>
                </c:pt>
                <c:pt idx="1961">
                  <c:v>164</c:v>
                </c:pt>
                <c:pt idx="1962">
                  <c:v>164</c:v>
                </c:pt>
                <c:pt idx="1963">
                  <c:v>164</c:v>
                </c:pt>
                <c:pt idx="1964">
                  <c:v>165</c:v>
                </c:pt>
                <c:pt idx="1965">
                  <c:v>165</c:v>
                </c:pt>
                <c:pt idx="1966">
                  <c:v>165</c:v>
                </c:pt>
                <c:pt idx="1967">
                  <c:v>165</c:v>
                </c:pt>
                <c:pt idx="1968">
                  <c:v>166</c:v>
                </c:pt>
                <c:pt idx="1969">
                  <c:v>166</c:v>
                </c:pt>
                <c:pt idx="1970">
                  <c:v>166</c:v>
                </c:pt>
                <c:pt idx="1971">
                  <c:v>166</c:v>
                </c:pt>
                <c:pt idx="1972">
                  <c:v>166</c:v>
                </c:pt>
                <c:pt idx="1973">
                  <c:v>166</c:v>
                </c:pt>
                <c:pt idx="1974">
                  <c:v>167</c:v>
                </c:pt>
                <c:pt idx="1975">
                  <c:v>167</c:v>
                </c:pt>
                <c:pt idx="1976">
                  <c:v>166</c:v>
                </c:pt>
                <c:pt idx="1977">
                  <c:v>166</c:v>
                </c:pt>
                <c:pt idx="1978">
                  <c:v>165</c:v>
                </c:pt>
                <c:pt idx="1979">
                  <c:v>165</c:v>
                </c:pt>
                <c:pt idx="1980">
                  <c:v>165</c:v>
                </c:pt>
                <c:pt idx="1981">
                  <c:v>165</c:v>
                </c:pt>
                <c:pt idx="1982">
                  <c:v>165</c:v>
                </c:pt>
                <c:pt idx="1983">
                  <c:v>164</c:v>
                </c:pt>
                <c:pt idx="1984">
                  <c:v>164</c:v>
                </c:pt>
                <c:pt idx="1985">
                  <c:v>164</c:v>
                </c:pt>
                <c:pt idx="1986">
                  <c:v>164</c:v>
                </c:pt>
                <c:pt idx="1987">
                  <c:v>164</c:v>
                </c:pt>
                <c:pt idx="1988">
                  <c:v>164</c:v>
                </c:pt>
                <c:pt idx="1989">
                  <c:v>165</c:v>
                </c:pt>
                <c:pt idx="1990">
                  <c:v>164</c:v>
                </c:pt>
                <c:pt idx="1991">
                  <c:v>164</c:v>
                </c:pt>
                <c:pt idx="1992">
                  <c:v>164</c:v>
                </c:pt>
                <c:pt idx="1993">
                  <c:v>164</c:v>
                </c:pt>
                <c:pt idx="1994">
                  <c:v>164</c:v>
                </c:pt>
                <c:pt idx="1995">
                  <c:v>164</c:v>
                </c:pt>
                <c:pt idx="1996">
                  <c:v>164</c:v>
                </c:pt>
                <c:pt idx="1997">
                  <c:v>164</c:v>
                </c:pt>
                <c:pt idx="1998">
                  <c:v>164</c:v>
                </c:pt>
                <c:pt idx="1999">
                  <c:v>163</c:v>
                </c:pt>
                <c:pt idx="2000">
                  <c:v>163</c:v>
                </c:pt>
                <c:pt idx="2001">
                  <c:v>163</c:v>
                </c:pt>
                <c:pt idx="2002">
                  <c:v>163</c:v>
                </c:pt>
                <c:pt idx="2003">
                  <c:v>162</c:v>
                </c:pt>
                <c:pt idx="2004">
                  <c:v>162</c:v>
                </c:pt>
                <c:pt idx="2005">
                  <c:v>162</c:v>
                </c:pt>
                <c:pt idx="2006">
                  <c:v>162</c:v>
                </c:pt>
                <c:pt idx="2007">
                  <c:v>162</c:v>
                </c:pt>
                <c:pt idx="2008">
                  <c:v>162</c:v>
                </c:pt>
                <c:pt idx="2009">
                  <c:v>162</c:v>
                </c:pt>
                <c:pt idx="2010">
                  <c:v>162</c:v>
                </c:pt>
                <c:pt idx="2011">
                  <c:v>161</c:v>
                </c:pt>
                <c:pt idx="2012">
                  <c:v>162</c:v>
                </c:pt>
                <c:pt idx="2013">
                  <c:v>161</c:v>
                </c:pt>
                <c:pt idx="2014">
                  <c:v>161</c:v>
                </c:pt>
                <c:pt idx="2015">
                  <c:v>162</c:v>
                </c:pt>
                <c:pt idx="2016">
                  <c:v>161</c:v>
                </c:pt>
                <c:pt idx="2017">
                  <c:v>162</c:v>
                </c:pt>
                <c:pt idx="2018">
                  <c:v>161</c:v>
                </c:pt>
                <c:pt idx="2019">
                  <c:v>161</c:v>
                </c:pt>
                <c:pt idx="2020">
                  <c:v>161</c:v>
                </c:pt>
                <c:pt idx="2021">
                  <c:v>162</c:v>
                </c:pt>
                <c:pt idx="2022">
                  <c:v>162</c:v>
                </c:pt>
                <c:pt idx="2023">
                  <c:v>162</c:v>
                </c:pt>
                <c:pt idx="2024">
                  <c:v>161</c:v>
                </c:pt>
                <c:pt idx="2025">
                  <c:v>161</c:v>
                </c:pt>
                <c:pt idx="2026">
                  <c:v>161</c:v>
                </c:pt>
                <c:pt idx="2027">
                  <c:v>161</c:v>
                </c:pt>
                <c:pt idx="2028">
                  <c:v>162</c:v>
                </c:pt>
                <c:pt idx="2029">
                  <c:v>161</c:v>
                </c:pt>
                <c:pt idx="2030">
                  <c:v>161</c:v>
                </c:pt>
                <c:pt idx="2031">
                  <c:v>161</c:v>
                </c:pt>
                <c:pt idx="2032">
                  <c:v>161</c:v>
                </c:pt>
                <c:pt idx="2033">
                  <c:v>161</c:v>
                </c:pt>
                <c:pt idx="2034">
                  <c:v>161</c:v>
                </c:pt>
                <c:pt idx="2035">
                  <c:v>161</c:v>
                </c:pt>
                <c:pt idx="2036">
                  <c:v>161</c:v>
                </c:pt>
                <c:pt idx="2037">
                  <c:v>161</c:v>
                </c:pt>
                <c:pt idx="2038">
                  <c:v>162</c:v>
                </c:pt>
                <c:pt idx="2039">
                  <c:v>162</c:v>
                </c:pt>
                <c:pt idx="2040">
                  <c:v>161</c:v>
                </c:pt>
                <c:pt idx="2041">
                  <c:v>162</c:v>
                </c:pt>
                <c:pt idx="2042">
                  <c:v>162</c:v>
                </c:pt>
                <c:pt idx="2043">
                  <c:v>162</c:v>
                </c:pt>
                <c:pt idx="2044">
                  <c:v>162</c:v>
                </c:pt>
                <c:pt idx="2045">
                  <c:v>162</c:v>
                </c:pt>
                <c:pt idx="2046">
                  <c:v>162</c:v>
                </c:pt>
                <c:pt idx="2047">
                  <c:v>162</c:v>
                </c:pt>
                <c:pt idx="2048">
                  <c:v>162</c:v>
                </c:pt>
                <c:pt idx="2049">
                  <c:v>162</c:v>
                </c:pt>
                <c:pt idx="2050">
                  <c:v>162</c:v>
                </c:pt>
                <c:pt idx="2051">
                  <c:v>162</c:v>
                </c:pt>
                <c:pt idx="2052">
                  <c:v>162</c:v>
                </c:pt>
                <c:pt idx="2053">
                  <c:v>162</c:v>
                </c:pt>
                <c:pt idx="2054">
                  <c:v>162</c:v>
                </c:pt>
                <c:pt idx="2055">
                  <c:v>162</c:v>
                </c:pt>
                <c:pt idx="2056">
                  <c:v>163</c:v>
                </c:pt>
                <c:pt idx="2057">
                  <c:v>162</c:v>
                </c:pt>
                <c:pt idx="2058">
                  <c:v>162</c:v>
                </c:pt>
                <c:pt idx="2059">
                  <c:v>162</c:v>
                </c:pt>
                <c:pt idx="2060">
                  <c:v>163</c:v>
                </c:pt>
                <c:pt idx="2061">
                  <c:v>163</c:v>
                </c:pt>
                <c:pt idx="2062">
                  <c:v>163</c:v>
                </c:pt>
                <c:pt idx="2063">
                  <c:v>163</c:v>
                </c:pt>
                <c:pt idx="2064">
                  <c:v>162</c:v>
                </c:pt>
                <c:pt idx="2065">
                  <c:v>163</c:v>
                </c:pt>
                <c:pt idx="2066">
                  <c:v>163</c:v>
                </c:pt>
                <c:pt idx="2067">
                  <c:v>163</c:v>
                </c:pt>
                <c:pt idx="2068">
                  <c:v>163</c:v>
                </c:pt>
                <c:pt idx="2069">
                  <c:v>163</c:v>
                </c:pt>
                <c:pt idx="2070">
                  <c:v>163</c:v>
                </c:pt>
                <c:pt idx="2071">
                  <c:v>163</c:v>
                </c:pt>
                <c:pt idx="2072">
                  <c:v>164</c:v>
                </c:pt>
                <c:pt idx="2073">
                  <c:v>164</c:v>
                </c:pt>
                <c:pt idx="2074">
                  <c:v>164</c:v>
                </c:pt>
                <c:pt idx="2075">
                  <c:v>164</c:v>
                </c:pt>
                <c:pt idx="2076">
                  <c:v>164</c:v>
                </c:pt>
                <c:pt idx="2077">
                  <c:v>165</c:v>
                </c:pt>
                <c:pt idx="2078">
                  <c:v>164</c:v>
                </c:pt>
                <c:pt idx="2079">
                  <c:v>165</c:v>
                </c:pt>
                <c:pt idx="2080">
                  <c:v>165</c:v>
                </c:pt>
                <c:pt idx="2081">
                  <c:v>164</c:v>
                </c:pt>
                <c:pt idx="2082">
                  <c:v>165</c:v>
                </c:pt>
                <c:pt idx="2083">
                  <c:v>165</c:v>
                </c:pt>
                <c:pt idx="2084">
                  <c:v>166</c:v>
                </c:pt>
                <c:pt idx="2085">
                  <c:v>166</c:v>
                </c:pt>
                <c:pt idx="2086">
                  <c:v>166</c:v>
                </c:pt>
                <c:pt idx="2087">
                  <c:v>166</c:v>
                </c:pt>
                <c:pt idx="2088">
                  <c:v>166</c:v>
                </c:pt>
                <c:pt idx="2089">
                  <c:v>166</c:v>
                </c:pt>
                <c:pt idx="2090">
                  <c:v>167</c:v>
                </c:pt>
                <c:pt idx="2091">
                  <c:v>167</c:v>
                </c:pt>
                <c:pt idx="2092">
                  <c:v>167</c:v>
                </c:pt>
                <c:pt idx="2093">
                  <c:v>166</c:v>
                </c:pt>
                <c:pt idx="2094">
                  <c:v>167</c:v>
                </c:pt>
                <c:pt idx="2095">
                  <c:v>167</c:v>
                </c:pt>
                <c:pt idx="2096">
                  <c:v>166</c:v>
                </c:pt>
                <c:pt idx="2097">
                  <c:v>167</c:v>
                </c:pt>
                <c:pt idx="2098">
                  <c:v>167</c:v>
                </c:pt>
                <c:pt idx="2099">
                  <c:v>167</c:v>
                </c:pt>
                <c:pt idx="2100">
                  <c:v>167</c:v>
                </c:pt>
                <c:pt idx="2101">
                  <c:v>167</c:v>
                </c:pt>
                <c:pt idx="2102">
                  <c:v>167</c:v>
                </c:pt>
                <c:pt idx="2103">
                  <c:v>167</c:v>
                </c:pt>
                <c:pt idx="2104">
                  <c:v>167</c:v>
                </c:pt>
                <c:pt idx="2105">
                  <c:v>166</c:v>
                </c:pt>
                <c:pt idx="2106">
                  <c:v>167</c:v>
                </c:pt>
                <c:pt idx="2107">
                  <c:v>167</c:v>
                </c:pt>
                <c:pt idx="2108">
                  <c:v>167</c:v>
                </c:pt>
                <c:pt idx="2109">
                  <c:v>167</c:v>
                </c:pt>
                <c:pt idx="2110">
                  <c:v>167</c:v>
                </c:pt>
                <c:pt idx="2111">
                  <c:v>167</c:v>
                </c:pt>
                <c:pt idx="2112">
                  <c:v>167</c:v>
                </c:pt>
                <c:pt idx="2113">
                  <c:v>166</c:v>
                </c:pt>
                <c:pt idx="2114">
                  <c:v>166</c:v>
                </c:pt>
                <c:pt idx="2115">
                  <c:v>167</c:v>
                </c:pt>
                <c:pt idx="2116">
                  <c:v>166</c:v>
                </c:pt>
                <c:pt idx="2117">
                  <c:v>166</c:v>
                </c:pt>
                <c:pt idx="2118">
                  <c:v>166</c:v>
                </c:pt>
                <c:pt idx="2119">
                  <c:v>166</c:v>
                </c:pt>
                <c:pt idx="2120">
                  <c:v>166</c:v>
                </c:pt>
                <c:pt idx="2121">
                  <c:v>166</c:v>
                </c:pt>
                <c:pt idx="2122">
                  <c:v>165</c:v>
                </c:pt>
                <c:pt idx="2123">
                  <c:v>165</c:v>
                </c:pt>
                <c:pt idx="2124">
                  <c:v>165</c:v>
                </c:pt>
                <c:pt idx="2125">
                  <c:v>165</c:v>
                </c:pt>
                <c:pt idx="2126">
                  <c:v>166</c:v>
                </c:pt>
                <c:pt idx="2127">
                  <c:v>165</c:v>
                </c:pt>
                <c:pt idx="2128">
                  <c:v>165</c:v>
                </c:pt>
                <c:pt idx="2129">
                  <c:v>165</c:v>
                </c:pt>
                <c:pt idx="2130">
                  <c:v>164</c:v>
                </c:pt>
                <c:pt idx="2131">
                  <c:v>164</c:v>
                </c:pt>
                <c:pt idx="2132">
                  <c:v>165</c:v>
                </c:pt>
                <c:pt idx="2133">
                  <c:v>165</c:v>
                </c:pt>
                <c:pt idx="2134">
                  <c:v>164</c:v>
                </c:pt>
                <c:pt idx="2135">
                  <c:v>164</c:v>
                </c:pt>
                <c:pt idx="2136">
                  <c:v>164</c:v>
                </c:pt>
                <c:pt idx="2137">
                  <c:v>164</c:v>
                </c:pt>
                <c:pt idx="2138">
                  <c:v>164</c:v>
                </c:pt>
                <c:pt idx="2139">
                  <c:v>164</c:v>
                </c:pt>
                <c:pt idx="2140">
                  <c:v>164</c:v>
                </c:pt>
                <c:pt idx="2141">
                  <c:v>164</c:v>
                </c:pt>
                <c:pt idx="2142">
                  <c:v>164</c:v>
                </c:pt>
                <c:pt idx="2143">
                  <c:v>164</c:v>
                </c:pt>
                <c:pt idx="2144">
                  <c:v>164</c:v>
                </c:pt>
                <c:pt idx="2145">
                  <c:v>164</c:v>
                </c:pt>
                <c:pt idx="2146">
                  <c:v>163</c:v>
                </c:pt>
                <c:pt idx="2147">
                  <c:v>164</c:v>
                </c:pt>
                <c:pt idx="2148">
                  <c:v>164</c:v>
                </c:pt>
                <c:pt idx="2149">
                  <c:v>164</c:v>
                </c:pt>
                <c:pt idx="2150">
                  <c:v>164</c:v>
                </c:pt>
                <c:pt idx="2151">
                  <c:v>163</c:v>
                </c:pt>
                <c:pt idx="2152">
                  <c:v>164</c:v>
                </c:pt>
                <c:pt idx="2153">
                  <c:v>164</c:v>
                </c:pt>
                <c:pt idx="2154">
                  <c:v>164</c:v>
                </c:pt>
                <c:pt idx="2155">
                  <c:v>164</c:v>
                </c:pt>
                <c:pt idx="2156">
                  <c:v>164</c:v>
                </c:pt>
                <c:pt idx="2157">
                  <c:v>164</c:v>
                </c:pt>
                <c:pt idx="2158">
                  <c:v>164</c:v>
                </c:pt>
                <c:pt idx="2159">
                  <c:v>164</c:v>
                </c:pt>
                <c:pt idx="2160">
                  <c:v>165</c:v>
                </c:pt>
                <c:pt idx="2161">
                  <c:v>164</c:v>
                </c:pt>
                <c:pt idx="2162">
                  <c:v>164</c:v>
                </c:pt>
                <c:pt idx="2163">
                  <c:v>164</c:v>
                </c:pt>
                <c:pt idx="2164">
                  <c:v>164</c:v>
                </c:pt>
                <c:pt idx="2165">
                  <c:v>164</c:v>
                </c:pt>
                <c:pt idx="2166">
                  <c:v>164</c:v>
                </c:pt>
                <c:pt idx="2167">
                  <c:v>163</c:v>
                </c:pt>
                <c:pt idx="2168">
                  <c:v>163</c:v>
                </c:pt>
                <c:pt idx="2169">
                  <c:v>164</c:v>
                </c:pt>
                <c:pt idx="2170">
                  <c:v>163</c:v>
                </c:pt>
                <c:pt idx="2171">
                  <c:v>163</c:v>
                </c:pt>
                <c:pt idx="2172">
                  <c:v>163</c:v>
                </c:pt>
                <c:pt idx="2173">
                  <c:v>163</c:v>
                </c:pt>
                <c:pt idx="2174">
                  <c:v>163</c:v>
                </c:pt>
                <c:pt idx="2175">
                  <c:v>164</c:v>
                </c:pt>
                <c:pt idx="2176">
                  <c:v>164</c:v>
                </c:pt>
                <c:pt idx="2177">
                  <c:v>164</c:v>
                </c:pt>
                <c:pt idx="2178">
                  <c:v>164</c:v>
                </c:pt>
                <c:pt idx="2179">
                  <c:v>164</c:v>
                </c:pt>
                <c:pt idx="2180">
                  <c:v>164</c:v>
                </c:pt>
                <c:pt idx="2181">
                  <c:v>164</c:v>
                </c:pt>
                <c:pt idx="2182">
                  <c:v>164</c:v>
                </c:pt>
                <c:pt idx="2183">
                  <c:v>164</c:v>
                </c:pt>
                <c:pt idx="2184">
                  <c:v>164</c:v>
                </c:pt>
                <c:pt idx="2185">
                  <c:v>164</c:v>
                </c:pt>
                <c:pt idx="2186">
                  <c:v>164</c:v>
                </c:pt>
                <c:pt idx="2187">
                  <c:v>164</c:v>
                </c:pt>
                <c:pt idx="2188">
                  <c:v>164</c:v>
                </c:pt>
                <c:pt idx="2189">
                  <c:v>164</c:v>
                </c:pt>
                <c:pt idx="2190">
                  <c:v>164</c:v>
                </c:pt>
                <c:pt idx="2191">
                  <c:v>164</c:v>
                </c:pt>
                <c:pt idx="2192">
                  <c:v>165</c:v>
                </c:pt>
                <c:pt idx="2193">
                  <c:v>164</c:v>
                </c:pt>
                <c:pt idx="2194">
                  <c:v>164</c:v>
                </c:pt>
                <c:pt idx="2195">
                  <c:v>164</c:v>
                </c:pt>
                <c:pt idx="2196">
                  <c:v>164</c:v>
                </c:pt>
                <c:pt idx="2197">
                  <c:v>164</c:v>
                </c:pt>
                <c:pt idx="2198">
                  <c:v>164</c:v>
                </c:pt>
                <c:pt idx="2199">
                  <c:v>164</c:v>
                </c:pt>
                <c:pt idx="2200">
                  <c:v>164</c:v>
                </c:pt>
                <c:pt idx="2201">
                  <c:v>164</c:v>
                </c:pt>
                <c:pt idx="2202">
                  <c:v>164</c:v>
                </c:pt>
                <c:pt idx="2203">
                  <c:v>164</c:v>
                </c:pt>
                <c:pt idx="2204">
                  <c:v>164</c:v>
                </c:pt>
                <c:pt idx="2205">
                  <c:v>164</c:v>
                </c:pt>
                <c:pt idx="2206">
                  <c:v>164</c:v>
                </c:pt>
                <c:pt idx="2207">
                  <c:v>164</c:v>
                </c:pt>
                <c:pt idx="2208">
                  <c:v>165</c:v>
                </c:pt>
                <c:pt idx="2209">
                  <c:v>165</c:v>
                </c:pt>
                <c:pt idx="2210">
                  <c:v>165</c:v>
                </c:pt>
                <c:pt idx="2211">
                  <c:v>165</c:v>
                </c:pt>
                <c:pt idx="2212">
                  <c:v>166</c:v>
                </c:pt>
                <c:pt idx="2213">
                  <c:v>166</c:v>
                </c:pt>
                <c:pt idx="2214">
                  <c:v>166</c:v>
                </c:pt>
                <c:pt idx="2215">
                  <c:v>166</c:v>
                </c:pt>
                <c:pt idx="2216">
                  <c:v>166</c:v>
                </c:pt>
                <c:pt idx="2217">
                  <c:v>166</c:v>
                </c:pt>
                <c:pt idx="2218">
                  <c:v>166</c:v>
                </c:pt>
                <c:pt idx="2219">
                  <c:v>166</c:v>
                </c:pt>
                <c:pt idx="2220">
                  <c:v>166</c:v>
                </c:pt>
                <c:pt idx="2221">
                  <c:v>166</c:v>
                </c:pt>
                <c:pt idx="2222">
                  <c:v>167</c:v>
                </c:pt>
                <c:pt idx="2223">
                  <c:v>166</c:v>
                </c:pt>
                <c:pt idx="2224">
                  <c:v>167</c:v>
                </c:pt>
                <c:pt idx="2225">
                  <c:v>167</c:v>
                </c:pt>
                <c:pt idx="2226">
                  <c:v>166</c:v>
                </c:pt>
                <c:pt idx="2227">
                  <c:v>166</c:v>
                </c:pt>
                <c:pt idx="2228">
                  <c:v>167</c:v>
                </c:pt>
                <c:pt idx="2229">
                  <c:v>167</c:v>
                </c:pt>
                <c:pt idx="2230">
                  <c:v>166</c:v>
                </c:pt>
                <c:pt idx="2231">
                  <c:v>167</c:v>
                </c:pt>
                <c:pt idx="2232">
                  <c:v>167</c:v>
                </c:pt>
                <c:pt idx="2233">
                  <c:v>166</c:v>
                </c:pt>
                <c:pt idx="2234">
                  <c:v>166</c:v>
                </c:pt>
                <c:pt idx="2235">
                  <c:v>166</c:v>
                </c:pt>
                <c:pt idx="2236">
                  <c:v>167</c:v>
                </c:pt>
                <c:pt idx="2237">
                  <c:v>166</c:v>
                </c:pt>
                <c:pt idx="2238">
                  <c:v>166</c:v>
                </c:pt>
                <c:pt idx="2239">
                  <c:v>167</c:v>
                </c:pt>
                <c:pt idx="2240">
                  <c:v>167</c:v>
                </c:pt>
                <c:pt idx="2241">
                  <c:v>167</c:v>
                </c:pt>
                <c:pt idx="2242">
                  <c:v>166</c:v>
                </c:pt>
                <c:pt idx="2243">
                  <c:v>167</c:v>
                </c:pt>
                <c:pt idx="2244">
                  <c:v>167</c:v>
                </c:pt>
                <c:pt idx="2245">
                  <c:v>166</c:v>
                </c:pt>
                <c:pt idx="2246">
                  <c:v>167</c:v>
                </c:pt>
                <c:pt idx="2247">
                  <c:v>166</c:v>
                </c:pt>
                <c:pt idx="2248">
                  <c:v>166</c:v>
                </c:pt>
                <c:pt idx="2249">
                  <c:v>167</c:v>
                </c:pt>
                <c:pt idx="2250">
                  <c:v>166</c:v>
                </c:pt>
                <c:pt idx="2251">
                  <c:v>167</c:v>
                </c:pt>
                <c:pt idx="2252">
                  <c:v>167</c:v>
                </c:pt>
                <c:pt idx="2253">
                  <c:v>166</c:v>
                </c:pt>
                <c:pt idx="2254">
                  <c:v>166</c:v>
                </c:pt>
                <c:pt idx="2255">
                  <c:v>167</c:v>
                </c:pt>
                <c:pt idx="2256">
                  <c:v>166</c:v>
                </c:pt>
                <c:pt idx="2257">
                  <c:v>167</c:v>
                </c:pt>
                <c:pt idx="2258">
                  <c:v>166</c:v>
                </c:pt>
                <c:pt idx="2259">
                  <c:v>167</c:v>
                </c:pt>
                <c:pt idx="2260">
                  <c:v>166</c:v>
                </c:pt>
                <c:pt idx="2261">
                  <c:v>167</c:v>
                </c:pt>
                <c:pt idx="2262">
                  <c:v>167</c:v>
                </c:pt>
                <c:pt idx="2263">
                  <c:v>166</c:v>
                </c:pt>
                <c:pt idx="2264">
                  <c:v>166</c:v>
                </c:pt>
                <c:pt idx="2265">
                  <c:v>166</c:v>
                </c:pt>
                <c:pt idx="2266">
                  <c:v>166</c:v>
                </c:pt>
                <c:pt idx="2267">
                  <c:v>166</c:v>
                </c:pt>
                <c:pt idx="2268">
                  <c:v>166</c:v>
                </c:pt>
                <c:pt idx="2269">
                  <c:v>167</c:v>
                </c:pt>
                <c:pt idx="2270">
                  <c:v>166</c:v>
                </c:pt>
                <c:pt idx="2271">
                  <c:v>166</c:v>
                </c:pt>
                <c:pt idx="2272">
                  <c:v>167</c:v>
                </c:pt>
                <c:pt idx="2273">
                  <c:v>166</c:v>
                </c:pt>
                <c:pt idx="2274">
                  <c:v>166</c:v>
                </c:pt>
                <c:pt idx="2275">
                  <c:v>166</c:v>
                </c:pt>
                <c:pt idx="2276">
                  <c:v>167</c:v>
                </c:pt>
                <c:pt idx="2277">
                  <c:v>167</c:v>
                </c:pt>
                <c:pt idx="2278">
                  <c:v>167</c:v>
                </c:pt>
                <c:pt idx="2279">
                  <c:v>167</c:v>
                </c:pt>
                <c:pt idx="2280">
                  <c:v>167</c:v>
                </c:pt>
                <c:pt idx="2281">
                  <c:v>167</c:v>
                </c:pt>
                <c:pt idx="2282">
                  <c:v>166</c:v>
                </c:pt>
                <c:pt idx="2283">
                  <c:v>167</c:v>
                </c:pt>
                <c:pt idx="2284">
                  <c:v>167</c:v>
                </c:pt>
                <c:pt idx="2285">
                  <c:v>167</c:v>
                </c:pt>
                <c:pt idx="2286">
                  <c:v>168</c:v>
                </c:pt>
                <c:pt idx="2287">
                  <c:v>167</c:v>
                </c:pt>
                <c:pt idx="2288">
                  <c:v>168</c:v>
                </c:pt>
                <c:pt idx="2289">
                  <c:v>168</c:v>
                </c:pt>
                <c:pt idx="2290">
                  <c:v>168</c:v>
                </c:pt>
                <c:pt idx="2291">
                  <c:v>168</c:v>
                </c:pt>
                <c:pt idx="2292">
                  <c:v>168</c:v>
                </c:pt>
                <c:pt idx="2293">
                  <c:v>168</c:v>
                </c:pt>
                <c:pt idx="2294">
                  <c:v>168</c:v>
                </c:pt>
                <c:pt idx="2295">
                  <c:v>168</c:v>
                </c:pt>
                <c:pt idx="2296">
                  <c:v>168</c:v>
                </c:pt>
                <c:pt idx="2297">
                  <c:v>168</c:v>
                </c:pt>
                <c:pt idx="2298">
                  <c:v>168</c:v>
                </c:pt>
                <c:pt idx="2299">
                  <c:v>168</c:v>
                </c:pt>
                <c:pt idx="2300">
                  <c:v>168</c:v>
                </c:pt>
                <c:pt idx="2301">
                  <c:v>168</c:v>
                </c:pt>
                <c:pt idx="2302">
                  <c:v>168</c:v>
                </c:pt>
                <c:pt idx="2303">
                  <c:v>168</c:v>
                </c:pt>
                <c:pt idx="2304">
                  <c:v>168</c:v>
                </c:pt>
                <c:pt idx="2305">
                  <c:v>168</c:v>
                </c:pt>
                <c:pt idx="2306">
                  <c:v>168</c:v>
                </c:pt>
                <c:pt idx="2307">
                  <c:v>168</c:v>
                </c:pt>
                <c:pt idx="2308">
                  <c:v>168</c:v>
                </c:pt>
                <c:pt idx="2309">
                  <c:v>168</c:v>
                </c:pt>
                <c:pt idx="2310">
                  <c:v>168</c:v>
                </c:pt>
                <c:pt idx="2311">
                  <c:v>168</c:v>
                </c:pt>
                <c:pt idx="2312">
                  <c:v>168</c:v>
                </c:pt>
                <c:pt idx="2313">
                  <c:v>167</c:v>
                </c:pt>
                <c:pt idx="2314">
                  <c:v>167</c:v>
                </c:pt>
                <c:pt idx="2315">
                  <c:v>167</c:v>
                </c:pt>
                <c:pt idx="2316">
                  <c:v>168</c:v>
                </c:pt>
                <c:pt idx="2317">
                  <c:v>168</c:v>
                </c:pt>
                <c:pt idx="2318">
                  <c:v>168</c:v>
                </c:pt>
                <c:pt idx="2319">
                  <c:v>168</c:v>
                </c:pt>
                <c:pt idx="2320">
                  <c:v>168</c:v>
                </c:pt>
                <c:pt idx="2321">
                  <c:v>168</c:v>
                </c:pt>
                <c:pt idx="2322">
                  <c:v>168</c:v>
                </c:pt>
                <c:pt idx="2323">
                  <c:v>169</c:v>
                </c:pt>
                <c:pt idx="2324">
                  <c:v>168</c:v>
                </c:pt>
                <c:pt idx="2325">
                  <c:v>169</c:v>
                </c:pt>
                <c:pt idx="2326">
                  <c:v>169</c:v>
                </c:pt>
                <c:pt idx="2327">
                  <c:v>169</c:v>
                </c:pt>
                <c:pt idx="2328">
                  <c:v>169</c:v>
                </c:pt>
                <c:pt idx="2329">
                  <c:v>169</c:v>
                </c:pt>
                <c:pt idx="2330">
                  <c:v>168</c:v>
                </c:pt>
                <c:pt idx="2331">
                  <c:v>169</c:v>
                </c:pt>
                <c:pt idx="2332">
                  <c:v>168</c:v>
                </c:pt>
                <c:pt idx="2333">
                  <c:v>168</c:v>
                </c:pt>
                <c:pt idx="2334">
                  <c:v>169</c:v>
                </c:pt>
                <c:pt idx="2335">
                  <c:v>168</c:v>
                </c:pt>
                <c:pt idx="2336">
                  <c:v>169</c:v>
                </c:pt>
                <c:pt idx="2337">
                  <c:v>169</c:v>
                </c:pt>
                <c:pt idx="2338">
                  <c:v>168</c:v>
                </c:pt>
                <c:pt idx="2339">
                  <c:v>168</c:v>
                </c:pt>
                <c:pt idx="2340">
                  <c:v>169</c:v>
                </c:pt>
                <c:pt idx="2341">
                  <c:v>169</c:v>
                </c:pt>
                <c:pt idx="2342">
                  <c:v>168</c:v>
                </c:pt>
                <c:pt idx="2343">
                  <c:v>169</c:v>
                </c:pt>
                <c:pt idx="2344">
                  <c:v>169</c:v>
                </c:pt>
                <c:pt idx="2345">
                  <c:v>168</c:v>
                </c:pt>
                <c:pt idx="2346">
                  <c:v>168</c:v>
                </c:pt>
                <c:pt idx="2347">
                  <c:v>169</c:v>
                </c:pt>
                <c:pt idx="2348">
                  <c:v>169</c:v>
                </c:pt>
                <c:pt idx="2349">
                  <c:v>169</c:v>
                </c:pt>
                <c:pt idx="2350">
                  <c:v>169</c:v>
                </c:pt>
                <c:pt idx="2351">
                  <c:v>168</c:v>
                </c:pt>
                <c:pt idx="2352">
                  <c:v>168</c:v>
                </c:pt>
                <c:pt idx="2353">
                  <c:v>168</c:v>
                </c:pt>
                <c:pt idx="2354">
                  <c:v>168</c:v>
                </c:pt>
                <c:pt idx="2355">
                  <c:v>168</c:v>
                </c:pt>
                <c:pt idx="2356">
                  <c:v>167</c:v>
                </c:pt>
                <c:pt idx="2357">
                  <c:v>167</c:v>
                </c:pt>
                <c:pt idx="2358">
                  <c:v>167</c:v>
                </c:pt>
                <c:pt idx="2359">
                  <c:v>166</c:v>
                </c:pt>
                <c:pt idx="2360">
                  <c:v>166</c:v>
                </c:pt>
                <c:pt idx="2361">
                  <c:v>166</c:v>
                </c:pt>
                <c:pt idx="2362">
                  <c:v>166</c:v>
                </c:pt>
                <c:pt idx="2363">
                  <c:v>166</c:v>
                </c:pt>
                <c:pt idx="2364">
                  <c:v>165</c:v>
                </c:pt>
                <c:pt idx="2365">
                  <c:v>165</c:v>
                </c:pt>
                <c:pt idx="2366">
                  <c:v>165</c:v>
                </c:pt>
                <c:pt idx="2367">
                  <c:v>165</c:v>
                </c:pt>
                <c:pt idx="2368">
                  <c:v>166</c:v>
                </c:pt>
                <c:pt idx="2369">
                  <c:v>165</c:v>
                </c:pt>
                <c:pt idx="2370">
                  <c:v>165</c:v>
                </c:pt>
                <c:pt idx="2371">
                  <c:v>166</c:v>
                </c:pt>
                <c:pt idx="2372">
                  <c:v>166</c:v>
                </c:pt>
                <c:pt idx="2373">
                  <c:v>165</c:v>
                </c:pt>
                <c:pt idx="2374">
                  <c:v>165</c:v>
                </c:pt>
                <c:pt idx="2375">
                  <c:v>166</c:v>
                </c:pt>
                <c:pt idx="2376">
                  <c:v>165</c:v>
                </c:pt>
                <c:pt idx="2377">
                  <c:v>166</c:v>
                </c:pt>
                <c:pt idx="2378">
                  <c:v>165</c:v>
                </c:pt>
                <c:pt idx="2379">
                  <c:v>165</c:v>
                </c:pt>
                <c:pt idx="2380">
                  <c:v>165</c:v>
                </c:pt>
                <c:pt idx="2381">
                  <c:v>165</c:v>
                </c:pt>
                <c:pt idx="2382">
                  <c:v>165</c:v>
                </c:pt>
                <c:pt idx="2383">
                  <c:v>165</c:v>
                </c:pt>
                <c:pt idx="2384">
                  <c:v>164</c:v>
                </c:pt>
                <c:pt idx="2385">
                  <c:v>164</c:v>
                </c:pt>
                <c:pt idx="2386">
                  <c:v>165</c:v>
                </c:pt>
                <c:pt idx="2387">
                  <c:v>164</c:v>
                </c:pt>
                <c:pt idx="2388">
                  <c:v>164</c:v>
                </c:pt>
                <c:pt idx="2389">
                  <c:v>165</c:v>
                </c:pt>
                <c:pt idx="2390">
                  <c:v>165</c:v>
                </c:pt>
                <c:pt idx="2391">
                  <c:v>164</c:v>
                </c:pt>
                <c:pt idx="2392">
                  <c:v>165</c:v>
                </c:pt>
                <c:pt idx="2393">
                  <c:v>164</c:v>
                </c:pt>
                <c:pt idx="2394">
                  <c:v>165</c:v>
                </c:pt>
                <c:pt idx="2395">
                  <c:v>165</c:v>
                </c:pt>
                <c:pt idx="2396">
                  <c:v>165</c:v>
                </c:pt>
                <c:pt idx="2397">
                  <c:v>165</c:v>
                </c:pt>
                <c:pt idx="2398">
                  <c:v>165</c:v>
                </c:pt>
                <c:pt idx="2399">
                  <c:v>165</c:v>
                </c:pt>
                <c:pt idx="2400">
                  <c:v>165</c:v>
                </c:pt>
                <c:pt idx="2401">
                  <c:v>165</c:v>
                </c:pt>
                <c:pt idx="2402">
                  <c:v>165</c:v>
                </c:pt>
                <c:pt idx="2403">
                  <c:v>165</c:v>
                </c:pt>
                <c:pt idx="2404">
                  <c:v>165</c:v>
                </c:pt>
                <c:pt idx="2405">
                  <c:v>165</c:v>
                </c:pt>
                <c:pt idx="2406">
                  <c:v>166</c:v>
                </c:pt>
                <c:pt idx="2407">
                  <c:v>165</c:v>
                </c:pt>
                <c:pt idx="2408">
                  <c:v>165</c:v>
                </c:pt>
                <c:pt idx="2409">
                  <c:v>165</c:v>
                </c:pt>
                <c:pt idx="2410">
                  <c:v>165</c:v>
                </c:pt>
                <c:pt idx="2411">
                  <c:v>165</c:v>
                </c:pt>
                <c:pt idx="2412">
                  <c:v>165</c:v>
                </c:pt>
                <c:pt idx="2413">
                  <c:v>165</c:v>
                </c:pt>
                <c:pt idx="2414">
                  <c:v>165</c:v>
                </c:pt>
                <c:pt idx="2415">
                  <c:v>165</c:v>
                </c:pt>
                <c:pt idx="2416">
                  <c:v>165</c:v>
                </c:pt>
                <c:pt idx="2417">
                  <c:v>166</c:v>
                </c:pt>
                <c:pt idx="2418">
                  <c:v>166</c:v>
                </c:pt>
                <c:pt idx="2419">
                  <c:v>166</c:v>
                </c:pt>
                <c:pt idx="2420">
                  <c:v>166</c:v>
                </c:pt>
                <c:pt idx="2421">
                  <c:v>166</c:v>
                </c:pt>
                <c:pt idx="2422">
                  <c:v>167</c:v>
                </c:pt>
                <c:pt idx="2423">
                  <c:v>167</c:v>
                </c:pt>
                <c:pt idx="2424">
                  <c:v>167</c:v>
                </c:pt>
                <c:pt idx="2425">
                  <c:v>168</c:v>
                </c:pt>
                <c:pt idx="2426">
                  <c:v>168</c:v>
                </c:pt>
                <c:pt idx="2427">
                  <c:v>167</c:v>
                </c:pt>
                <c:pt idx="2428">
                  <c:v>167</c:v>
                </c:pt>
                <c:pt idx="2429">
                  <c:v>167</c:v>
                </c:pt>
                <c:pt idx="2430">
                  <c:v>167</c:v>
                </c:pt>
                <c:pt idx="2431">
                  <c:v>167</c:v>
                </c:pt>
                <c:pt idx="2432">
                  <c:v>167</c:v>
                </c:pt>
                <c:pt idx="2433">
                  <c:v>167</c:v>
                </c:pt>
                <c:pt idx="2434">
                  <c:v>167</c:v>
                </c:pt>
                <c:pt idx="2435">
                  <c:v>166</c:v>
                </c:pt>
                <c:pt idx="2436">
                  <c:v>166</c:v>
                </c:pt>
                <c:pt idx="2437">
                  <c:v>166</c:v>
                </c:pt>
                <c:pt idx="2438">
                  <c:v>166</c:v>
                </c:pt>
                <c:pt idx="2439">
                  <c:v>167</c:v>
                </c:pt>
                <c:pt idx="2440">
                  <c:v>166</c:v>
                </c:pt>
                <c:pt idx="2441">
                  <c:v>166</c:v>
                </c:pt>
                <c:pt idx="2442">
                  <c:v>167</c:v>
                </c:pt>
                <c:pt idx="2443">
                  <c:v>166</c:v>
                </c:pt>
                <c:pt idx="2444">
                  <c:v>166</c:v>
                </c:pt>
                <c:pt idx="2445">
                  <c:v>166</c:v>
                </c:pt>
                <c:pt idx="2446">
                  <c:v>166</c:v>
                </c:pt>
                <c:pt idx="2447">
                  <c:v>166</c:v>
                </c:pt>
                <c:pt idx="2448">
                  <c:v>166</c:v>
                </c:pt>
                <c:pt idx="2449">
                  <c:v>166</c:v>
                </c:pt>
                <c:pt idx="2450">
                  <c:v>165</c:v>
                </c:pt>
                <c:pt idx="2451">
                  <c:v>165</c:v>
                </c:pt>
                <c:pt idx="2452">
                  <c:v>166</c:v>
                </c:pt>
                <c:pt idx="2453">
                  <c:v>165</c:v>
                </c:pt>
                <c:pt idx="2454">
                  <c:v>166</c:v>
                </c:pt>
                <c:pt idx="2455">
                  <c:v>165</c:v>
                </c:pt>
                <c:pt idx="2456">
                  <c:v>166</c:v>
                </c:pt>
                <c:pt idx="2457">
                  <c:v>165</c:v>
                </c:pt>
                <c:pt idx="2458">
                  <c:v>166</c:v>
                </c:pt>
                <c:pt idx="2459">
                  <c:v>165</c:v>
                </c:pt>
                <c:pt idx="2460">
                  <c:v>166</c:v>
                </c:pt>
                <c:pt idx="2461">
                  <c:v>165</c:v>
                </c:pt>
                <c:pt idx="2462">
                  <c:v>166</c:v>
                </c:pt>
                <c:pt idx="2463">
                  <c:v>165</c:v>
                </c:pt>
                <c:pt idx="2464">
                  <c:v>166</c:v>
                </c:pt>
                <c:pt idx="2465">
                  <c:v>166</c:v>
                </c:pt>
                <c:pt idx="2466">
                  <c:v>166</c:v>
                </c:pt>
                <c:pt idx="2467">
                  <c:v>166</c:v>
                </c:pt>
                <c:pt idx="2468">
                  <c:v>166</c:v>
                </c:pt>
                <c:pt idx="2469">
                  <c:v>166</c:v>
                </c:pt>
                <c:pt idx="2470">
                  <c:v>166</c:v>
                </c:pt>
                <c:pt idx="2471">
                  <c:v>167</c:v>
                </c:pt>
                <c:pt idx="2472">
                  <c:v>167</c:v>
                </c:pt>
                <c:pt idx="2473">
                  <c:v>166</c:v>
                </c:pt>
                <c:pt idx="2474">
                  <c:v>167</c:v>
                </c:pt>
                <c:pt idx="2475">
                  <c:v>167</c:v>
                </c:pt>
                <c:pt idx="2476">
                  <c:v>167</c:v>
                </c:pt>
                <c:pt idx="2477">
                  <c:v>167</c:v>
                </c:pt>
                <c:pt idx="2478">
                  <c:v>167</c:v>
                </c:pt>
                <c:pt idx="2479">
                  <c:v>167</c:v>
                </c:pt>
                <c:pt idx="2480">
                  <c:v>167</c:v>
                </c:pt>
                <c:pt idx="2481">
                  <c:v>167</c:v>
                </c:pt>
                <c:pt idx="2482">
                  <c:v>168</c:v>
                </c:pt>
                <c:pt idx="2483">
                  <c:v>167</c:v>
                </c:pt>
                <c:pt idx="2484">
                  <c:v>168</c:v>
                </c:pt>
                <c:pt idx="2485">
                  <c:v>168</c:v>
                </c:pt>
                <c:pt idx="2486">
                  <c:v>168</c:v>
                </c:pt>
                <c:pt idx="2487">
                  <c:v>168</c:v>
                </c:pt>
                <c:pt idx="2488">
                  <c:v>168</c:v>
                </c:pt>
                <c:pt idx="2489">
                  <c:v>168</c:v>
                </c:pt>
                <c:pt idx="2490">
                  <c:v>168</c:v>
                </c:pt>
                <c:pt idx="2491">
                  <c:v>168</c:v>
                </c:pt>
                <c:pt idx="2492">
                  <c:v>169</c:v>
                </c:pt>
                <c:pt idx="2493">
                  <c:v>168</c:v>
                </c:pt>
                <c:pt idx="2494">
                  <c:v>169</c:v>
                </c:pt>
                <c:pt idx="2495">
                  <c:v>169</c:v>
                </c:pt>
                <c:pt idx="2496">
                  <c:v>169</c:v>
                </c:pt>
                <c:pt idx="2497">
                  <c:v>169</c:v>
                </c:pt>
                <c:pt idx="2498">
                  <c:v>169</c:v>
                </c:pt>
                <c:pt idx="2499">
                  <c:v>170</c:v>
                </c:pt>
                <c:pt idx="2500">
                  <c:v>170</c:v>
                </c:pt>
                <c:pt idx="2501">
                  <c:v>170</c:v>
                </c:pt>
                <c:pt idx="2502">
                  <c:v>170</c:v>
                </c:pt>
                <c:pt idx="2503">
                  <c:v>170</c:v>
                </c:pt>
                <c:pt idx="2504">
                  <c:v>171</c:v>
                </c:pt>
                <c:pt idx="2505">
                  <c:v>170</c:v>
                </c:pt>
                <c:pt idx="2506">
                  <c:v>171</c:v>
                </c:pt>
                <c:pt idx="2507">
                  <c:v>170</c:v>
                </c:pt>
                <c:pt idx="2508">
                  <c:v>171</c:v>
                </c:pt>
                <c:pt idx="2509">
                  <c:v>171</c:v>
                </c:pt>
                <c:pt idx="2510">
                  <c:v>171</c:v>
                </c:pt>
                <c:pt idx="2511">
                  <c:v>171</c:v>
                </c:pt>
                <c:pt idx="2512">
                  <c:v>170</c:v>
                </c:pt>
                <c:pt idx="2513">
                  <c:v>171</c:v>
                </c:pt>
                <c:pt idx="2514">
                  <c:v>171</c:v>
                </c:pt>
                <c:pt idx="2515">
                  <c:v>171</c:v>
                </c:pt>
                <c:pt idx="2516">
                  <c:v>171</c:v>
                </c:pt>
                <c:pt idx="2517">
                  <c:v>171</c:v>
                </c:pt>
                <c:pt idx="2518">
                  <c:v>171</c:v>
                </c:pt>
                <c:pt idx="2519">
                  <c:v>171</c:v>
                </c:pt>
                <c:pt idx="2520">
                  <c:v>171</c:v>
                </c:pt>
                <c:pt idx="2521">
                  <c:v>171</c:v>
                </c:pt>
                <c:pt idx="2522">
                  <c:v>171</c:v>
                </c:pt>
                <c:pt idx="2523">
                  <c:v>171</c:v>
                </c:pt>
                <c:pt idx="2524">
                  <c:v>170</c:v>
                </c:pt>
                <c:pt idx="2525">
                  <c:v>170</c:v>
                </c:pt>
                <c:pt idx="2526">
                  <c:v>171</c:v>
                </c:pt>
                <c:pt idx="2527">
                  <c:v>171</c:v>
                </c:pt>
                <c:pt idx="2528">
                  <c:v>171</c:v>
                </c:pt>
                <c:pt idx="2529">
                  <c:v>171</c:v>
                </c:pt>
                <c:pt idx="2530">
                  <c:v>171</c:v>
                </c:pt>
                <c:pt idx="2531">
                  <c:v>170</c:v>
                </c:pt>
                <c:pt idx="2532">
                  <c:v>171</c:v>
                </c:pt>
                <c:pt idx="2533">
                  <c:v>170</c:v>
                </c:pt>
                <c:pt idx="2534">
                  <c:v>170</c:v>
                </c:pt>
                <c:pt idx="2535">
                  <c:v>171</c:v>
                </c:pt>
                <c:pt idx="2536">
                  <c:v>170</c:v>
                </c:pt>
                <c:pt idx="2537">
                  <c:v>171</c:v>
                </c:pt>
                <c:pt idx="2538">
                  <c:v>171</c:v>
                </c:pt>
                <c:pt idx="2539">
                  <c:v>171</c:v>
                </c:pt>
                <c:pt idx="2540">
                  <c:v>171</c:v>
                </c:pt>
                <c:pt idx="2541">
                  <c:v>171</c:v>
                </c:pt>
                <c:pt idx="2542">
                  <c:v>171</c:v>
                </c:pt>
                <c:pt idx="2543">
                  <c:v>171</c:v>
                </c:pt>
                <c:pt idx="2544">
                  <c:v>171</c:v>
                </c:pt>
                <c:pt idx="2545">
                  <c:v>172</c:v>
                </c:pt>
                <c:pt idx="2546">
                  <c:v>171</c:v>
                </c:pt>
                <c:pt idx="2547">
                  <c:v>171</c:v>
                </c:pt>
                <c:pt idx="2548">
                  <c:v>171</c:v>
                </c:pt>
                <c:pt idx="2549">
                  <c:v>171</c:v>
                </c:pt>
                <c:pt idx="2550">
                  <c:v>172</c:v>
                </c:pt>
                <c:pt idx="2551">
                  <c:v>171</c:v>
                </c:pt>
                <c:pt idx="2552">
                  <c:v>171</c:v>
                </c:pt>
                <c:pt idx="2553">
                  <c:v>171</c:v>
                </c:pt>
                <c:pt idx="2554">
                  <c:v>171</c:v>
                </c:pt>
                <c:pt idx="2555">
                  <c:v>171</c:v>
                </c:pt>
                <c:pt idx="2556">
                  <c:v>171</c:v>
                </c:pt>
                <c:pt idx="2557">
                  <c:v>171</c:v>
                </c:pt>
                <c:pt idx="2558">
                  <c:v>171</c:v>
                </c:pt>
                <c:pt idx="2559">
                  <c:v>171</c:v>
                </c:pt>
                <c:pt idx="2560">
                  <c:v>170</c:v>
                </c:pt>
                <c:pt idx="2561">
                  <c:v>170</c:v>
                </c:pt>
                <c:pt idx="2562">
                  <c:v>171</c:v>
                </c:pt>
                <c:pt idx="2563">
                  <c:v>170</c:v>
                </c:pt>
                <c:pt idx="2564">
                  <c:v>171</c:v>
                </c:pt>
                <c:pt idx="2565">
                  <c:v>170</c:v>
                </c:pt>
                <c:pt idx="2566">
                  <c:v>170</c:v>
                </c:pt>
                <c:pt idx="2567">
                  <c:v>170</c:v>
                </c:pt>
                <c:pt idx="2568">
                  <c:v>170</c:v>
                </c:pt>
                <c:pt idx="2569">
                  <c:v>170</c:v>
                </c:pt>
                <c:pt idx="2570">
                  <c:v>171</c:v>
                </c:pt>
                <c:pt idx="2571">
                  <c:v>170</c:v>
                </c:pt>
                <c:pt idx="2572">
                  <c:v>170</c:v>
                </c:pt>
                <c:pt idx="2573">
                  <c:v>170</c:v>
                </c:pt>
                <c:pt idx="2574">
                  <c:v>170</c:v>
                </c:pt>
                <c:pt idx="2575">
                  <c:v>170</c:v>
                </c:pt>
                <c:pt idx="2576">
                  <c:v>169</c:v>
                </c:pt>
                <c:pt idx="2577">
                  <c:v>169</c:v>
                </c:pt>
                <c:pt idx="2578">
                  <c:v>170</c:v>
                </c:pt>
                <c:pt idx="2579">
                  <c:v>170</c:v>
                </c:pt>
                <c:pt idx="2580">
                  <c:v>169</c:v>
                </c:pt>
                <c:pt idx="2581">
                  <c:v>170</c:v>
                </c:pt>
                <c:pt idx="2582">
                  <c:v>169</c:v>
                </c:pt>
                <c:pt idx="2583">
                  <c:v>170</c:v>
                </c:pt>
                <c:pt idx="2584">
                  <c:v>170</c:v>
                </c:pt>
                <c:pt idx="2585">
                  <c:v>170</c:v>
                </c:pt>
                <c:pt idx="2586">
                  <c:v>170</c:v>
                </c:pt>
                <c:pt idx="2587">
                  <c:v>170</c:v>
                </c:pt>
                <c:pt idx="2588">
                  <c:v>170</c:v>
                </c:pt>
                <c:pt idx="2589">
                  <c:v>170</c:v>
                </c:pt>
                <c:pt idx="2590">
                  <c:v>170</c:v>
                </c:pt>
                <c:pt idx="2591">
                  <c:v>168</c:v>
                </c:pt>
                <c:pt idx="2592">
                  <c:v>169</c:v>
                </c:pt>
                <c:pt idx="2593">
                  <c:v>169</c:v>
                </c:pt>
                <c:pt idx="2594">
                  <c:v>170</c:v>
                </c:pt>
                <c:pt idx="2595">
                  <c:v>170</c:v>
                </c:pt>
                <c:pt idx="2596">
                  <c:v>170</c:v>
                </c:pt>
                <c:pt idx="2597">
                  <c:v>169</c:v>
                </c:pt>
                <c:pt idx="2598">
                  <c:v>169</c:v>
                </c:pt>
                <c:pt idx="2599">
                  <c:v>169</c:v>
                </c:pt>
                <c:pt idx="2600">
                  <c:v>169</c:v>
                </c:pt>
                <c:pt idx="2601">
                  <c:v>169</c:v>
                </c:pt>
                <c:pt idx="2602">
                  <c:v>169</c:v>
                </c:pt>
                <c:pt idx="2603">
                  <c:v>169</c:v>
                </c:pt>
                <c:pt idx="2604">
                  <c:v>169</c:v>
                </c:pt>
                <c:pt idx="2605">
                  <c:v>170</c:v>
                </c:pt>
                <c:pt idx="2606">
                  <c:v>169</c:v>
                </c:pt>
                <c:pt idx="2607">
                  <c:v>170</c:v>
                </c:pt>
                <c:pt idx="2608">
                  <c:v>170</c:v>
                </c:pt>
                <c:pt idx="2609">
                  <c:v>169</c:v>
                </c:pt>
                <c:pt idx="2610">
                  <c:v>170</c:v>
                </c:pt>
                <c:pt idx="2611">
                  <c:v>170</c:v>
                </c:pt>
                <c:pt idx="2612">
                  <c:v>170</c:v>
                </c:pt>
                <c:pt idx="2613">
                  <c:v>170</c:v>
                </c:pt>
                <c:pt idx="2614">
                  <c:v>169</c:v>
                </c:pt>
                <c:pt idx="2615">
                  <c:v>170</c:v>
                </c:pt>
                <c:pt idx="2616">
                  <c:v>170</c:v>
                </c:pt>
                <c:pt idx="2617">
                  <c:v>169</c:v>
                </c:pt>
                <c:pt idx="2618">
                  <c:v>169</c:v>
                </c:pt>
                <c:pt idx="2619">
                  <c:v>170</c:v>
                </c:pt>
                <c:pt idx="2620">
                  <c:v>170</c:v>
                </c:pt>
                <c:pt idx="2621">
                  <c:v>170</c:v>
                </c:pt>
                <c:pt idx="2622">
                  <c:v>170</c:v>
                </c:pt>
                <c:pt idx="2623">
                  <c:v>170</c:v>
                </c:pt>
                <c:pt idx="2624">
                  <c:v>170</c:v>
                </c:pt>
                <c:pt idx="2625">
                  <c:v>170</c:v>
                </c:pt>
                <c:pt idx="2626">
                  <c:v>170</c:v>
                </c:pt>
                <c:pt idx="2627">
                  <c:v>170</c:v>
                </c:pt>
                <c:pt idx="2628">
                  <c:v>169</c:v>
                </c:pt>
                <c:pt idx="2629">
                  <c:v>169</c:v>
                </c:pt>
                <c:pt idx="2630">
                  <c:v>170</c:v>
                </c:pt>
                <c:pt idx="2631">
                  <c:v>169</c:v>
                </c:pt>
                <c:pt idx="2632">
                  <c:v>169</c:v>
                </c:pt>
                <c:pt idx="2633">
                  <c:v>169</c:v>
                </c:pt>
                <c:pt idx="2634">
                  <c:v>169</c:v>
                </c:pt>
                <c:pt idx="2635">
                  <c:v>169</c:v>
                </c:pt>
                <c:pt idx="2636">
                  <c:v>169</c:v>
                </c:pt>
                <c:pt idx="2637">
                  <c:v>169</c:v>
                </c:pt>
                <c:pt idx="2638">
                  <c:v>169</c:v>
                </c:pt>
                <c:pt idx="2639">
                  <c:v>169</c:v>
                </c:pt>
                <c:pt idx="2640">
                  <c:v>169</c:v>
                </c:pt>
                <c:pt idx="2641">
                  <c:v>170</c:v>
                </c:pt>
                <c:pt idx="2642">
                  <c:v>169</c:v>
                </c:pt>
                <c:pt idx="2643">
                  <c:v>170</c:v>
                </c:pt>
                <c:pt idx="2644">
                  <c:v>169</c:v>
                </c:pt>
                <c:pt idx="2645">
                  <c:v>169</c:v>
                </c:pt>
                <c:pt idx="2646">
                  <c:v>170</c:v>
                </c:pt>
                <c:pt idx="2647">
                  <c:v>169</c:v>
                </c:pt>
                <c:pt idx="2648">
                  <c:v>170</c:v>
                </c:pt>
                <c:pt idx="2649">
                  <c:v>169</c:v>
                </c:pt>
                <c:pt idx="2650">
                  <c:v>169</c:v>
                </c:pt>
                <c:pt idx="2651">
                  <c:v>169</c:v>
                </c:pt>
                <c:pt idx="2652">
                  <c:v>169</c:v>
                </c:pt>
                <c:pt idx="2653">
                  <c:v>170</c:v>
                </c:pt>
                <c:pt idx="2654">
                  <c:v>169</c:v>
                </c:pt>
                <c:pt idx="2655">
                  <c:v>169</c:v>
                </c:pt>
                <c:pt idx="2656">
                  <c:v>170</c:v>
                </c:pt>
                <c:pt idx="2657">
                  <c:v>169</c:v>
                </c:pt>
                <c:pt idx="2658">
                  <c:v>170</c:v>
                </c:pt>
                <c:pt idx="2659">
                  <c:v>169</c:v>
                </c:pt>
                <c:pt idx="2660">
                  <c:v>169</c:v>
                </c:pt>
                <c:pt idx="2661">
                  <c:v>169</c:v>
                </c:pt>
                <c:pt idx="2662">
                  <c:v>169</c:v>
                </c:pt>
                <c:pt idx="2663">
                  <c:v>169</c:v>
                </c:pt>
                <c:pt idx="2664">
                  <c:v>169</c:v>
                </c:pt>
                <c:pt idx="2665">
                  <c:v>169</c:v>
                </c:pt>
                <c:pt idx="2666">
                  <c:v>169</c:v>
                </c:pt>
                <c:pt idx="2667">
                  <c:v>168</c:v>
                </c:pt>
                <c:pt idx="2668">
                  <c:v>168</c:v>
                </c:pt>
                <c:pt idx="2669">
                  <c:v>168</c:v>
                </c:pt>
                <c:pt idx="2670">
                  <c:v>168</c:v>
                </c:pt>
                <c:pt idx="2671">
                  <c:v>168</c:v>
                </c:pt>
                <c:pt idx="2672">
                  <c:v>168</c:v>
                </c:pt>
                <c:pt idx="2673">
                  <c:v>167</c:v>
                </c:pt>
                <c:pt idx="2674">
                  <c:v>168</c:v>
                </c:pt>
                <c:pt idx="2675">
                  <c:v>168</c:v>
                </c:pt>
                <c:pt idx="2676">
                  <c:v>168</c:v>
                </c:pt>
                <c:pt idx="2677">
                  <c:v>167</c:v>
                </c:pt>
                <c:pt idx="2678">
                  <c:v>168</c:v>
                </c:pt>
                <c:pt idx="2679">
                  <c:v>168</c:v>
                </c:pt>
                <c:pt idx="2680">
                  <c:v>167</c:v>
                </c:pt>
                <c:pt idx="2681">
                  <c:v>168</c:v>
                </c:pt>
                <c:pt idx="2682">
                  <c:v>167</c:v>
                </c:pt>
                <c:pt idx="2683">
                  <c:v>168</c:v>
                </c:pt>
                <c:pt idx="2684">
                  <c:v>168</c:v>
                </c:pt>
                <c:pt idx="2685">
                  <c:v>167</c:v>
                </c:pt>
                <c:pt idx="2686">
                  <c:v>168</c:v>
                </c:pt>
                <c:pt idx="2687">
                  <c:v>167</c:v>
                </c:pt>
                <c:pt idx="2688">
                  <c:v>168</c:v>
                </c:pt>
                <c:pt idx="2689">
                  <c:v>168</c:v>
                </c:pt>
                <c:pt idx="2690">
                  <c:v>168</c:v>
                </c:pt>
                <c:pt idx="2691">
                  <c:v>168</c:v>
                </c:pt>
                <c:pt idx="2692">
                  <c:v>168</c:v>
                </c:pt>
                <c:pt idx="2693">
                  <c:v>168</c:v>
                </c:pt>
                <c:pt idx="2694">
                  <c:v>168</c:v>
                </c:pt>
                <c:pt idx="2695">
                  <c:v>168</c:v>
                </c:pt>
                <c:pt idx="2696">
                  <c:v>168</c:v>
                </c:pt>
                <c:pt idx="2697">
                  <c:v>168</c:v>
                </c:pt>
                <c:pt idx="2698">
                  <c:v>168</c:v>
                </c:pt>
                <c:pt idx="2699">
                  <c:v>168</c:v>
                </c:pt>
                <c:pt idx="2700">
                  <c:v>168</c:v>
                </c:pt>
                <c:pt idx="2701">
                  <c:v>169</c:v>
                </c:pt>
                <c:pt idx="2702">
                  <c:v>168</c:v>
                </c:pt>
                <c:pt idx="2703">
                  <c:v>169</c:v>
                </c:pt>
                <c:pt idx="2704">
                  <c:v>169</c:v>
                </c:pt>
                <c:pt idx="2705">
                  <c:v>168</c:v>
                </c:pt>
                <c:pt idx="2706">
                  <c:v>169</c:v>
                </c:pt>
                <c:pt idx="2707">
                  <c:v>169</c:v>
                </c:pt>
                <c:pt idx="2708">
                  <c:v>169</c:v>
                </c:pt>
                <c:pt idx="2709">
                  <c:v>169</c:v>
                </c:pt>
                <c:pt idx="2710">
                  <c:v>169</c:v>
                </c:pt>
                <c:pt idx="2711">
                  <c:v>169</c:v>
                </c:pt>
                <c:pt idx="2712">
                  <c:v>169</c:v>
                </c:pt>
                <c:pt idx="2713">
                  <c:v>169</c:v>
                </c:pt>
                <c:pt idx="2714">
                  <c:v>169</c:v>
                </c:pt>
                <c:pt idx="2715">
                  <c:v>169</c:v>
                </c:pt>
                <c:pt idx="2716">
                  <c:v>169</c:v>
                </c:pt>
                <c:pt idx="2717">
                  <c:v>169</c:v>
                </c:pt>
                <c:pt idx="2718">
                  <c:v>169</c:v>
                </c:pt>
                <c:pt idx="2719">
                  <c:v>169</c:v>
                </c:pt>
                <c:pt idx="2720">
                  <c:v>169</c:v>
                </c:pt>
                <c:pt idx="2721">
                  <c:v>169</c:v>
                </c:pt>
                <c:pt idx="2722">
                  <c:v>168</c:v>
                </c:pt>
                <c:pt idx="2723">
                  <c:v>168</c:v>
                </c:pt>
                <c:pt idx="2724">
                  <c:v>169</c:v>
                </c:pt>
                <c:pt idx="2725">
                  <c:v>169</c:v>
                </c:pt>
                <c:pt idx="2726">
                  <c:v>169</c:v>
                </c:pt>
                <c:pt idx="2727">
                  <c:v>169</c:v>
                </c:pt>
                <c:pt idx="2728">
                  <c:v>169</c:v>
                </c:pt>
                <c:pt idx="2729">
                  <c:v>169</c:v>
                </c:pt>
                <c:pt idx="2730">
                  <c:v>169</c:v>
                </c:pt>
                <c:pt idx="2731">
                  <c:v>169</c:v>
                </c:pt>
                <c:pt idx="2732">
                  <c:v>169</c:v>
                </c:pt>
                <c:pt idx="2733">
                  <c:v>169</c:v>
                </c:pt>
                <c:pt idx="2734">
                  <c:v>169</c:v>
                </c:pt>
                <c:pt idx="2735">
                  <c:v>169</c:v>
                </c:pt>
                <c:pt idx="2736">
                  <c:v>169</c:v>
                </c:pt>
                <c:pt idx="2737">
                  <c:v>169</c:v>
                </c:pt>
                <c:pt idx="2738">
                  <c:v>169</c:v>
                </c:pt>
                <c:pt idx="2739">
                  <c:v>169</c:v>
                </c:pt>
                <c:pt idx="2740">
                  <c:v>169</c:v>
                </c:pt>
                <c:pt idx="2741">
                  <c:v>169</c:v>
                </c:pt>
                <c:pt idx="2742">
                  <c:v>169</c:v>
                </c:pt>
                <c:pt idx="2743">
                  <c:v>169</c:v>
                </c:pt>
                <c:pt idx="2744">
                  <c:v>169</c:v>
                </c:pt>
                <c:pt idx="2745">
                  <c:v>168</c:v>
                </c:pt>
                <c:pt idx="2746">
                  <c:v>169</c:v>
                </c:pt>
                <c:pt idx="2747">
                  <c:v>169</c:v>
                </c:pt>
                <c:pt idx="2748">
                  <c:v>169</c:v>
                </c:pt>
                <c:pt idx="2749">
                  <c:v>169</c:v>
                </c:pt>
                <c:pt idx="2750">
                  <c:v>169</c:v>
                </c:pt>
                <c:pt idx="2751">
                  <c:v>169</c:v>
                </c:pt>
                <c:pt idx="2752">
                  <c:v>169</c:v>
                </c:pt>
                <c:pt idx="2753">
                  <c:v>169</c:v>
                </c:pt>
                <c:pt idx="2754">
                  <c:v>169</c:v>
                </c:pt>
                <c:pt idx="2755">
                  <c:v>169</c:v>
                </c:pt>
                <c:pt idx="2756">
                  <c:v>169</c:v>
                </c:pt>
                <c:pt idx="2757">
                  <c:v>169</c:v>
                </c:pt>
                <c:pt idx="2758">
                  <c:v>169</c:v>
                </c:pt>
                <c:pt idx="2759">
                  <c:v>169</c:v>
                </c:pt>
                <c:pt idx="2760">
                  <c:v>169</c:v>
                </c:pt>
                <c:pt idx="2761">
                  <c:v>169</c:v>
                </c:pt>
                <c:pt idx="2762">
                  <c:v>169</c:v>
                </c:pt>
                <c:pt idx="2763">
                  <c:v>170</c:v>
                </c:pt>
                <c:pt idx="2764">
                  <c:v>169</c:v>
                </c:pt>
                <c:pt idx="2765">
                  <c:v>169</c:v>
                </c:pt>
                <c:pt idx="2766">
                  <c:v>170</c:v>
                </c:pt>
                <c:pt idx="2767">
                  <c:v>169</c:v>
                </c:pt>
                <c:pt idx="2768">
                  <c:v>170</c:v>
                </c:pt>
                <c:pt idx="2769">
                  <c:v>170</c:v>
                </c:pt>
                <c:pt idx="2770">
                  <c:v>169</c:v>
                </c:pt>
                <c:pt idx="2771">
                  <c:v>170</c:v>
                </c:pt>
                <c:pt idx="2772">
                  <c:v>170</c:v>
                </c:pt>
                <c:pt idx="2773">
                  <c:v>170</c:v>
                </c:pt>
                <c:pt idx="2774">
                  <c:v>170</c:v>
                </c:pt>
                <c:pt idx="2775">
                  <c:v>170</c:v>
                </c:pt>
                <c:pt idx="2776">
                  <c:v>170</c:v>
                </c:pt>
                <c:pt idx="2777">
                  <c:v>170</c:v>
                </c:pt>
                <c:pt idx="2778">
                  <c:v>170</c:v>
                </c:pt>
                <c:pt idx="2779">
                  <c:v>170</c:v>
                </c:pt>
                <c:pt idx="2780">
                  <c:v>170</c:v>
                </c:pt>
                <c:pt idx="2781">
                  <c:v>170</c:v>
                </c:pt>
                <c:pt idx="2782">
                  <c:v>170</c:v>
                </c:pt>
                <c:pt idx="2783">
                  <c:v>170</c:v>
                </c:pt>
                <c:pt idx="2784">
                  <c:v>170</c:v>
                </c:pt>
                <c:pt idx="2785">
                  <c:v>169</c:v>
                </c:pt>
                <c:pt idx="2786">
                  <c:v>169</c:v>
                </c:pt>
                <c:pt idx="2787">
                  <c:v>169</c:v>
                </c:pt>
                <c:pt idx="2788">
                  <c:v>169</c:v>
                </c:pt>
                <c:pt idx="2789">
                  <c:v>169</c:v>
                </c:pt>
                <c:pt idx="2790">
                  <c:v>169</c:v>
                </c:pt>
                <c:pt idx="2791">
                  <c:v>169</c:v>
                </c:pt>
                <c:pt idx="2792">
                  <c:v>168</c:v>
                </c:pt>
                <c:pt idx="2793">
                  <c:v>169</c:v>
                </c:pt>
                <c:pt idx="2794">
                  <c:v>169</c:v>
                </c:pt>
                <c:pt idx="2795">
                  <c:v>169</c:v>
                </c:pt>
                <c:pt idx="2796">
                  <c:v>168</c:v>
                </c:pt>
                <c:pt idx="2797">
                  <c:v>168</c:v>
                </c:pt>
                <c:pt idx="2798">
                  <c:v>168</c:v>
                </c:pt>
                <c:pt idx="2799">
                  <c:v>168</c:v>
                </c:pt>
                <c:pt idx="2800">
                  <c:v>168</c:v>
                </c:pt>
                <c:pt idx="2801">
                  <c:v>168</c:v>
                </c:pt>
                <c:pt idx="2802">
                  <c:v>168</c:v>
                </c:pt>
                <c:pt idx="2803">
                  <c:v>168</c:v>
                </c:pt>
                <c:pt idx="2804">
                  <c:v>168</c:v>
                </c:pt>
                <c:pt idx="2805">
                  <c:v>169</c:v>
                </c:pt>
                <c:pt idx="2806">
                  <c:v>168</c:v>
                </c:pt>
                <c:pt idx="2807">
                  <c:v>169</c:v>
                </c:pt>
                <c:pt idx="2808">
                  <c:v>168</c:v>
                </c:pt>
                <c:pt idx="2809">
                  <c:v>169</c:v>
                </c:pt>
                <c:pt idx="2810">
                  <c:v>169</c:v>
                </c:pt>
                <c:pt idx="2811">
                  <c:v>169</c:v>
                </c:pt>
                <c:pt idx="2812">
                  <c:v>169</c:v>
                </c:pt>
                <c:pt idx="2813">
                  <c:v>169</c:v>
                </c:pt>
                <c:pt idx="2814">
                  <c:v>169</c:v>
                </c:pt>
                <c:pt idx="2815">
                  <c:v>168</c:v>
                </c:pt>
                <c:pt idx="2816">
                  <c:v>169</c:v>
                </c:pt>
                <c:pt idx="2817">
                  <c:v>169</c:v>
                </c:pt>
                <c:pt idx="2818">
                  <c:v>168</c:v>
                </c:pt>
                <c:pt idx="2819">
                  <c:v>168</c:v>
                </c:pt>
                <c:pt idx="2820">
                  <c:v>168</c:v>
                </c:pt>
                <c:pt idx="2821">
                  <c:v>168</c:v>
                </c:pt>
                <c:pt idx="2822">
                  <c:v>168</c:v>
                </c:pt>
                <c:pt idx="2823">
                  <c:v>168</c:v>
                </c:pt>
                <c:pt idx="2824">
                  <c:v>168</c:v>
                </c:pt>
                <c:pt idx="2825">
                  <c:v>168</c:v>
                </c:pt>
                <c:pt idx="2826">
                  <c:v>168</c:v>
                </c:pt>
                <c:pt idx="2827">
                  <c:v>167</c:v>
                </c:pt>
                <c:pt idx="2828">
                  <c:v>168</c:v>
                </c:pt>
                <c:pt idx="2829">
                  <c:v>167</c:v>
                </c:pt>
                <c:pt idx="2830">
                  <c:v>167</c:v>
                </c:pt>
                <c:pt idx="2831">
                  <c:v>168</c:v>
                </c:pt>
                <c:pt idx="2832">
                  <c:v>167</c:v>
                </c:pt>
                <c:pt idx="2833">
                  <c:v>167</c:v>
                </c:pt>
                <c:pt idx="2834">
                  <c:v>167</c:v>
                </c:pt>
                <c:pt idx="2835">
                  <c:v>168</c:v>
                </c:pt>
                <c:pt idx="2836">
                  <c:v>168</c:v>
                </c:pt>
                <c:pt idx="2837">
                  <c:v>167</c:v>
                </c:pt>
                <c:pt idx="2838">
                  <c:v>168</c:v>
                </c:pt>
                <c:pt idx="2839">
                  <c:v>168</c:v>
                </c:pt>
                <c:pt idx="2840">
                  <c:v>167</c:v>
                </c:pt>
                <c:pt idx="2841">
                  <c:v>168</c:v>
                </c:pt>
                <c:pt idx="2842">
                  <c:v>167</c:v>
                </c:pt>
                <c:pt idx="2843">
                  <c:v>168</c:v>
                </c:pt>
                <c:pt idx="2844">
                  <c:v>167</c:v>
                </c:pt>
                <c:pt idx="2845">
                  <c:v>167</c:v>
                </c:pt>
                <c:pt idx="2846">
                  <c:v>168</c:v>
                </c:pt>
                <c:pt idx="2847">
                  <c:v>168</c:v>
                </c:pt>
                <c:pt idx="2848">
                  <c:v>168</c:v>
                </c:pt>
                <c:pt idx="2849">
                  <c:v>168</c:v>
                </c:pt>
                <c:pt idx="2850">
                  <c:v>168</c:v>
                </c:pt>
                <c:pt idx="2851">
                  <c:v>168</c:v>
                </c:pt>
                <c:pt idx="2852">
                  <c:v>168</c:v>
                </c:pt>
                <c:pt idx="2853">
                  <c:v>168</c:v>
                </c:pt>
                <c:pt idx="2854">
                  <c:v>168</c:v>
                </c:pt>
                <c:pt idx="2855">
                  <c:v>168</c:v>
                </c:pt>
                <c:pt idx="2856">
                  <c:v>169</c:v>
                </c:pt>
                <c:pt idx="2857">
                  <c:v>169</c:v>
                </c:pt>
                <c:pt idx="2858">
                  <c:v>169</c:v>
                </c:pt>
                <c:pt idx="2859">
                  <c:v>169</c:v>
                </c:pt>
                <c:pt idx="2860">
                  <c:v>169</c:v>
                </c:pt>
                <c:pt idx="2861">
                  <c:v>169</c:v>
                </c:pt>
                <c:pt idx="2862">
                  <c:v>169</c:v>
                </c:pt>
                <c:pt idx="2863">
                  <c:v>169</c:v>
                </c:pt>
                <c:pt idx="2864">
                  <c:v>170</c:v>
                </c:pt>
                <c:pt idx="2865">
                  <c:v>170</c:v>
                </c:pt>
                <c:pt idx="2866">
                  <c:v>170</c:v>
                </c:pt>
                <c:pt idx="2867">
                  <c:v>170</c:v>
                </c:pt>
                <c:pt idx="2868">
                  <c:v>170</c:v>
                </c:pt>
                <c:pt idx="2869">
                  <c:v>169</c:v>
                </c:pt>
                <c:pt idx="2870">
                  <c:v>170</c:v>
                </c:pt>
                <c:pt idx="2871">
                  <c:v>170</c:v>
                </c:pt>
                <c:pt idx="2872">
                  <c:v>170</c:v>
                </c:pt>
                <c:pt idx="2873">
                  <c:v>170</c:v>
                </c:pt>
                <c:pt idx="2874">
                  <c:v>170</c:v>
                </c:pt>
                <c:pt idx="2875">
                  <c:v>170</c:v>
                </c:pt>
                <c:pt idx="2876">
                  <c:v>170</c:v>
                </c:pt>
                <c:pt idx="2877">
                  <c:v>170</c:v>
                </c:pt>
                <c:pt idx="2878">
                  <c:v>170</c:v>
                </c:pt>
                <c:pt idx="2879">
                  <c:v>170</c:v>
                </c:pt>
                <c:pt idx="2880">
                  <c:v>170</c:v>
                </c:pt>
                <c:pt idx="2881">
                  <c:v>170</c:v>
                </c:pt>
                <c:pt idx="2882">
                  <c:v>170</c:v>
                </c:pt>
                <c:pt idx="2883">
                  <c:v>170</c:v>
                </c:pt>
                <c:pt idx="2884">
                  <c:v>170</c:v>
                </c:pt>
                <c:pt idx="2885">
                  <c:v>170</c:v>
                </c:pt>
                <c:pt idx="2886">
                  <c:v>170</c:v>
                </c:pt>
                <c:pt idx="2887">
                  <c:v>170</c:v>
                </c:pt>
                <c:pt idx="2888">
                  <c:v>171</c:v>
                </c:pt>
                <c:pt idx="2889">
                  <c:v>170</c:v>
                </c:pt>
                <c:pt idx="2890">
                  <c:v>170</c:v>
                </c:pt>
                <c:pt idx="2891">
                  <c:v>170</c:v>
                </c:pt>
                <c:pt idx="2892">
                  <c:v>170</c:v>
                </c:pt>
                <c:pt idx="2893">
                  <c:v>170</c:v>
                </c:pt>
                <c:pt idx="2894">
                  <c:v>170</c:v>
                </c:pt>
                <c:pt idx="2895">
                  <c:v>170</c:v>
                </c:pt>
                <c:pt idx="2896">
                  <c:v>170</c:v>
                </c:pt>
                <c:pt idx="2897">
                  <c:v>170</c:v>
                </c:pt>
                <c:pt idx="2898">
                  <c:v>170</c:v>
                </c:pt>
                <c:pt idx="2899">
                  <c:v>170</c:v>
                </c:pt>
                <c:pt idx="2900">
                  <c:v>170</c:v>
                </c:pt>
                <c:pt idx="2901">
                  <c:v>170</c:v>
                </c:pt>
                <c:pt idx="2902">
                  <c:v>170</c:v>
                </c:pt>
                <c:pt idx="2903">
                  <c:v>169</c:v>
                </c:pt>
                <c:pt idx="2904">
                  <c:v>170</c:v>
                </c:pt>
                <c:pt idx="2905">
                  <c:v>170</c:v>
                </c:pt>
                <c:pt idx="2906">
                  <c:v>169</c:v>
                </c:pt>
                <c:pt idx="2907">
                  <c:v>169</c:v>
                </c:pt>
                <c:pt idx="2908">
                  <c:v>170</c:v>
                </c:pt>
                <c:pt idx="2909">
                  <c:v>170</c:v>
                </c:pt>
                <c:pt idx="2910">
                  <c:v>169</c:v>
                </c:pt>
                <c:pt idx="2911">
                  <c:v>169</c:v>
                </c:pt>
                <c:pt idx="2912">
                  <c:v>169</c:v>
                </c:pt>
                <c:pt idx="2913">
                  <c:v>169</c:v>
                </c:pt>
                <c:pt idx="2914">
                  <c:v>169</c:v>
                </c:pt>
                <c:pt idx="2915">
                  <c:v>168</c:v>
                </c:pt>
                <c:pt idx="2916">
                  <c:v>168</c:v>
                </c:pt>
                <c:pt idx="2917">
                  <c:v>168</c:v>
                </c:pt>
                <c:pt idx="2918">
                  <c:v>168</c:v>
                </c:pt>
                <c:pt idx="2919">
                  <c:v>167</c:v>
                </c:pt>
                <c:pt idx="2920">
                  <c:v>167</c:v>
                </c:pt>
                <c:pt idx="2921">
                  <c:v>167</c:v>
                </c:pt>
                <c:pt idx="2922">
                  <c:v>167</c:v>
                </c:pt>
                <c:pt idx="2923">
                  <c:v>167</c:v>
                </c:pt>
                <c:pt idx="2924">
                  <c:v>167</c:v>
                </c:pt>
                <c:pt idx="2925">
                  <c:v>166</c:v>
                </c:pt>
                <c:pt idx="2926">
                  <c:v>166</c:v>
                </c:pt>
                <c:pt idx="2927">
                  <c:v>166</c:v>
                </c:pt>
                <c:pt idx="2928">
                  <c:v>166</c:v>
                </c:pt>
                <c:pt idx="2929">
                  <c:v>166</c:v>
                </c:pt>
                <c:pt idx="2930">
                  <c:v>166</c:v>
                </c:pt>
                <c:pt idx="2931">
                  <c:v>167</c:v>
                </c:pt>
                <c:pt idx="2932">
                  <c:v>167</c:v>
                </c:pt>
                <c:pt idx="2933">
                  <c:v>167</c:v>
                </c:pt>
                <c:pt idx="2934">
                  <c:v>167</c:v>
                </c:pt>
                <c:pt idx="2935">
                  <c:v>167</c:v>
                </c:pt>
                <c:pt idx="2936">
                  <c:v>167</c:v>
                </c:pt>
                <c:pt idx="2937">
                  <c:v>167</c:v>
                </c:pt>
                <c:pt idx="2938">
                  <c:v>166</c:v>
                </c:pt>
                <c:pt idx="2939">
                  <c:v>167</c:v>
                </c:pt>
                <c:pt idx="2940">
                  <c:v>167</c:v>
                </c:pt>
                <c:pt idx="2941">
                  <c:v>166</c:v>
                </c:pt>
                <c:pt idx="2942">
                  <c:v>167</c:v>
                </c:pt>
                <c:pt idx="2943">
                  <c:v>166</c:v>
                </c:pt>
                <c:pt idx="2944">
                  <c:v>166</c:v>
                </c:pt>
                <c:pt idx="2945">
                  <c:v>166</c:v>
                </c:pt>
                <c:pt idx="2946">
                  <c:v>166</c:v>
                </c:pt>
                <c:pt idx="2947">
                  <c:v>166</c:v>
                </c:pt>
                <c:pt idx="2948">
                  <c:v>166</c:v>
                </c:pt>
                <c:pt idx="2949">
                  <c:v>166</c:v>
                </c:pt>
                <c:pt idx="2950">
                  <c:v>166</c:v>
                </c:pt>
                <c:pt idx="2951">
                  <c:v>166</c:v>
                </c:pt>
                <c:pt idx="2952">
                  <c:v>166</c:v>
                </c:pt>
                <c:pt idx="2953">
                  <c:v>166</c:v>
                </c:pt>
                <c:pt idx="2954">
                  <c:v>166</c:v>
                </c:pt>
                <c:pt idx="2955">
                  <c:v>165</c:v>
                </c:pt>
                <c:pt idx="2956">
                  <c:v>165</c:v>
                </c:pt>
                <c:pt idx="2957">
                  <c:v>166</c:v>
                </c:pt>
                <c:pt idx="2958">
                  <c:v>165</c:v>
                </c:pt>
                <c:pt idx="2959">
                  <c:v>165</c:v>
                </c:pt>
                <c:pt idx="2960">
                  <c:v>166</c:v>
                </c:pt>
                <c:pt idx="2961">
                  <c:v>165</c:v>
                </c:pt>
                <c:pt idx="2962">
                  <c:v>165</c:v>
                </c:pt>
                <c:pt idx="2963">
                  <c:v>166</c:v>
                </c:pt>
                <c:pt idx="2964">
                  <c:v>165</c:v>
                </c:pt>
                <c:pt idx="2965">
                  <c:v>166</c:v>
                </c:pt>
                <c:pt idx="2966">
                  <c:v>166</c:v>
                </c:pt>
                <c:pt idx="2967">
                  <c:v>165</c:v>
                </c:pt>
                <c:pt idx="2968">
                  <c:v>166</c:v>
                </c:pt>
                <c:pt idx="2969">
                  <c:v>165</c:v>
                </c:pt>
                <c:pt idx="2970">
                  <c:v>166</c:v>
                </c:pt>
                <c:pt idx="2971">
                  <c:v>165</c:v>
                </c:pt>
                <c:pt idx="2972">
                  <c:v>165</c:v>
                </c:pt>
                <c:pt idx="2973">
                  <c:v>165</c:v>
                </c:pt>
                <c:pt idx="2974">
                  <c:v>165</c:v>
                </c:pt>
                <c:pt idx="2975">
                  <c:v>165</c:v>
                </c:pt>
                <c:pt idx="2976">
                  <c:v>165</c:v>
                </c:pt>
                <c:pt idx="2977">
                  <c:v>165</c:v>
                </c:pt>
                <c:pt idx="2978">
                  <c:v>165</c:v>
                </c:pt>
                <c:pt idx="2979">
                  <c:v>165</c:v>
                </c:pt>
                <c:pt idx="2980">
                  <c:v>165</c:v>
                </c:pt>
                <c:pt idx="2981">
                  <c:v>165</c:v>
                </c:pt>
                <c:pt idx="2982">
                  <c:v>165</c:v>
                </c:pt>
                <c:pt idx="2983">
                  <c:v>165</c:v>
                </c:pt>
                <c:pt idx="2984">
                  <c:v>165</c:v>
                </c:pt>
                <c:pt idx="2985">
                  <c:v>165</c:v>
                </c:pt>
                <c:pt idx="2986">
                  <c:v>165</c:v>
                </c:pt>
                <c:pt idx="2987">
                  <c:v>165</c:v>
                </c:pt>
                <c:pt idx="2988">
                  <c:v>165</c:v>
                </c:pt>
                <c:pt idx="2989">
                  <c:v>165</c:v>
                </c:pt>
                <c:pt idx="2990">
                  <c:v>165</c:v>
                </c:pt>
                <c:pt idx="2991">
                  <c:v>166</c:v>
                </c:pt>
                <c:pt idx="2992">
                  <c:v>166</c:v>
                </c:pt>
                <c:pt idx="2993">
                  <c:v>165</c:v>
                </c:pt>
                <c:pt idx="2994">
                  <c:v>166</c:v>
                </c:pt>
                <c:pt idx="2995">
                  <c:v>166</c:v>
                </c:pt>
                <c:pt idx="2996">
                  <c:v>166</c:v>
                </c:pt>
                <c:pt idx="2997">
                  <c:v>166</c:v>
                </c:pt>
                <c:pt idx="2998">
                  <c:v>166</c:v>
                </c:pt>
                <c:pt idx="2999">
                  <c:v>166</c:v>
                </c:pt>
                <c:pt idx="3000">
                  <c:v>166</c:v>
                </c:pt>
                <c:pt idx="3001">
                  <c:v>166</c:v>
                </c:pt>
                <c:pt idx="3002">
                  <c:v>166</c:v>
                </c:pt>
                <c:pt idx="3003">
                  <c:v>166</c:v>
                </c:pt>
                <c:pt idx="3004">
                  <c:v>167</c:v>
                </c:pt>
                <c:pt idx="3005">
                  <c:v>166</c:v>
                </c:pt>
                <c:pt idx="3006">
                  <c:v>166</c:v>
                </c:pt>
                <c:pt idx="3007">
                  <c:v>166</c:v>
                </c:pt>
                <c:pt idx="3008">
                  <c:v>167</c:v>
                </c:pt>
                <c:pt idx="3009">
                  <c:v>166</c:v>
                </c:pt>
                <c:pt idx="3010">
                  <c:v>166</c:v>
                </c:pt>
                <c:pt idx="3011">
                  <c:v>167</c:v>
                </c:pt>
                <c:pt idx="3012">
                  <c:v>166</c:v>
                </c:pt>
                <c:pt idx="3013">
                  <c:v>167</c:v>
                </c:pt>
                <c:pt idx="3014">
                  <c:v>167</c:v>
                </c:pt>
                <c:pt idx="3015">
                  <c:v>166</c:v>
                </c:pt>
                <c:pt idx="3016">
                  <c:v>167</c:v>
                </c:pt>
                <c:pt idx="3017">
                  <c:v>166</c:v>
                </c:pt>
                <c:pt idx="3018">
                  <c:v>166</c:v>
                </c:pt>
                <c:pt idx="3019">
                  <c:v>167</c:v>
                </c:pt>
                <c:pt idx="3020">
                  <c:v>166</c:v>
                </c:pt>
                <c:pt idx="3021">
                  <c:v>167</c:v>
                </c:pt>
                <c:pt idx="3022">
                  <c:v>167</c:v>
                </c:pt>
                <c:pt idx="3023">
                  <c:v>167</c:v>
                </c:pt>
                <c:pt idx="3024">
                  <c:v>167</c:v>
                </c:pt>
                <c:pt idx="3025">
                  <c:v>167</c:v>
                </c:pt>
                <c:pt idx="3026">
                  <c:v>167</c:v>
                </c:pt>
                <c:pt idx="3027">
                  <c:v>167</c:v>
                </c:pt>
                <c:pt idx="3028">
                  <c:v>167</c:v>
                </c:pt>
                <c:pt idx="3029">
                  <c:v>167</c:v>
                </c:pt>
                <c:pt idx="3030">
                  <c:v>166</c:v>
                </c:pt>
                <c:pt idx="3031">
                  <c:v>167</c:v>
                </c:pt>
                <c:pt idx="3032">
                  <c:v>166</c:v>
                </c:pt>
                <c:pt idx="3033">
                  <c:v>166</c:v>
                </c:pt>
                <c:pt idx="3034">
                  <c:v>167</c:v>
                </c:pt>
                <c:pt idx="3035">
                  <c:v>166</c:v>
                </c:pt>
                <c:pt idx="3036">
                  <c:v>166</c:v>
                </c:pt>
                <c:pt idx="3037">
                  <c:v>167</c:v>
                </c:pt>
                <c:pt idx="3038">
                  <c:v>166</c:v>
                </c:pt>
                <c:pt idx="3039">
                  <c:v>166</c:v>
                </c:pt>
                <c:pt idx="3040">
                  <c:v>166</c:v>
                </c:pt>
                <c:pt idx="3041">
                  <c:v>166</c:v>
                </c:pt>
                <c:pt idx="3042">
                  <c:v>166</c:v>
                </c:pt>
                <c:pt idx="3043">
                  <c:v>166</c:v>
                </c:pt>
                <c:pt idx="3044">
                  <c:v>166</c:v>
                </c:pt>
                <c:pt idx="3045">
                  <c:v>166</c:v>
                </c:pt>
                <c:pt idx="3046">
                  <c:v>167</c:v>
                </c:pt>
                <c:pt idx="3047">
                  <c:v>166</c:v>
                </c:pt>
                <c:pt idx="3048">
                  <c:v>166</c:v>
                </c:pt>
                <c:pt idx="3049">
                  <c:v>167</c:v>
                </c:pt>
                <c:pt idx="3050">
                  <c:v>167</c:v>
                </c:pt>
                <c:pt idx="3051">
                  <c:v>167</c:v>
                </c:pt>
                <c:pt idx="3052">
                  <c:v>167</c:v>
                </c:pt>
                <c:pt idx="3053">
                  <c:v>167</c:v>
                </c:pt>
                <c:pt idx="3054">
                  <c:v>167</c:v>
                </c:pt>
                <c:pt idx="3055">
                  <c:v>167</c:v>
                </c:pt>
                <c:pt idx="3056">
                  <c:v>167</c:v>
                </c:pt>
                <c:pt idx="3057">
                  <c:v>166</c:v>
                </c:pt>
                <c:pt idx="3058">
                  <c:v>166</c:v>
                </c:pt>
                <c:pt idx="3059">
                  <c:v>167</c:v>
                </c:pt>
                <c:pt idx="3060">
                  <c:v>167</c:v>
                </c:pt>
                <c:pt idx="3061">
                  <c:v>166</c:v>
                </c:pt>
                <c:pt idx="3062">
                  <c:v>166</c:v>
                </c:pt>
                <c:pt idx="3063">
                  <c:v>167</c:v>
                </c:pt>
                <c:pt idx="3064">
                  <c:v>166</c:v>
                </c:pt>
                <c:pt idx="3065">
                  <c:v>166</c:v>
                </c:pt>
                <c:pt idx="3066">
                  <c:v>166</c:v>
                </c:pt>
                <c:pt idx="3067">
                  <c:v>166</c:v>
                </c:pt>
                <c:pt idx="3068">
                  <c:v>166</c:v>
                </c:pt>
                <c:pt idx="3069">
                  <c:v>166</c:v>
                </c:pt>
                <c:pt idx="3070">
                  <c:v>166</c:v>
                </c:pt>
                <c:pt idx="3071">
                  <c:v>166</c:v>
                </c:pt>
                <c:pt idx="3072">
                  <c:v>167</c:v>
                </c:pt>
                <c:pt idx="3073">
                  <c:v>166</c:v>
                </c:pt>
                <c:pt idx="3074">
                  <c:v>167</c:v>
                </c:pt>
                <c:pt idx="3075">
                  <c:v>167</c:v>
                </c:pt>
                <c:pt idx="3076">
                  <c:v>167</c:v>
                </c:pt>
                <c:pt idx="3077">
                  <c:v>167</c:v>
                </c:pt>
                <c:pt idx="3078">
                  <c:v>167</c:v>
                </c:pt>
                <c:pt idx="3079">
                  <c:v>167</c:v>
                </c:pt>
                <c:pt idx="3080">
                  <c:v>167</c:v>
                </c:pt>
                <c:pt idx="3081">
                  <c:v>167</c:v>
                </c:pt>
                <c:pt idx="3082">
                  <c:v>167</c:v>
                </c:pt>
                <c:pt idx="3083">
                  <c:v>167</c:v>
                </c:pt>
                <c:pt idx="3084">
                  <c:v>167</c:v>
                </c:pt>
                <c:pt idx="3085">
                  <c:v>167</c:v>
                </c:pt>
                <c:pt idx="3086">
                  <c:v>166</c:v>
                </c:pt>
                <c:pt idx="3087">
                  <c:v>166</c:v>
                </c:pt>
                <c:pt idx="3088">
                  <c:v>166</c:v>
                </c:pt>
                <c:pt idx="3089">
                  <c:v>166</c:v>
                </c:pt>
                <c:pt idx="3090">
                  <c:v>166</c:v>
                </c:pt>
                <c:pt idx="3091">
                  <c:v>165</c:v>
                </c:pt>
                <c:pt idx="3092">
                  <c:v>166</c:v>
                </c:pt>
                <c:pt idx="3093">
                  <c:v>165</c:v>
                </c:pt>
                <c:pt idx="3094">
                  <c:v>165</c:v>
                </c:pt>
                <c:pt idx="3095">
                  <c:v>165</c:v>
                </c:pt>
                <c:pt idx="3096">
                  <c:v>166</c:v>
                </c:pt>
                <c:pt idx="3097">
                  <c:v>165</c:v>
                </c:pt>
                <c:pt idx="3098">
                  <c:v>166</c:v>
                </c:pt>
                <c:pt idx="3099">
                  <c:v>165</c:v>
                </c:pt>
                <c:pt idx="3100">
                  <c:v>165</c:v>
                </c:pt>
                <c:pt idx="3101">
                  <c:v>165</c:v>
                </c:pt>
                <c:pt idx="3102">
                  <c:v>165</c:v>
                </c:pt>
                <c:pt idx="3103">
                  <c:v>164</c:v>
                </c:pt>
                <c:pt idx="3104">
                  <c:v>164</c:v>
                </c:pt>
                <c:pt idx="3105">
                  <c:v>164</c:v>
                </c:pt>
                <c:pt idx="3106">
                  <c:v>163</c:v>
                </c:pt>
                <c:pt idx="3107">
                  <c:v>163</c:v>
                </c:pt>
                <c:pt idx="3108">
                  <c:v>163</c:v>
                </c:pt>
                <c:pt idx="3109">
                  <c:v>162</c:v>
                </c:pt>
                <c:pt idx="3110">
                  <c:v>162</c:v>
                </c:pt>
                <c:pt idx="3111">
                  <c:v>162</c:v>
                </c:pt>
                <c:pt idx="3112">
                  <c:v>162</c:v>
                </c:pt>
                <c:pt idx="3113">
                  <c:v>162</c:v>
                </c:pt>
                <c:pt idx="3114">
                  <c:v>161</c:v>
                </c:pt>
                <c:pt idx="3115">
                  <c:v>162</c:v>
                </c:pt>
                <c:pt idx="3116">
                  <c:v>161</c:v>
                </c:pt>
                <c:pt idx="3117">
                  <c:v>161</c:v>
                </c:pt>
                <c:pt idx="3118">
                  <c:v>161</c:v>
                </c:pt>
                <c:pt idx="3119">
                  <c:v>161</c:v>
                </c:pt>
                <c:pt idx="3120">
                  <c:v>160</c:v>
                </c:pt>
                <c:pt idx="3121">
                  <c:v>160</c:v>
                </c:pt>
                <c:pt idx="3122">
                  <c:v>161</c:v>
                </c:pt>
                <c:pt idx="3123">
                  <c:v>160</c:v>
                </c:pt>
                <c:pt idx="3124">
                  <c:v>160</c:v>
                </c:pt>
                <c:pt idx="3125">
                  <c:v>160</c:v>
                </c:pt>
                <c:pt idx="3126">
                  <c:v>160</c:v>
                </c:pt>
                <c:pt idx="3127">
                  <c:v>160</c:v>
                </c:pt>
                <c:pt idx="3128">
                  <c:v>160</c:v>
                </c:pt>
                <c:pt idx="3129">
                  <c:v>160</c:v>
                </c:pt>
                <c:pt idx="3130">
                  <c:v>159</c:v>
                </c:pt>
                <c:pt idx="3131">
                  <c:v>159</c:v>
                </c:pt>
                <c:pt idx="3132">
                  <c:v>159</c:v>
                </c:pt>
                <c:pt idx="3133">
                  <c:v>159</c:v>
                </c:pt>
                <c:pt idx="3134">
                  <c:v>159</c:v>
                </c:pt>
                <c:pt idx="3135">
                  <c:v>159</c:v>
                </c:pt>
                <c:pt idx="3136">
                  <c:v>158</c:v>
                </c:pt>
                <c:pt idx="3137">
                  <c:v>159</c:v>
                </c:pt>
                <c:pt idx="3138">
                  <c:v>159</c:v>
                </c:pt>
                <c:pt idx="3139">
                  <c:v>158</c:v>
                </c:pt>
                <c:pt idx="3140">
                  <c:v>158</c:v>
                </c:pt>
                <c:pt idx="3141">
                  <c:v>159</c:v>
                </c:pt>
                <c:pt idx="3142">
                  <c:v>159</c:v>
                </c:pt>
                <c:pt idx="3143">
                  <c:v>159</c:v>
                </c:pt>
                <c:pt idx="3144">
                  <c:v>159</c:v>
                </c:pt>
                <c:pt idx="3145">
                  <c:v>160</c:v>
                </c:pt>
                <c:pt idx="3146">
                  <c:v>160</c:v>
                </c:pt>
                <c:pt idx="3147">
                  <c:v>160</c:v>
                </c:pt>
                <c:pt idx="3148">
                  <c:v>160</c:v>
                </c:pt>
                <c:pt idx="3149">
                  <c:v>160</c:v>
                </c:pt>
                <c:pt idx="3150">
                  <c:v>161</c:v>
                </c:pt>
                <c:pt idx="3151">
                  <c:v>161</c:v>
                </c:pt>
                <c:pt idx="3152">
                  <c:v>161</c:v>
                </c:pt>
                <c:pt idx="3153">
                  <c:v>162</c:v>
                </c:pt>
                <c:pt idx="3154">
                  <c:v>162</c:v>
                </c:pt>
                <c:pt idx="3155">
                  <c:v>163</c:v>
                </c:pt>
                <c:pt idx="3156">
                  <c:v>163</c:v>
                </c:pt>
                <c:pt idx="3157">
                  <c:v>163</c:v>
                </c:pt>
                <c:pt idx="3158">
                  <c:v>163</c:v>
                </c:pt>
                <c:pt idx="3159">
                  <c:v>164</c:v>
                </c:pt>
                <c:pt idx="3160">
                  <c:v>165</c:v>
                </c:pt>
                <c:pt idx="3161">
                  <c:v>165</c:v>
                </c:pt>
                <c:pt idx="3162">
                  <c:v>165</c:v>
                </c:pt>
                <c:pt idx="3163">
                  <c:v>166</c:v>
                </c:pt>
                <c:pt idx="3164">
                  <c:v>165</c:v>
                </c:pt>
                <c:pt idx="3165">
                  <c:v>166</c:v>
                </c:pt>
                <c:pt idx="3166">
                  <c:v>166</c:v>
                </c:pt>
                <c:pt idx="3167">
                  <c:v>166</c:v>
                </c:pt>
                <c:pt idx="3168">
                  <c:v>166</c:v>
                </c:pt>
                <c:pt idx="3169">
                  <c:v>167</c:v>
                </c:pt>
                <c:pt idx="3170">
                  <c:v>166</c:v>
                </c:pt>
                <c:pt idx="3171">
                  <c:v>167</c:v>
                </c:pt>
                <c:pt idx="3172">
                  <c:v>167</c:v>
                </c:pt>
                <c:pt idx="3173">
                  <c:v>167</c:v>
                </c:pt>
                <c:pt idx="3174">
                  <c:v>167</c:v>
                </c:pt>
                <c:pt idx="3175">
                  <c:v>167</c:v>
                </c:pt>
                <c:pt idx="3176">
                  <c:v>167</c:v>
                </c:pt>
                <c:pt idx="3177">
                  <c:v>168</c:v>
                </c:pt>
                <c:pt idx="3178">
                  <c:v>168</c:v>
                </c:pt>
                <c:pt idx="3179">
                  <c:v>168</c:v>
                </c:pt>
                <c:pt idx="3180">
                  <c:v>169</c:v>
                </c:pt>
                <c:pt idx="3181">
                  <c:v>169</c:v>
                </c:pt>
                <c:pt idx="3182">
                  <c:v>169</c:v>
                </c:pt>
                <c:pt idx="3183">
                  <c:v>169</c:v>
                </c:pt>
                <c:pt idx="3184">
                  <c:v>169</c:v>
                </c:pt>
                <c:pt idx="3185">
                  <c:v>170</c:v>
                </c:pt>
                <c:pt idx="3186">
                  <c:v>170</c:v>
                </c:pt>
                <c:pt idx="3187">
                  <c:v>170</c:v>
                </c:pt>
                <c:pt idx="3188">
                  <c:v>170</c:v>
                </c:pt>
                <c:pt idx="3189">
                  <c:v>170</c:v>
                </c:pt>
                <c:pt idx="3190">
                  <c:v>170</c:v>
                </c:pt>
                <c:pt idx="3191">
                  <c:v>170</c:v>
                </c:pt>
                <c:pt idx="3192">
                  <c:v>170</c:v>
                </c:pt>
                <c:pt idx="3193">
                  <c:v>170</c:v>
                </c:pt>
                <c:pt idx="3194">
                  <c:v>170</c:v>
                </c:pt>
                <c:pt idx="3195">
                  <c:v>170</c:v>
                </c:pt>
                <c:pt idx="3196">
                  <c:v>170</c:v>
                </c:pt>
                <c:pt idx="3197">
                  <c:v>170</c:v>
                </c:pt>
                <c:pt idx="3198">
                  <c:v>170</c:v>
                </c:pt>
                <c:pt idx="3199">
                  <c:v>171</c:v>
                </c:pt>
                <c:pt idx="3200">
                  <c:v>171</c:v>
                </c:pt>
                <c:pt idx="3201">
                  <c:v>170</c:v>
                </c:pt>
                <c:pt idx="3202">
                  <c:v>170</c:v>
                </c:pt>
                <c:pt idx="3203">
                  <c:v>171</c:v>
                </c:pt>
                <c:pt idx="3204">
                  <c:v>171</c:v>
                </c:pt>
                <c:pt idx="3205">
                  <c:v>171</c:v>
                </c:pt>
                <c:pt idx="3206">
                  <c:v>171</c:v>
                </c:pt>
                <c:pt idx="3207">
                  <c:v>171</c:v>
                </c:pt>
                <c:pt idx="3208">
                  <c:v>171</c:v>
                </c:pt>
                <c:pt idx="3209">
                  <c:v>171</c:v>
                </c:pt>
                <c:pt idx="3210">
                  <c:v>171</c:v>
                </c:pt>
                <c:pt idx="3211">
                  <c:v>171</c:v>
                </c:pt>
                <c:pt idx="3212">
                  <c:v>171</c:v>
                </c:pt>
                <c:pt idx="3213">
                  <c:v>171</c:v>
                </c:pt>
                <c:pt idx="3214">
                  <c:v>171</c:v>
                </c:pt>
                <c:pt idx="3215">
                  <c:v>171</c:v>
                </c:pt>
                <c:pt idx="3216">
                  <c:v>171</c:v>
                </c:pt>
                <c:pt idx="3217">
                  <c:v>171</c:v>
                </c:pt>
                <c:pt idx="3218">
                  <c:v>171</c:v>
                </c:pt>
                <c:pt idx="3219">
                  <c:v>172</c:v>
                </c:pt>
                <c:pt idx="3220">
                  <c:v>171</c:v>
                </c:pt>
                <c:pt idx="3221">
                  <c:v>172</c:v>
                </c:pt>
                <c:pt idx="3222">
                  <c:v>172</c:v>
                </c:pt>
                <c:pt idx="3223">
                  <c:v>171</c:v>
                </c:pt>
                <c:pt idx="3224">
                  <c:v>172</c:v>
                </c:pt>
                <c:pt idx="3225">
                  <c:v>172</c:v>
                </c:pt>
                <c:pt idx="3226">
                  <c:v>172</c:v>
                </c:pt>
                <c:pt idx="3227">
                  <c:v>171</c:v>
                </c:pt>
                <c:pt idx="3228">
                  <c:v>172</c:v>
                </c:pt>
                <c:pt idx="3229">
                  <c:v>172</c:v>
                </c:pt>
                <c:pt idx="3230">
                  <c:v>172</c:v>
                </c:pt>
                <c:pt idx="3231">
                  <c:v>172</c:v>
                </c:pt>
                <c:pt idx="3232">
                  <c:v>172</c:v>
                </c:pt>
                <c:pt idx="3233">
                  <c:v>172</c:v>
                </c:pt>
                <c:pt idx="3234">
                  <c:v>171</c:v>
                </c:pt>
                <c:pt idx="3235">
                  <c:v>171</c:v>
                </c:pt>
                <c:pt idx="3236">
                  <c:v>171</c:v>
                </c:pt>
                <c:pt idx="3237">
                  <c:v>171</c:v>
                </c:pt>
                <c:pt idx="3238">
                  <c:v>171</c:v>
                </c:pt>
                <c:pt idx="3239">
                  <c:v>171</c:v>
                </c:pt>
                <c:pt idx="3240">
                  <c:v>171</c:v>
                </c:pt>
                <c:pt idx="3241">
                  <c:v>171</c:v>
                </c:pt>
                <c:pt idx="3242">
                  <c:v>170</c:v>
                </c:pt>
                <c:pt idx="3243">
                  <c:v>170</c:v>
                </c:pt>
                <c:pt idx="3244">
                  <c:v>170</c:v>
                </c:pt>
                <c:pt idx="3245">
                  <c:v>170</c:v>
                </c:pt>
                <c:pt idx="3246">
                  <c:v>170</c:v>
                </c:pt>
                <c:pt idx="3247">
                  <c:v>170</c:v>
                </c:pt>
                <c:pt idx="3248">
                  <c:v>170</c:v>
                </c:pt>
                <c:pt idx="3249">
                  <c:v>170</c:v>
                </c:pt>
                <c:pt idx="3250">
                  <c:v>169</c:v>
                </c:pt>
                <c:pt idx="3251">
                  <c:v>169</c:v>
                </c:pt>
                <c:pt idx="3252">
                  <c:v>169</c:v>
                </c:pt>
                <c:pt idx="3253">
                  <c:v>169</c:v>
                </c:pt>
                <c:pt idx="3254">
                  <c:v>168</c:v>
                </c:pt>
                <c:pt idx="3255">
                  <c:v>169</c:v>
                </c:pt>
                <c:pt idx="3256">
                  <c:v>168</c:v>
                </c:pt>
                <c:pt idx="3257">
                  <c:v>168</c:v>
                </c:pt>
                <c:pt idx="3258">
                  <c:v>168</c:v>
                </c:pt>
                <c:pt idx="3259">
                  <c:v>168</c:v>
                </c:pt>
                <c:pt idx="3260">
                  <c:v>168</c:v>
                </c:pt>
                <c:pt idx="3261">
                  <c:v>167</c:v>
                </c:pt>
                <c:pt idx="3262">
                  <c:v>167</c:v>
                </c:pt>
                <c:pt idx="3263">
                  <c:v>167</c:v>
                </c:pt>
                <c:pt idx="3264">
                  <c:v>167</c:v>
                </c:pt>
                <c:pt idx="3265">
                  <c:v>167</c:v>
                </c:pt>
                <c:pt idx="3266">
                  <c:v>167</c:v>
                </c:pt>
                <c:pt idx="3267">
                  <c:v>167</c:v>
                </c:pt>
                <c:pt idx="3268">
                  <c:v>167</c:v>
                </c:pt>
                <c:pt idx="3269">
                  <c:v>167</c:v>
                </c:pt>
                <c:pt idx="3270">
                  <c:v>167</c:v>
                </c:pt>
                <c:pt idx="3271">
                  <c:v>167</c:v>
                </c:pt>
                <c:pt idx="3272">
                  <c:v>167</c:v>
                </c:pt>
                <c:pt idx="3273">
                  <c:v>167</c:v>
                </c:pt>
                <c:pt idx="3274">
                  <c:v>167</c:v>
                </c:pt>
                <c:pt idx="3275">
                  <c:v>167</c:v>
                </c:pt>
                <c:pt idx="3276">
                  <c:v>167</c:v>
                </c:pt>
                <c:pt idx="3277">
                  <c:v>166</c:v>
                </c:pt>
                <c:pt idx="3278">
                  <c:v>167</c:v>
                </c:pt>
                <c:pt idx="3279">
                  <c:v>167</c:v>
                </c:pt>
                <c:pt idx="3280">
                  <c:v>167</c:v>
                </c:pt>
                <c:pt idx="3281">
                  <c:v>167</c:v>
                </c:pt>
                <c:pt idx="3282">
                  <c:v>167</c:v>
                </c:pt>
                <c:pt idx="3283">
                  <c:v>167</c:v>
                </c:pt>
                <c:pt idx="3284">
                  <c:v>167</c:v>
                </c:pt>
                <c:pt idx="3285">
                  <c:v>167</c:v>
                </c:pt>
                <c:pt idx="3286">
                  <c:v>167</c:v>
                </c:pt>
                <c:pt idx="3287">
                  <c:v>166</c:v>
                </c:pt>
                <c:pt idx="3288">
                  <c:v>166</c:v>
                </c:pt>
                <c:pt idx="3289">
                  <c:v>166</c:v>
                </c:pt>
                <c:pt idx="3290">
                  <c:v>167</c:v>
                </c:pt>
                <c:pt idx="3291">
                  <c:v>167</c:v>
                </c:pt>
                <c:pt idx="3292">
                  <c:v>166</c:v>
                </c:pt>
                <c:pt idx="3293">
                  <c:v>167</c:v>
                </c:pt>
                <c:pt idx="3294">
                  <c:v>167</c:v>
                </c:pt>
                <c:pt idx="3295">
                  <c:v>167</c:v>
                </c:pt>
                <c:pt idx="3296">
                  <c:v>167</c:v>
                </c:pt>
                <c:pt idx="3297">
                  <c:v>167</c:v>
                </c:pt>
                <c:pt idx="3298">
                  <c:v>166</c:v>
                </c:pt>
                <c:pt idx="3299">
                  <c:v>166</c:v>
                </c:pt>
                <c:pt idx="3300">
                  <c:v>167</c:v>
                </c:pt>
                <c:pt idx="3301">
                  <c:v>166</c:v>
                </c:pt>
                <c:pt idx="3302">
                  <c:v>166</c:v>
                </c:pt>
                <c:pt idx="3303">
                  <c:v>166</c:v>
                </c:pt>
                <c:pt idx="3304">
                  <c:v>166</c:v>
                </c:pt>
                <c:pt idx="3305">
                  <c:v>165</c:v>
                </c:pt>
                <c:pt idx="3306">
                  <c:v>165</c:v>
                </c:pt>
                <c:pt idx="3307">
                  <c:v>166</c:v>
                </c:pt>
                <c:pt idx="3308">
                  <c:v>166</c:v>
                </c:pt>
                <c:pt idx="3309">
                  <c:v>166</c:v>
                </c:pt>
                <c:pt idx="3310">
                  <c:v>166</c:v>
                </c:pt>
                <c:pt idx="3311">
                  <c:v>166</c:v>
                </c:pt>
                <c:pt idx="3312">
                  <c:v>166</c:v>
                </c:pt>
                <c:pt idx="3313">
                  <c:v>166</c:v>
                </c:pt>
                <c:pt idx="3314">
                  <c:v>166</c:v>
                </c:pt>
                <c:pt idx="3315">
                  <c:v>166</c:v>
                </c:pt>
                <c:pt idx="3316">
                  <c:v>167</c:v>
                </c:pt>
                <c:pt idx="3317">
                  <c:v>166</c:v>
                </c:pt>
                <c:pt idx="3318">
                  <c:v>166</c:v>
                </c:pt>
                <c:pt idx="3319">
                  <c:v>167</c:v>
                </c:pt>
                <c:pt idx="3320">
                  <c:v>166</c:v>
                </c:pt>
                <c:pt idx="3321">
                  <c:v>166</c:v>
                </c:pt>
                <c:pt idx="3322">
                  <c:v>166</c:v>
                </c:pt>
                <c:pt idx="3323">
                  <c:v>167</c:v>
                </c:pt>
                <c:pt idx="3324">
                  <c:v>167</c:v>
                </c:pt>
                <c:pt idx="3325">
                  <c:v>167</c:v>
                </c:pt>
                <c:pt idx="3326">
                  <c:v>166</c:v>
                </c:pt>
                <c:pt idx="3327">
                  <c:v>167</c:v>
                </c:pt>
                <c:pt idx="3328">
                  <c:v>166</c:v>
                </c:pt>
                <c:pt idx="3329">
                  <c:v>166</c:v>
                </c:pt>
                <c:pt idx="3330">
                  <c:v>167</c:v>
                </c:pt>
                <c:pt idx="3331">
                  <c:v>167</c:v>
                </c:pt>
                <c:pt idx="3332">
                  <c:v>167</c:v>
                </c:pt>
                <c:pt idx="3333">
                  <c:v>167</c:v>
                </c:pt>
                <c:pt idx="3334">
                  <c:v>167</c:v>
                </c:pt>
                <c:pt idx="3335">
                  <c:v>167</c:v>
                </c:pt>
                <c:pt idx="3336">
                  <c:v>167</c:v>
                </c:pt>
                <c:pt idx="3337">
                  <c:v>167</c:v>
                </c:pt>
                <c:pt idx="3338">
                  <c:v>167</c:v>
                </c:pt>
                <c:pt idx="3339">
                  <c:v>167</c:v>
                </c:pt>
                <c:pt idx="3340">
                  <c:v>167</c:v>
                </c:pt>
                <c:pt idx="3341">
                  <c:v>167</c:v>
                </c:pt>
                <c:pt idx="3342">
                  <c:v>167</c:v>
                </c:pt>
                <c:pt idx="3343">
                  <c:v>167</c:v>
                </c:pt>
                <c:pt idx="3344">
                  <c:v>166</c:v>
                </c:pt>
                <c:pt idx="3345">
                  <c:v>167</c:v>
                </c:pt>
                <c:pt idx="3346">
                  <c:v>167</c:v>
                </c:pt>
                <c:pt idx="3347">
                  <c:v>167</c:v>
                </c:pt>
                <c:pt idx="3348">
                  <c:v>166</c:v>
                </c:pt>
                <c:pt idx="3349">
                  <c:v>166</c:v>
                </c:pt>
                <c:pt idx="3350">
                  <c:v>167</c:v>
                </c:pt>
                <c:pt idx="3351">
                  <c:v>166</c:v>
                </c:pt>
                <c:pt idx="3352">
                  <c:v>166</c:v>
                </c:pt>
                <c:pt idx="3353">
                  <c:v>166</c:v>
                </c:pt>
                <c:pt idx="3354">
                  <c:v>167</c:v>
                </c:pt>
                <c:pt idx="3355">
                  <c:v>166</c:v>
                </c:pt>
                <c:pt idx="3356">
                  <c:v>167</c:v>
                </c:pt>
                <c:pt idx="3357">
                  <c:v>167</c:v>
                </c:pt>
                <c:pt idx="3358">
                  <c:v>167</c:v>
                </c:pt>
                <c:pt idx="3359">
                  <c:v>167</c:v>
                </c:pt>
                <c:pt idx="3360">
                  <c:v>167</c:v>
                </c:pt>
                <c:pt idx="3361">
                  <c:v>167</c:v>
                </c:pt>
                <c:pt idx="3362">
                  <c:v>167</c:v>
                </c:pt>
                <c:pt idx="3363">
                  <c:v>167</c:v>
                </c:pt>
                <c:pt idx="3364">
                  <c:v>167</c:v>
                </c:pt>
                <c:pt idx="3365">
                  <c:v>167</c:v>
                </c:pt>
                <c:pt idx="3366">
                  <c:v>167</c:v>
                </c:pt>
                <c:pt idx="3367">
                  <c:v>167</c:v>
                </c:pt>
                <c:pt idx="3368">
                  <c:v>167</c:v>
                </c:pt>
                <c:pt idx="3369">
                  <c:v>167</c:v>
                </c:pt>
                <c:pt idx="3370">
                  <c:v>167</c:v>
                </c:pt>
                <c:pt idx="3371">
                  <c:v>167</c:v>
                </c:pt>
                <c:pt idx="3372">
                  <c:v>168</c:v>
                </c:pt>
                <c:pt idx="3373">
                  <c:v>168</c:v>
                </c:pt>
                <c:pt idx="3374">
                  <c:v>168</c:v>
                </c:pt>
                <c:pt idx="3375">
                  <c:v>168</c:v>
                </c:pt>
                <c:pt idx="3376">
                  <c:v>168</c:v>
                </c:pt>
                <c:pt idx="3377">
                  <c:v>168</c:v>
                </c:pt>
                <c:pt idx="3378">
                  <c:v>168</c:v>
                </c:pt>
                <c:pt idx="3379">
                  <c:v>168</c:v>
                </c:pt>
                <c:pt idx="3380">
                  <c:v>169</c:v>
                </c:pt>
                <c:pt idx="3381">
                  <c:v>168</c:v>
                </c:pt>
                <c:pt idx="3382">
                  <c:v>168</c:v>
                </c:pt>
                <c:pt idx="3383">
                  <c:v>168</c:v>
                </c:pt>
                <c:pt idx="3384">
                  <c:v>168</c:v>
                </c:pt>
                <c:pt idx="3385">
                  <c:v>168</c:v>
                </c:pt>
                <c:pt idx="3386">
                  <c:v>168</c:v>
                </c:pt>
                <c:pt idx="3387">
                  <c:v>168</c:v>
                </c:pt>
                <c:pt idx="3388">
                  <c:v>169</c:v>
                </c:pt>
                <c:pt idx="3389">
                  <c:v>169</c:v>
                </c:pt>
                <c:pt idx="3390">
                  <c:v>168</c:v>
                </c:pt>
                <c:pt idx="3391">
                  <c:v>169</c:v>
                </c:pt>
                <c:pt idx="3392">
                  <c:v>169</c:v>
                </c:pt>
                <c:pt idx="3393">
                  <c:v>169</c:v>
                </c:pt>
                <c:pt idx="3394">
                  <c:v>168</c:v>
                </c:pt>
                <c:pt idx="3395">
                  <c:v>168</c:v>
                </c:pt>
                <c:pt idx="3396">
                  <c:v>168</c:v>
                </c:pt>
                <c:pt idx="3397">
                  <c:v>169</c:v>
                </c:pt>
                <c:pt idx="3398">
                  <c:v>169</c:v>
                </c:pt>
                <c:pt idx="3399">
                  <c:v>169</c:v>
                </c:pt>
                <c:pt idx="3400">
                  <c:v>168</c:v>
                </c:pt>
                <c:pt idx="3401">
                  <c:v>169</c:v>
                </c:pt>
                <c:pt idx="3402">
                  <c:v>169</c:v>
                </c:pt>
                <c:pt idx="3403">
                  <c:v>169</c:v>
                </c:pt>
                <c:pt idx="3404">
                  <c:v>169</c:v>
                </c:pt>
                <c:pt idx="3405">
                  <c:v>169</c:v>
                </c:pt>
                <c:pt idx="3406">
                  <c:v>169</c:v>
                </c:pt>
                <c:pt idx="3407">
                  <c:v>169</c:v>
                </c:pt>
                <c:pt idx="3408">
                  <c:v>169</c:v>
                </c:pt>
                <c:pt idx="3409">
                  <c:v>169</c:v>
                </c:pt>
                <c:pt idx="3410">
                  <c:v>169</c:v>
                </c:pt>
                <c:pt idx="3411">
                  <c:v>169</c:v>
                </c:pt>
                <c:pt idx="3412">
                  <c:v>169</c:v>
                </c:pt>
                <c:pt idx="3413">
                  <c:v>169</c:v>
                </c:pt>
                <c:pt idx="3414">
                  <c:v>169</c:v>
                </c:pt>
                <c:pt idx="3415">
                  <c:v>169</c:v>
                </c:pt>
                <c:pt idx="3416">
                  <c:v>169</c:v>
                </c:pt>
                <c:pt idx="3417">
                  <c:v>169</c:v>
                </c:pt>
                <c:pt idx="3418">
                  <c:v>169</c:v>
                </c:pt>
                <c:pt idx="3419">
                  <c:v>169</c:v>
                </c:pt>
                <c:pt idx="3420">
                  <c:v>169</c:v>
                </c:pt>
                <c:pt idx="3421">
                  <c:v>169</c:v>
                </c:pt>
                <c:pt idx="3422">
                  <c:v>169</c:v>
                </c:pt>
                <c:pt idx="3423">
                  <c:v>168</c:v>
                </c:pt>
                <c:pt idx="3424">
                  <c:v>168</c:v>
                </c:pt>
                <c:pt idx="3425">
                  <c:v>168</c:v>
                </c:pt>
                <c:pt idx="3426">
                  <c:v>168</c:v>
                </c:pt>
                <c:pt idx="3427">
                  <c:v>167</c:v>
                </c:pt>
                <c:pt idx="3428">
                  <c:v>167</c:v>
                </c:pt>
                <c:pt idx="3429">
                  <c:v>166</c:v>
                </c:pt>
                <c:pt idx="3430">
                  <c:v>166</c:v>
                </c:pt>
                <c:pt idx="3431">
                  <c:v>165</c:v>
                </c:pt>
                <c:pt idx="3432">
                  <c:v>165</c:v>
                </c:pt>
                <c:pt idx="3433">
                  <c:v>165</c:v>
                </c:pt>
                <c:pt idx="3434">
                  <c:v>165</c:v>
                </c:pt>
                <c:pt idx="3435">
                  <c:v>165</c:v>
                </c:pt>
                <c:pt idx="3436">
                  <c:v>165</c:v>
                </c:pt>
                <c:pt idx="3437">
                  <c:v>165</c:v>
                </c:pt>
                <c:pt idx="3438">
                  <c:v>165</c:v>
                </c:pt>
                <c:pt idx="3439">
                  <c:v>165</c:v>
                </c:pt>
                <c:pt idx="3440">
                  <c:v>166</c:v>
                </c:pt>
                <c:pt idx="3441">
                  <c:v>165</c:v>
                </c:pt>
                <c:pt idx="3442">
                  <c:v>166</c:v>
                </c:pt>
                <c:pt idx="3443">
                  <c:v>165</c:v>
                </c:pt>
                <c:pt idx="3444">
                  <c:v>165</c:v>
                </c:pt>
                <c:pt idx="3445">
                  <c:v>166</c:v>
                </c:pt>
                <c:pt idx="3446">
                  <c:v>165</c:v>
                </c:pt>
                <c:pt idx="3447">
                  <c:v>165</c:v>
                </c:pt>
                <c:pt idx="3448">
                  <c:v>165</c:v>
                </c:pt>
                <c:pt idx="3449">
                  <c:v>165</c:v>
                </c:pt>
                <c:pt idx="3450">
                  <c:v>166</c:v>
                </c:pt>
                <c:pt idx="3451">
                  <c:v>166</c:v>
                </c:pt>
                <c:pt idx="3452">
                  <c:v>166</c:v>
                </c:pt>
                <c:pt idx="3453">
                  <c:v>166</c:v>
                </c:pt>
                <c:pt idx="3454">
                  <c:v>165</c:v>
                </c:pt>
                <c:pt idx="3455">
                  <c:v>165</c:v>
                </c:pt>
                <c:pt idx="3456">
                  <c:v>165</c:v>
                </c:pt>
                <c:pt idx="3457">
                  <c:v>165</c:v>
                </c:pt>
                <c:pt idx="3458">
                  <c:v>165</c:v>
                </c:pt>
                <c:pt idx="3459">
                  <c:v>165</c:v>
                </c:pt>
                <c:pt idx="3460">
                  <c:v>165</c:v>
                </c:pt>
                <c:pt idx="3461">
                  <c:v>165</c:v>
                </c:pt>
                <c:pt idx="3462">
                  <c:v>164</c:v>
                </c:pt>
                <c:pt idx="3463">
                  <c:v>164</c:v>
                </c:pt>
                <c:pt idx="3464">
                  <c:v>164</c:v>
                </c:pt>
                <c:pt idx="3465">
                  <c:v>164</c:v>
                </c:pt>
                <c:pt idx="3466">
                  <c:v>164</c:v>
                </c:pt>
                <c:pt idx="3467">
                  <c:v>164</c:v>
                </c:pt>
                <c:pt idx="3468">
                  <c:v>164</c:v>
                </c:pt>
                <c:pt idx="3469">
                  <c:v>164</c:v>
                </c:pt>
                <c:pt idx="3470">
                  <c:v>164</c:v>
                </c:pt>
                <c:pt idx="3471">
                  <c:v>164</c:v>
                </c:pt>
                <c:pt idx="3472">
                  <c:v>164</c:v>
                </c:pt>
                <c:pt idx="3473">
                  <c:v>164</c:v>
                </c:pt>
                <c:pt idx="3474">
                  <c:v>164</c:v>
                </c:pt>
                <c:pt idx="3475">
                  <c:v>164</c:v>
                </c:pt>
                <c:pt idx="3476">
                  <c:v>164</c:v>
                </c:pt>
                <c:pt idx="3477">
                  <c:v>164</c:v>
                </c:pt>
                <c:pt idx="3478">
                  <c:v>164</c:v>
                </c:pt>
                <c:pt idx="3479">
                  <c:v>164</c:v>
                </c:pt>
                <c:pt idx="3480">
                  <c:v>164</c:v>
                </c:pt>
                <c:pt idx="3481">
                  <c:v>165</c:v>
                </c:pt>
                <c:pt idx="3482">
                  <c:v>164</c:v>
                </c:pt>
                <c:pt idx="3483">
                  <c:v>165</c:v>
                </c:pt>
                <c:pt idx="3484">
                  <c:v>165</c:v>
                </c:pt>
                <c:pt idx="3485">
                  <c:v>165</c:v>
                </c:pt>
                <c:pt idx="3486">
                  <c:v>166</c:v>
                </c:pt>
                <c:pt idx="3487">
                  <c:v>166</c:v>
                </c:pt>
                <c:pt idx="3488">
                  <c:v>166</c:v>
                </c:pt>
                <c:pt idx="3489">
                  <c:v>166</c:v>
                </c:pt>
                <c:pt idx="3490">
                  <c:v>167</c:v>
                </c:pt>
                <c:pt idx="3491">
                  <c:v>166</c:v>
                </c:pt>
                <c:pt idx="3492">
                  <c:v>166</c:v>
                </c:pt>
                <c:pt idx="3493">
                  <c:v>167</c:v>
                </c:pt>
                <c:pt idx="3494">
                  <c:v>167</c:v>
                </c:pt>
                <c:pt idx="3495">
                  <c:v>166</c:v>
                </c:pt>
                <c:pt idx="3496">
                  <c:v>167</c:v>
                </c:pt>
                <c:pt idx="3497">
                  <c:v>167</c:v>
                </c:pt>
                <c:pt idx="3498">
                  <c:v>167</c:v>
                </c:pt>
                <c:pt idx="3499">
                  <c:v>167</c:v>
                </c:pt>
                <c:pt idx="3500">
                  <c:v>167</c:v>
                </c:pt>
                <c:pt idx="3501">
                  <c:v>167</c:v>
                </c:pt>
                <c:pt idx="3502">
                  <c:v>167</c:v>
                </c:pt>
                <c:pt idx="3503">
                  <c:v>167</c:v>
                </c:pt>
                <c:pt idx="3504">
                  <c:v>167</c:v>
                </c:pt>
                <c:pt idx="3505">
                  <c:v>167</c:v>
                </c:pt>
                <c:pt idx="3506">
                  <c:v>167</c:v>
                </c:pt>
                <c:pt idx="3507">
                  <c:v>167</c:v>
                </c:pt>
                <c:pt idx="3508">
                  <c:v>167</c:v>
                </c:pt>
                <c:pt idx="3509">
                  <c:v>166</c:v>
                </c:pt>
                <c:pt idx="3510">
                  <c:v>167</c:v>
                </c:pt>
                <c:pt idx="3511">
                  <c:v>167</c:v>
                </c:pt>
                <c:pt idx="3512">
                  <c:v>167</c:v>
                </c:pt>
                <c:pt idx="3513">
                  <c:v>167</c:v>
                </c:pt>
                <c:pt idx="3514">
                  <c:v>166</c:v>
                </c:pt>
                <c:pt idx="3515">
                  <c:v>167</c:v>
                </c:pt>
                <c:pt idx="3516">
                  <c:v>166</c:v>
                </c:pt>
                <c:pt idx="3517">
                  <c:v>166</c:v>
                </c:pt>
                <c:pt idx="3518">
                  <c:v>167</c:v>
                </c:pt>
                <c:pt idx="3519">
                  <c:v>167</c:v>
                </c:pt>
                <c:pt idx="3520">
                  <c:v>166</c:v>
                </c:pt>
                <c:pt idx="3521">
                  <c:v>166</c:v>
                </c:pt>
                <c:pt idx="3522">
                  <c:v>166</c:v>
                </c:pt>
                <c:pt idx="3523">
                  <c:v>166</c:v>
                </c:pt>
                <c:pt idx="3524">
                  <c:v>166</c:v>
                </c:pt>
                <c:pt idx="3525">
                  <c:v>166</c:v>
                </c:pt>
                <c:pt idx="3526">
                  <c:v>166</c:v>
                </c:pt>
                <c:pt idx="3527">
                  <c:v>166</c:v>
                </c:pt>
                <c:pt idx="3528">
                  <c:v>166</c:v>
                </c:pt>
                <c:pt idx="3529">
                  <c:v>166</c:v>
                </c:pt>
                <c:pt idx="3530">
                  <c:v>165</c:v>
                </c:pt>
                <c:pt idx="3531">
                  <c:v>166</c:v>
                </c:pt>
                <c:pt idx="3532">
                  <c:v>166</c:v>
                </c:pt>
                <c:pt idx="3533">
                  <c:v>166</c:v>
                </c:pt>
                <c:pt idx="3534">
                  <c:v>166</c:v>
                </c:pt>
                <c:pt idx="3535">
                  <c:v>165</c:v>
                </c:pt>
                <c:pt idx="3536">
                  <c:v>166</c:v>
                </c:pt>
                <c:pt idx="3537">
                  <c:v>166</c:v>
                </c:pt>
                <c:pt idx="3538">
                  <c:v>166</c:v>
                </c:pt>
                <c:pt idx="3539">
                  <c:v>166</c:v>
                </c:pt>
                <c:pt idx="3540">
                  <c:v>166</c:v>
                </c:pt>
                <c:pt idx="3541">
                  <c:v>166</c:v>
                </c:pt>
                <c:pt idx="3542">
                  <c:v>166</c:v>
                </c:pt>
                <c:pt idx="3543">
                  <c:v>166</c:v>
                </c:pt>
                <c:pt idx="3544">
                  <c:v>166</c:v>
                </c:pt>
                <c:pt idx="3545">
                  <c:v>165</c:v>
                </c:pt>
                <c:pt idx="3546">
                  <c:v>166</c:v>
                </c:pt>
                <c:pt idx="3547">
                  <c:v>165</c:v>
                </c:pt>
                <c:pt idx="3548">
                  <c:v>165</c:v>
                </c:pt>
                <c:pt idx="3549">
                  <c:v>165</c:v>
                </c:pt>
                <c:pt idx="3550">
                  <c:v>165</c:v>
                </c:pt>
                <c:pt idx="3551">
                  <c:v>165</c:v>
                </c:pt>
                <c:pt idx="3552">
                  <c:v>165</c:v>
                </c:pt>
                <c:pt idx="3553">
                  <c:v>164</c:v>
                </c:pt>
                <c:pt idx="3554">
                  <c:v>165</c:v>
                </c:pt>
                <c:pt idx="3555">
                  <c:v>164</c:v>
                </c:pt>
                <c:pt idx="3556">
                  <c:v>165</c:v>
                </c:pt>
                <c:pt idx="3557">
                  <c:v>165</c:v>
                </c:pt>
                <c:pt idx="3558">
                  <c:v>165</c:v>
                </c:pt>
                <c:pt idx="3559">
                  <c:v>164</c:v>
                </c:pt>
                <c:pt idx="3560">
                  <c:v>165</c:v>
                </c:pt>
                <c:pt idx="3561">
                  <c:v>165</c:v>
                </c:pt>
                <c:pt idx="3562">
                  <c:v>165</c:v>
                </c:pt>
                <c:pt idx="3563">
                  <c:v>165</c:v>
                </c:pt>
                <c:pt idx="3564">
                  <c:v>165</c:v>
                </c:pt>
                <c:pt idx="3565">
                  <c:v>165</c:v>
                </c:pt>
                <c:pt idx="3566">
                  <c:v>166</c:v>
                </c:pt>
                <c:pt idx="3567">
                  <c:v>165</c:v>
                </c:pt>
                <c:pt idx="3568">
                  <c:v>165</c:v>
                </c:pt>
                <c:pt idx="3569">
                  <c:v>165</c:v>
                </c:pt>
                <c:pt idx="3570">
                  <c:v>165</c:v>
                </c:pt>
                <c:pt idx="3571">
                  <c:v>165</c:v>
                </c:pt>
                <c:pt idx="3572">
                  <c:v>165</c:v>
                </c:pt>
                <c:pt idx="3573">
                  <c:v>165</c:v>
                </c:pt>
                <c:pt idx="3574">
                  <c:v>165</c:v>
                </c:pt>
                <c:pt idx="3575">
                  <c:v>165</c:v>
                </c:pt>
                <c:pt idx="3576">
                  <c:v>165</c:v>
                </c:pt>
                <c:pt idx="3577">
                  <c:v>165</c:v>
                </c:pt>
                <c:pt idx="3578">
                  <c:v>165</c:v>
                </c:pt>
                <c:pt idx="3579">
                  <c:v>164</c:v>
                </c:pt>
                <c:pt idx="3580">
                  <c:v>164</c:v>
                </c:pt>
                <c:pt idx="3581">
                  <c:v>164</c:v>
                </c:pt>
                <c:pt idx="3582">
                  <c:v>164</c:v>
                </c:pt>
                <c:pt idx="3583">
                  <c:v>164</c:v>
                </c:pt>
                <c:pt idx="3584">
                  <c:v>164</c:v>
                </c:pt>
                <c:pt idx="3585">
                  <c:v>163</c:v>
                </c:pt>
                <c:pt idx="3586">
                  <c:v>163</c:v>
                </c:pt>
                <c:pt idx="3587">
                  <c:v>163</c:v>
                </c:pt>
                <c:pt idx="3588">
                  <c:v>163</c:v>
                </c:pt>
                <c:pt idx="3589">
                  <c:v>164</c:v>
                </c:pt>
                <c:pt idx="3590">
                  <c:v>163</c:v>
                </c:pt>
                <c:pt idx="3591">
                  <c:v>163</c:v>
                </c:pt>
                <c:pt idx="3592">
                  <c:v>163</c:v>
                </c:pt>
                <c:pt idx="3593">
                  <c:v>164</c:v>
                </c:pt>
                <c:pt idx="3594">
                  <c:v>163</c:v>
                </c:pt>
                <c:pt idx="3595">
                  <c:v>164</c:v>
                </c:pt>
                <c:pt idx="3596">
                  <c:v>163</c:v>
                </c:pt>
                <c:pt idx="3597">
                  <c:v>163</c:v>
                </c:pt>
                <c:pt idx="3598">
                  <c:v>164</c:v>
                </c:pt>
                <c:pt idx="3599">
                  <c:v>163</c:v>
                </c:pt>
                <c:pt idx="3600">
                  <c:v>164</c:v>
                </c:pt>
                <c:pt idx="3601">
                  <c:v>163</c:v>
                </c:pt>
                <c:pt idx="3602">
                  <c:v>163</c:v>
                </c:pt>
                <c:pt idx="3603">
                  <c:v>163</c:v>
                </c:pt>
                <c:pt idx="3604">
                  <c:v>163</c:v>
                </c:pt>
                <c:pt idx="3605">
                  <c:v>163</c:v>
                </c:pt>
                <c:pt idx="3606">
                  <c:v>162</c:v>
                </c:pt>
                <c:pt idx="3607">
                  <c:v>163</c:v>
                </c:pt>
                <c:pt idx="3608">
                  <c:v>163</c:v>
                </c:pt>
                <c:pt idx="3609">
                  <c:v>163</c:v>
                </c:pt>
                <c:pt idx="3610">
                  <c:v>163</c:v>
                </c:pt>
                <c:pt idx="3611">
                  <c:v>164</c:v>
                </c:pt>
                <c:pt idx="3612">
                  <c:v>164</c:v>
                </c:pt>
                <c:pt idx="3613">
                  <c:v>164</c:v>
                </c:pt>
                <c:pt idx="3614">
                  <c:v>165</c:v>
                </c:pt>
                <c:pt idx="3615">
                  <c:v>164</c:v>
                </c:pt>
                <c:pt idx="3616">
                  <c:v>164</c:v>
                </c:pt>
                <c:pt idx="3617">
                  <c:v>165</c:v>
                </c:pt>
                <c:pt idx="3618">
                  <c:v>164</c:v>
                </c:pt>
                <c:pt idx="3619">
                  <c:v>164</c:v>
                </c:pt>
                <c:pt idx="3620">
                  <c:v>164</c:v>
                </c:pt>
                <c:pt idx="3621">
                  <c:v>164</c:v>
                </c:pt>
                <c:pt idx="3622">
                  <c:v>164</c:v>
                </c:pt>
                <c:pt idx="3623">
                  <c:v>164</c:v>
                </c:pt>
                <c:pt idx="3624">
                  <c:v>164</c:v>
                </c:pt>
                <c:pt idx="3625">
                  <c:v>164</c:v>
                </c:pt>
                <c:pt idx="3626">
                  <c:v>164</c:v>
                </c:pt>
                <c:pt idx="3627">
                  <c:v>164</c:v>
                </c:pt>
                <c:pt idx="3628">
                  <c:v>164</c:v>
                </c:pt>
                <c:pt idx="3629">
                  <c:v>164</c:v>
                </c:pt>
                <c:pt idx="3630">
                  <c:v>164</c:v>
                </c:pt>
                <c:pt idx="3631">
                  <c:v>163</c:v>
                </c:pt>
                <c:pt idx="3632">
                  <c:v>163</c:v>
                </c:pt>
                <c:pt idx="3633">
                  <c:v>163</c:v>
                </c:pt>
                <c:pt idx="3634">
                  <c:v>163</c:v>
                </c:pt>
                <c:pt idx="3635">
                  <c:v>163</c:v>
                </c:pt>
                <c:pt idx="3636">
                  <c:v>163</c:v>
                </c:pt>
                <c:pt idx="3637">
                  <c:v>164</c:v>
                </c:pt>
                <c:pt idx="3638">
                  <c:v>164</c:v>
                </c:pt>
                <c:pt idx="3639">
                  <c:v>164</c:v>
                </c:pt>
                <c:pt idx="3640">
                  <c:v>164</c:v>
                </c:pt>
                <c:pt idx="3641">
                  <c:v>165</c:v>
                </c:pt>
                <c:pt idx="3642">
                  <c:v>165</c:v>
                </c:pt>
                <c:pt idx="3643">
                  <c:v>165</c:v>
                </c:pt>
                <c:pt idx="3644">
                  <c:v>165</c:v>
                </c:pt>
                <c:pt idx="3645">
                  <c:v>166</c:v>
                </c:pt>
                <c:pt idx="3646">
                  <c:v>166</c:v>
                </c:pt>
                <c:pt idx="3647">
                  <c:v>166</c:v>
                </c:pt>
                <c:pt idx="3648">
                  <c:v>167</c:v>
                </c:pt>
                <c:pt idx="3649">
                  <c:v>167</c:v>
                </c:pt>
                <c:pt idx="3650">
                  <c:v>166</c:v>
                </c:pt>
                <c:pt idx="3651">
                  <c:v>167</c:v>
                </c:pt>
                <c:pt idx="3652">
                  <c:v>167</c:v>
                </c:pt>
                <c:pt idx="3653">
                  <c:v>167</c:v>
                </c:pt>
                <c:pt idx="3654">
                  <c:v>167</c:v>
                </c:pt>
                <c:pt idx="3655">
                  <c:v>166</c:v>
                </c:pt>
                <c:pt idx="3656">
                  <c:v>167</c:v>
                </c:pt>
                <c:pt idx="3657">
                  <c:v>167</c:v>
                </c:pt>
                <c:pt idx="3658">
                  <c:v>167</c:v>
                </c:pt>
                <c:pt idx="3659">
                  <c:v>166</c:v>
                </c:pt>
                <c:pt idx="3660">
                  <c:v>166</c:v>
                </c:pt>
                <c:pt idx="3661">
                  <c:v>166</c:v>
                </c:pt>
                <c:pt idx="3662">
                  <c:v>167</c:v>
                </c:pt>
                <c:pt idx="3663">
                  <c:v>166</c:v>
                </c:pt>
                <c:pt idx="3664">
                  <c:v>166</c:v>
                </c:pt>
                <c:pt idx="3665">
                  <c:v>167</c:v>
                </c:pt>
                <c:pt idx="3666">
                  <c:v>166</c:v>
                </c:pt>
                <c:pt idx="3667">
                  <c:v>166</c:v>
                </c:pt>
                <c:pt idx="3668">
                  <c:v>166</c:v>
                </c:pt>
                <c:pt idx="3669">
                  <c:v>167</c:v>
                </c:pt>
                <c:pt idx="3670">
                  <c:v>166</c:v>
                </c:pt>
                <c:pt idx="3671">
                  <c:v>166</c:v>
                </c:pt>
                <c:pt idx="3672">
                  <c:v>167</c:v>
                </c:pt>
                <c:pt idx="3673">
                  <c:v>166</c:v>
                </c:pt>
                <c:pt idx="3674">
                  <c:v>166</c:v>
                </c:pt>
                <c:pt idx="3675">
                  <c:v>167</c:v>
                </c:pt>
                <c:pt idx="3676">
                  <c:v>166</c:v>
                </c:pt>
                <c:pt idx="3677">
                  <c:v>166</c:v>
                </c:pt>
                <c:pt idx="3678">
                  <c:v>166</c:v>
                </c:pt>
                <c:pt idx="3679">
                  <c:v>166</c:v>
                </c:pt>
                <c:pt idx="3680">
                  <c:v>166</c:v>
                </c:pt>
                <c:pt idx="3681">
                  <c:v>166</c:v>
                </c:pt>
                <c:pt idx="3682">
                  <c:v>166</c:v>
                </c:pt>
                <c:pt idx="3683">
                  <c:v>166</c:v>
                </c:pt>
                <c:pt idx="3684">
                  <c:v>166</c:v>
                </c:pt>
                <c:pt idx="3685">
                  <c:v>166</c:v>
                </c:pt>
                <c:pt idx="3686">
                  <c:v>166</c:v>
                </c:pt>
                <c:pt idx="3687">
                  <c:v>166</c:v>
                </c:pt>
                <c:pt idx="3688">
                  <c:v>166</c:v>
                </c:pt>
                <c:pt idx="3689">
                  <c:v>166</c:v>
                </c:pt>
                <c:pt idx="3690">
                  <c:v>165</c:v>
                </c:pt>
                <c:pt idx="3691">
                  <c:v>166</c:v>
                </c:pt>
                <c:pt idx="3692">
                  <c:v>166</c:v>
                </c:pt>
                <c:pt idx="3693">
                  <c:v>166</c:v>
                </c:pt>
                <c:pt idx="3694">
                  <c:v>166</c:v>
                </c:pt>
                <c:pt idx="3695">
                  <c:v>166</c:v>
                </c:pt>
                <c:pt idx="3696">
                  <c:v>166</c:v>
                </c:pt>
                <c:pt idx="3697">
                  <c:v>166</c:v>
                </c:pt>
                <c:pt idx="3698">
                  <c:v>166</c:v>
                </c:pt>
                <c:pt idx="3699">
                  <c:v>166</c:v>
                </c:pt>
                <c:pt idx="3700">
                  <c:v>166</c:v>
                </c:pt>
                <c:pt idx="3701">
                  <c:v>167</c:v>
                </c:pt>
                <c:pt idx="3702">
                  <c:v>166</c:v>
                </c:pt>
                <c:pt idx="3703">
                  <c:v>166</c:v>
                </c:pt>
                <c:pt idx="3704">
                  <c:v>166</c:v>
                </c:pt>
                <c:pt idx="3705">
                  <c:v>166</c:v>
                </c:pt>
                <c:pt idx="3706">
                  <c:v>165</c:v>
                </c:pt>
                <c:pt idx="3707">
                  <c:v>165</c:v>
                </c:pt>
                <c:pt idx="3708">
                  <c:v>164</c:v>
                </c:pt>
                <c:pt idx="3709">
                  <c:v>164</c:v>
                </c:pt>
                <c:pt idx="3710">
                  <c:v>164</c:v>
                </c:pt>
                <c:pt idx="3711">
                  <c:v>164</c:v>
                </c:pt>
                <c:pt idx="3712">
                  <c:v>164</c:v>
                </c:pt>
                <c:pt idx="3713">
                  <c:v>164</c:v>
                </c:pt>
                <c:pt idx="3714">
                  <c:v>163</c:v>
                </c:pt>
                <c:pt idx="3715">
                  <c:v>163</c:v>
                </c:pt>
                <c:pt idx="3716">
                  <c:v>163</c:v>
                </c:pt>
                <c:pt idx="3717">
                  <c:v>163</c:v>
                </c:pt>
                <c:pt idx="3718">
                  <c:v>162</c:v>
                </c:pt>
                <c:pt idx="3719">
                  <c:v>163</c:v>
                </c:pt>
                <c:pt idx="3720">
                  <c:v>162</c:v>
                </c:pt>
                <c:pt idx="3721">
                  <c:v>162</c:v>
                </c:pt>
                <c:pt idx="3722">
                  <c:v>162</c:v>
                </c:pt>
                <c:pt idx="3723">
                  <c:v>162</c:v>
                </c:pt>
                <c:pt idx="3724">
                  <c:v>162</c:v>
                </c:pt>
                <c:pt idx="3725">
                  <c:v>162</c:v>
                </c:pt>
                <c:pt idx="3726">
                  <c:v>162</c:v>
                </c:pt>
                <c:pt idx="3727">
                  <c:v>163</c:v>
                </c:pt>
                <c:pt idx="3728">
                  <c:v>162</c:v>
                </c:pt>
                <c:pt idx="3729">
                  <c:v>162</c:v>
                </c:pt>
                <c:pt idx="3730">
                  <c:v>162</c:v>
                </c:pt>
                <c:pt idx="3731">
                  <c:v>162</c:v>
                </c:pt>
                <c:pt idx="3732">
                  <c:v>162</c:v>
                </c:pt>
                <c:pt idx="3733">
                  <c:v>162</c:v>
                </c:pt>
                <c:pt idx="3734">
                  <c:v>162</c:v>
                </c:pt>
                <c:pt idx="3735">
                  <c:v>162</c:v>
                </c:pt>
                <c:pt idx="3736">
                  <c:v>163</c:v>
                </c:pt>
                <c:pt idx="3737">
                  <c:v>162</c:v>
                </c:pt>
                <c:pt idx="3738">
                  <c:v>163</c:v>
                </c:pt>
                <c:pt idx="3739">
                  <c:v>163</c:v>
                </c:pt>
                <c:pt idx="3740">
                  <c:v>163</c:v>
                </c:pt>
                <c:pt idx="3741">
                  <c:v>163</c:v>
                </c:pt>
                <c:pt idx="3742">
                  <c:v>163</c:v>
                </c:pt>
                <c:pt idx="3743">
                  <c:v>163</c:v>
                </c:pt>
                <c:pt idx="3744">
                  <c:v>164</c:v>
                </c:pt>
                <c:pt idx="3745">
                  <c:v>164</c:v>
                </c:pt>
                <c:pt idx="3746">
                  <c:v>163</c:v>
                </c:pt>
                <c:pt idx="3747">
                  <c:v>164</c:v>
                </c:pt>
                <c:pt idx="3748">
                  <c:v>164</c:v>
                </c:pt>
                <c:pt idx="3749">
                  <c:v>164</c:v>
                </c:pt>
                <c:pt idx="3750">
                  <c:v>164</c:v>
                </c:pt>
                <c:pt idx="3751">
                  <c:v>164</c:v>
                </c:pt>
                <c:pt idx="3752">
                  <c:v>164</c:v>
                </c:pt>
                <c:pt idx="3753">
                  <c:v>164</c:v>
                </c:pt>
                <c:pt idx="3754">
                  <c:v>164</c:v>
                </c:pt>
                <c:pt idx="3755">
                  <c:v>164</c:v>
                </c:pt>
                <c:pt idx="3756">
                  <c:v>164</c:v>
                </c:pt>
                <c:pt idx="3757">
                  <c:v>164</c:v>
                </c:pt>
                <c:pt idx="3758">
                  <c:v>164</c:v>
                </c:pt>
                <c:pt idx="3759">
                  <c:v>164</c:v>
                </c:pt>
                <c:pt idx="3760">
                  <c:v>163</c:v>
                </c:pt>
                <c:pt idx="3761">
                  <c:v>164</c:v>
                </c:pt>
                <c:pt idx="3762">
                  <c:v>164</c:v>
                </c:pt>
                <c:pt idx="3763">
                  <c:v>163</c:v>
                </c:pt>
                <c:pt idx="3764">
                  <c:v>164</c:v>
                </c:pt>
                <c:pt idx="3765">
                  <c:v>164</c:v>
                </c:pt>
                <c:pt idx="3766">
                  <c:v>164</c:v>
                </c:pt>
                <c:pt idx="3767">
                  <c:v>164</c:v>
                </c:pt>
                <c:pt idx="3768">
                  <c:v>165</c:v>
                </c:pt>
                <c:pt idx="3769">
                  <c:v>165</c:v>
                </c:pt>
                <c:pt idx="3770">
                  <c:v>165</c:v>
                </c:pt>
                <c:pt idx="3771">
                  <c:v>164</c:v>
                </c:pt>
                <c:pt idx="3772">
                  <c:v>164</c:v>
                </c:pt>
                <c:pt idx="3773">
                  <c:v>164</c:v>
                </c:pt>
                <c:pt idx="3774">
                  <c:v>164</c:v>
                </c:pt>
                <c:pt idx="3775">
                  <c:v>164</c:v>
                </c:pt>
                <c:pt idx="3776">
                  <c:v>164</c:v>
                </c:pt>
                <c:pt idx="3777">
                  <c:v>164</c:v>
                </c:pt>
                <c:pt idx="3778">
                  <c:v>164</c:v>
                </c:pt>
                <c:pt idx="3779">
                  <c:v>164</c:v>
                </c:pt>
                <c:pt idx="3780">
                  <c:v>164</c:v>
                </c:pt>
                <c:pt idx="3781">
                  <c:v>164</c:v>
                </c:pt>
                <c:pt idx="3782">
                  <c:v>164</c:v>
                </c:pt>
                <c:pt idx="3783">
                  <c:v>164</c:v>
                </c:pt>
                <c:pt idx="3784">
                  <c:v>164</c:v>
                </c:pt>
                <c:pt idx="3785">
                  <c:v>164</c:v>
                </c:pt>
                <c:pt idx="3786">
                  <c:v>164</c:v>
                </c:pt>
                <c:pt idx="3787">
                  <c:v>164</c:v>
                </c:pt>
                <c:pt idx="3788">
                  <c:v>164</c:v>
                </c:pt>
                <c:pt idx="3789">
                  <c:v>164</c:v>
                </c:pt>
                <c:pt idx="3790">
                  <c:v>164</c:v>
                </c:pt>
                <c:pt idx="3791">
                  <c:v>164</c:v>
                </c:pt>
                <c:pt idx="3792">
                  <c:v>164</c:v>
                </c:pt>
                <c:pt idx="3793">
                  <c:v>164</c:v>
                </c:pt>
                <c:pt idx="3794">
                  <c:v>164</c:v>
                </c:pt>
                <c:pt idx="3795">
                  <c:v>164</c:v>
                </c:pt>
                <c:pt idx="3796">
                  <c:v>164</c:v>
                </c:pt>
                <c:pt idx="3797">
                  <c:v>164</c:v>
                </c:pt>
                <c:pt idx="3798">
                  <c:v>164</c:v>
                </c:pt>
                <c:pt idx="3799">
                  <c:v>164</c:v>
                </c:pt>
                <c:pt idx="3800">
                  <c:v>163</c:v>
                </c:pt>
                <c:pt idx="3801">
                  <c:v>164</c:v>
                </c:pt>
                <c:pt idx="3802">
                  <c:v>163</c:v>
                </c:pt>
                <c:pt idx="3803">
                  <c:v>163</c:v>
                </c:pt>
                <c:pt idx="3804">
                  <c:v>163</c:v>
                </c:pt>
                <c:pt idx="3805">
                  <c:v>164</c:v>
                </c:pt>
                <c:pt idx="3806">
                  <c:v>164</c:v>
                </c:pt>
                <c:pt idx="3807">
                  <c:v>163</c:v>
                </c:pt>
                <c:pt idx="3808">
                  <c:v>163</c:v>
                </c:pt>
                <c:pt idx="3809">
                  <c:v>164</c:v>
                </c:pt>
                <c:pt idx="3810">
                  <c:v>164</c:v>
                </c:pt>
                <c:pt idx="3811">
                  <c:v>164</c:v>
                </c:pt>
                <c:pt idx="3812">
                  <c:v>163</c:v>
                </c:pt>
                <c:pt idx="3813">
                  <c:v>164</c:v>
                </c:pt>
                <c:pt idx="3814">
                  <c:v>164</c:v>
                </c:pt>
                <c:pt idx="3815">
                  <c:v>164</c:v>
                </c:pt>
                <c:pt idx="3816">
                  <c:v>164</c:v>
                </c:pt>
                <c:pt idx="3817">
                  <c:v>164</c:v>
                </c:pt>
                <c:pt idx="3818">
                  <c:v>164</c:v>
                </c:pt>
                <c:pt idx="3819">
                  <c:v>164</c:v>
                </c:pt>
                <c:pt idx="3820">
                  <c:v>164</c:v>
                </c:pt>
                <c:pt idx="3821">
                  <c:v>164</c:v>
                </c:pt>
                <c:pt idx="3822">
                  <c:v>164</c:v>
                </c:pt>
                <c:pt idx="3823">
                  <c:v>165</c:v>
                </c:pt>
                <c:pt idx="3824">
                  <c:v>164</c:v>
                </c:pt>
                <c:pt idx="3825">
                  <c:v>164</c:v>
                </c:pt>
                <c:pt idx="3826">
                  <c:v>164</c:v>
                </c:pt>
                <c:pt idx="3827">
                  <c:v>164</c:v>
                </c:pt>
                <c:pt idx="3828">
                  <c:v>164</c:v>
                </c:pt>
                <c:pt idx="3829">
                  <c:v>164</c:v>
                </c:pt>
                <c:pt idx="3830">
                  <c:v>164</c:v>
                </c:pt>
                <c:pt idx="3831">
                  <c:v>165</c:v>
                </c:pt>
                <c:pt idx="3832">
                  <c:v>164</c:v>
                </c:pt>
                <c:pt idx="3833">
                  <c:v>164</c:v>
                </c:pt>
                <c:pt idx="3834">
                  <c:v>164</c:v>
                </c:pt>
                <c:pt idx="3835">
                  <c:v>164</c:v>
                </c:pt>
                <c:pt idx="3836">
                  <c:v>164</c:v>
                </c:pt>
                <c:pt idx="3837">
                  <c:v>164</c:v>
                </c:pt>
                <c:pt idx="3838">
                  <c:v>164</c:v>
                </c:pt>
                <c:pt idx="3839">
                  <c:v>164</c:v>
                </c:pt>
                <c:pt idx="3840">
                  <c:v>164</c:v>
                </c:pt>
                <c:pt idx="3841">
                  <c:v>164</c:v>
                </c:pt>
                <c:pt idx="3842">
                  <c:v>164</c:v>
                </c:pt>
                <c:pt idx="3843">
                  <c:v>163</c:v>
                </c:pt>
                <c:pt idx="3844">
                  <c:v>164</c:v>
                </c:pt>
                <c:pt idx="3845">
                  <c:v>163</c:v>
                </c:pt>
                <c:pt idx="3846">
                  <c:v>163</c:v>
                </c:pt>
                <c:pt idx="3847">
                  <c:v>163</c:v>
                </c:pt>
                <c:pt idx="3848">
                  <c:v>163</c:v>
                </c:pt>
                <c:pt idx="3849">
                  <c:v>163</c:v>
                </c:pt>
                <c:pt idx="3850">
                  <c:v>164</c:v>
                </c:pt>
                <c:pt idx="3851">
                  <c:v>164</c:v>
                </c:pt>
                <c:pt idx="3852">
                  <c:v>164</c:v>
                </c:pt>
                <c:pt idx="3853">
                  <c:v>163</c:v>
                </c:pt>
                <c:pt idx="3854">
                  <c:v>164</c:v>
                </c:pt>
                <c:pt idx="3855">
                  <c:v>164</c:v>
                </c:pt>
                <c:pt idx="3856">
                  <c:v>164</c:v>
                </c:pt>
                <c:pt idx="3857">
                  <c:v>164</c:v>
                </c:pt>
                <c:pt idx="3858">
                  <c:v>164</c:v>
                </c:pt>
                <c:pt idx="3859">
                  <c:v>164</c:v>
                </c:pt>
                <c:pt idx="3860">
                  <c:v>164</c:v>
                </c:pt>
                <c:pt idx="3861">
                  <c:v>164</c:v>
                </c:pt>
                <c:pt idx="3862">
                  <c:v>164</c:v>
                </c:pt>
                <c:pt idx="3863">
                  <c:v>164</c:v>
                </c:pt>
                <c:pt idx="3864">
                  <c:v>164</c:v>
                </c:pt>
                <c:pt idx="3865">
                  <c:v>164</c:v>
                </c:pt>
                <c:pt idx="3866">
                  <c:v>164</c:v>
                </c:pt>
                <c:pt idx="3867">
                  <c:v>164</c:v>
                </c:pt>
                <c:pt idx="3868">
                  <c:v>164</c:v>
                </c:pt>
                <c:pt idx="3869">
                  <c:v>164</c:v>
                </c:pt>
                <c:pt idx="3870">
                  <c:v>164</c:v>
                </c:pt>
                <c:pt idx="3871">
                  <c:v>163</c:v>
                </c:pt>
                <c:pt idx="3872">
                  <c:v>164</c:v>
                </c:pt>
                <c:pt idx="3873">
                  <c:v>163</c:v>
                </c:pt>
                <c:pt idx="3874">
                  <c:v>164</c:v>
                </c:pt>
                <c:pt idx="3875">
                  <c:v>164</c:v>
                </c:pt>
                <c:pt idx="3876">
                  <c:v>163</c:v>
                </c:pt>
                <c:pt idx="3877">
                  <c:v>164</c:v>
                </c:pt>
                <c:pt idx="3878">
                  <c:v>164</c:v>
                </c:pt>
                <c:pt idx="3879">
                  <c:v>164</c:v>
                </c:pt>
                <c:pt idx="3880">
                  <c:v>163</c:v>
                </c:pt>
                <c:pt idx="3881">
                  <c:v>164</c:v>
                </c:pt>
                <c:pt idx="3882">
                  <c:v>164</c:v>
                </c:pt>
                <c:pt idx="3883">
                  <c:v>163</c:v>
                </c:pt>
                <c:pt idx="3884">
                  <c:v>163</c:v>
                </c:pt>
                <c:pt idx="3885">
                  <c:v>164</c:v>
                </c:pt>
                <c:pt idx="3886">
                  <c:v>164</c:v>
                </c:pt>
                <c:pt idx="3887">
                  <c:v>164</c:v>
                </c:pt>
                <c:pt idx="3888">
                  <c:v>163</c:v>
                </c:pt>
                <c:pt idx="3889">
                  <c:v>164</c:v>
                </c:pt>
                <c:pt idx="3890">
                  <c:v>164</c:v>
                </c:pt>
                <c:pt idx="3891">
                  <c:v>164</c:v>
                </c:pt>
                <c:pt idx="3892">
                  <c:v>164</c:v>
                </c:pt>
                <c:pt idx="3893">
                  <c:v>163</c:v>
                </c:pt>
                <c:pt idx="3894">
                  <c:v>163</c:v>
                </c:pt>
                <c:pt idx="3895">
                  <c:v>164</c:v>
                </c:pt>
                <c:pt idx="3896">
                  <c:v>164</c:v>
                </c:pt>
                <c:pt idx="3897">
                  <c:v>164</c:v>
                </c:pt>
                <c:pt idx="3898">
                  <c:v>164</c:v>
                </c:pt>
                <c:pt idx="3899">
                  <c:v>164</c:v>
                </c:pt>
                <c:pt idx="3900">
                  <c:v>164</c:v>
                </c:pt>
                <c:pt idx="3901">
                  <c:v>164</c:v>
                </c:pt>
                <c:pt idx="3902">
                  <c:v>164</c:v>
                </c:pt>
                <c:pt idx="3903">
                  <c:v>165</c:v>
                </c:pt>
                <c:pt idx="3904">
                  <c:v>164</c:v>
                </c:pt>
                <c:pt idx="3905">
                  <c:v>165</c:v>
                </c:pt>
                <c:pt idx="3906">
                  <c:v>164</c:v>
                </c:pt>
                <c:pt idx="3907">
                  <c:v>165</c:v>
                </c:pt>
                <c:pt idx="3908">
                  <c:v>164</c:v>
                </c:pt>
                <c:pt idx="3909">
                  <c:v>165</c:v>
                </c:pt>
                <c:pt idx="3910">
                  <c:v>164</c:v>
                </c:pt>
                <c:pt idx="3911">
                  <c:v>164</c:v>
                </c:pt>
                <c:pt idx="3912">
                  <c:v>164</c:v>
                </c:pt>
                <c:pt idx="3913">
                  <c:v>165</c:v>
                </c:pt>
                <c:pt idx="3914">
                  <c:v>164</c:v>
                </c:pt>
                <c:pt idx="3915">
                  <c:v>164</c:v>
                </c:pt>
                <c:pt idx="3916">
                  <c:v>165</c:v>
                </c:pt>
                <c:pt idx="3917">
                  <c:v>164</c:v>
                </c:pt>
                <c:pt idx="3918">
                  <c:v>165</c:v>
                </c:pt>
                <c:pt idx="3919">
                  <c:v>164</c:v>
                </c:pt>
                <c:pt idx="3920">
                  <c:v>165</c:v>
                </c:pt>
                <c:pt idx="3921">
                  <c:v>165</c:v>
                </c:pt>
                <c:pt idx="3922">
                  <c:v>165</c:v>
                </c:pt>
                <c:pt idx="3923">
                  <c:v>165</c:v>
                </c:pt>
                <c:pt idx="3924">
                  <c:v>165</c:v>
                </c:pt>
                <c:pt idx="3925">
                  <c:v>166</c:v>
                </c:pt>
                <c:pt idx="3926">
                  <c:v>166</c:v>
                </c:pt>
                <c:pt idx="3927">
                  <c:v>166</c:v>
                </c:pt>
                <c:pt idx="3928">
                  <c:v>167</c:v>
                </c:pt>
                <c:pt idx="3929">
                  <c:v>168</c:v>
                </c:pt>
                <c:pt idx="3930">
                  <c:v>168</c:v>
                </c:pt>
                <c:pt idx="3931">
                  <c:v>169</c:v>
                </c:pt>
                <c:pt idx="3932">
                  <c:v>169</c:v>
                </c:pt>
                <c:pt idx="3933">
                  <c:v>170</c:v>
                </c:pt>
                <c:pt idx="3934">
                  <c:v>170</c:v>
                </c:pt>
                <c:pt idx="3935">
                  <c:v>170</c:v>
                </c:pt>
                <c:pt idx="3936">
                  <c:v>171</c:v>
                </c:pt>
                <c:pt idx="3937">
                  <c:v>171</c:v>
                </c:pt>
                <c:pt idx="3938">
                  <c:v>171</c:v>
                </c:pt>
                <c:pt idx="3939">
                  <c:v>172</c:v>
                </c:pt>
                <c:pt idx="3940">
                  <c:v>172</c:v>
                </c:pt>
                <c:pt idx="3941">
                  <c:v>172</c:v>
                </c:pt>
                <c:pt idx="3942">
                  <c:v>173</c:v>
                </c:pt>
                <c:pt idx="3943">
                  <c:v>172</c:v>
                </c:pt>
                <c:pt idx="3944">
                  <c:v>173</c:v>
                </c:pt>
                <c:pt idx="3945">
                  <c:v>173</c:v>
                </c:pt>
                <c:pt idx="3946">
                  <c:v>174</c:v>
                </c:pt>
                <c:pt idx="3947">
                  <c:v>173</c:v>
                </c:pt>
                <c:pt idx="3948">
                  <c:v>174</c:v>
                </c:pt>
                <c:pt idx="3949">
                  <c:v>174</c:v>
                </c:pt>
                <c:pt idx="3950">
                  <c:v>174</c:v>
                </c:pt>
                <c:pt idx="3951">
                  <c:v>175</c:v>
                </c:pt>
                <c:pt idx="3952">
                  <c:v>175</c:v>
                </c:pt>
                <c:pt idx="3953">
                  <c:v>174</c:v>
                </c:pt>
                <c:pt idx="3954">
                  <c:v>175</c:v>
                </c:pt>
                <c:pt idx="3955">
                  <c:v>175</c:v>
                </c:pt>
                <c:pt idx="3956">
                  <c:v>174</c:v>
                </c:pt>
                <c:pt idx="3957">
                  <c:v>175</c:v>
                </c:pt>
                <c:pt idx="3958">
                  <c:v>175</c:v>
                </c:pt>
                <c:pt idx="3959">
                  <c:v>175</c:v>
                </c:pt>
                <c:pt idx="3960">
                  <c:v>174</c:v>
                </c:pt>
                <c:pt idx="3961">
                  <c:v>175</c:v>
                </c:pt>
                <c:pt idx="3962">
                  <c:v>174</c:v>
                </c:pt>
                <c:pt idx="3963">
                  <c:v>175</c:v>
                </c:pt>
                <c:pt idx="3964">
                  <c:v>174</c:v>
                </c:pt>
                <c:pt idx="3965">
                  <c:v>175</c:v>
                </c:pt>
                <c:pt idx="3966">
                  <c:v>175</c:v>
                </c:pt>
                <c:pt idx="3967">
                  <c:v>174</c:v>
                </c:pt>
                <c:pt idx="3968">
                  <c:v>174</c:v>
                </c:pt>
                <c:pt idx="3969">
                  <c:v>175</c:v>
                </c:pt>
                <c:pt idx="3970">
                  <c:v>175</c:v>
                </c:pt>
                <c:pt idx="3971">
                  <c:v>175</c:v>
                </c:pt>
                <c:pt idx="3972">
                  <c:v>175</c:v>
                </c:pt>
                <c:pt idx="3973">
                  <c:v>175</c:v>
                </c:pt>
                <c:pt idx="3974">
                  <c:v>175</c:v>
                </c:pt>
                <c:pt idx="3975">
                  <c:v>174</c:v>
                </c:pt>
                <c:pt idx="3976">
                  <c:v>175</c:v>
                </c:pt>
                <c:pt idx="3977">
                  <c:v>175</c:v>
                </c:pt>
                <c:pt idx="3978">
                  <c:v>175</c:v>
                </c:pt>
                <c:pt idx="3979">
                  <c:v>174</c:v>
                </c:pt>
                <c:pt idx="3980">
                  <c:v>174</c:v>
                </c:pt>
                <c:pt idx="3981">
                  <c:v>174</c:v>
                </c:pt>
                <c:pt idx="3982">
                  <c:v>174</c:v>
                </c:pt>
                <c:pt idx="3983">
                  <c:v>174</c:v>
                </c:pt>
                <c:pt idx="3984">
                  <c:v>174</c:v>
                </c:pt>
                <c:pt idx="3985">
                  <c:v>174</c:v>
                </c:pt>
                <c:pt idx="3986">
                  <c:v>173</c:v>
                </c:pt>
                <c:pt idx="3987">
                  <c:v>174</c:v>
                </c:pt>
                <c:pt idx="3988">
                  <c:v>174</c:v>
                </c:pt>
                <c:pt idx="3989">
                  <c:v>174</c:v>
                </c:pt>
                <c:pt idx="3990">
                  <c:v>173</c:v>
                </c:pt>
                <c:pt idx="3991">
                  <c:v>173</c:v>
                </c:pt>
                <c:pt idx="3992">
                  <c:v>174</c:v>
                </c:pt>
                <c:pt idx="3993">
                  <c:v>173</c:v>
                </c:pt>
                <c:pt idx="3994">
                  <c:v>173</c:v>
                </c:pt>
                <c:pt idx="3995">
                  <c:v>173</c:v>
                </c:pt>
                <c:pt idx="3996">
                  <c:v>173</c:v>
                </c:pt>
                <c:pt idx="3997">
                  <c:v>173</c:v>
                </c:pt>
                <c:pt idx="3998">
                  <c:v>173</c:v>
                </c:pt>
                <c:pt idx="3999">
                  <c:v>173</c:v>
                </c:pt>
                <c:pt idx="4000">
                  <c:v>173</c:v>
                </c:pt>
                <c:pt idx="4001">
                  <c:v>173</c:v>
                </c:pt>
                <c:pt idx="4002">
                  <c:v>172</c:v>
                </c:pt>
                <c:pt idx="4003">
                  <c:v>172</c:v>
                </c:pt>
                <c:pt idx="4004">
                  <c:v>173</c:v>
                </c:pt>
                <c:pt idx="4005">
                  <c:v>173</c:v>
                </c:pt>
                <c:pt idx="4006">
                  <c:v>172</c:v>
                </c:pt>
                <c:pt idx="4007">
                  <c:v>172</c:v>
                </c:pt>
                <c:pt idx="4008">
                  <c:v>173</c:v>
                </c:pt>
                <c:pt idx="4009">
                  <c:v>173</c:v>
                </c:pt>
                <c:pt idx="4010">
                  <c:v>173</c:v>
                </c:pt>
                <c:pt idx="4011">
                  <c:v>172</c:v>
                </c:pt>
                <c:pt idx="4012">
                  <c:v>172</c:v>
                </c:pt>
                <c:pt idx="4013">
                  <c:v>172</c:v>
                </c:pt>
                <c:pt idx="4014">
                  <c:v>172</c:v>
                </c:pt>
                <c:pt idx="4015">
                  <c:v>172</c:v>
                </c:pt>
                <c:pt idx="4016">
                  <c:v>172</c:v>
                </c:pt>
                <c:pt idx="4017">
                  <c:v>172</c:v>
                </c:pt>
                <c:pt idx="4018">
                  <c:v>172</c:v>
                </c:pt>
                <c:pt idx="4019">
                  <c:v>172</c:v>
                </c:pt>
                <c:pt idx="4020">
                  <c:v>171</c:v>
                </c:pt>
                <c:pt idx="4021">
                  <c:v>171</c:v>
                </c:pt>
                <c:pt idx="4022">
                  <c:v>171</c:v>
                </c:pt>
                <c:pt idx="4023">
                  <c:v>171</c:v>
                </c:pt>
                <c:pt idx="4024">
                  <c:v>171</c:v>
                </c:pt>
                <c:pt idx="4025">
                  <c:v>171</c:v>
                </c:pt>
                <c:pt idx="4026">
                  <c:v>171</c:v>
                </c:pt>
                <c:pt idx="4027">
                  <c:v>171</c:v>
                </c:pt>
                <c:pt idx="4028">
                  <c:v>171</c:v>
                </c:pt>
                <c:pt idx="4029">
                  <c:v>171</c:v>
                </c:pt>
                <c:pt idx="4030">
                  <c:v>170</c:v>
                </c:pt>
                <c:pt idx="4031">
                  <c:v>170</c:v>
                </c:pt>
                <c:pt idx="4032">
                  <c:v>171</c:v>
                </c:pt>
                <c:pt idx="4033">
                  <c:v>171</c:v>
                </c:pt>
                <c:pt idx="4034">
                  <c:v>171</c:v>
                </c:pt>
                <c:pt idx="4035">
                  <c:v>170</c:v>
                </c:pt>
                <c:pt idx="4036">
                  <c:v>171</c:v>
                </c:pt>
                <c:pt idx="4037">
                  <c:v>171</c:v>
                </c:pt>
                <c:pt idx="4038">
                  <c:v>171</c:v>
                </c:pt>
                <c:pt idx="4039">
                  <c:v>171</c:v>
                </c:pt>
                <c:pt idx="4040">
                  <c:v>170</c:v>
                </c:pt>
                <c:pt idx="4041">
                  <c:v>170</c:v>
                </c:pt>
                <c:pt idx="4042">
                  <c:v>170</c:v>
                </c:pt>
                <c:pt idx="4043">
                  <c:v>171</c:v>
                </c:pt>
                <c:pt idx="4044">
                  <c:v>171</c:v>
                </c:pt>
                <c:pt idx="4045">
                  <c:v>170</c:v>
                </c:pt>
                <c:pt idx="4046">
                  <c:v>171</c:v>
                </c:pt>
                <c:pt idx="4047">
                  <c:v>170</c:v>
                </c:pt>
                <c:pt idx="4048">
                  <c:v>170</c:v>
                </c:pt>
                <c:pt idx="4049">
                  <c:v>170</c:v>
                </c:pt>
                <c:pt idx="4050">
                  <c:v>170</c:v>
                </c:pt>
                <c:pt idx="4051">
                  <c:v>170</c:v>
                </c:pt>
                <c:pt idx="4052">
                  <c:v>170</c:v>
                </c:pt>
                <c:pt idx="4053">
                  <c:v>169</c:v>
                </c:pt>
                <c:pt idx="4054">
                  <c:v>169</c:v>
                </c:pt>
                <c:pt idx="4055">
                  <c:v>169</c:v>
                </c:pt>
                <c:pt idx="4056">
                  <c:v>169</c:v>
                </c:pt>
                <c:pt idx="4057">
                  <c:v>169</c:v>
                </c:pt>
                <c:pt idx="4058">
                  <c:v>169</c:v>
                </c:pt>
                <c:pt idx="4059">
                  <c:v>169</c:v>
                </c:pt>
                <c:pt idx="4060">
                  <c:v>169</c:v>
                </c:pt>
                <c:pt idx="4061">
                  <c:v>169</c:v>
                </c:pt>
                <c:pt idx="4062">
                  <c:v>169</c:v>
                </c:pt>
                <c:pt idx="4063">
                  <c:v>169</c:v>
                </c:pt>
                <c:pt idx="4064">
                  <c:v>168</c:v>
                </c:pt>
                <c:pt idx="4065">
                  <c:v>168</c:v>
                </c:pt>
                <c:pt idx="4066">
                  <c:v>168</c:v>
                </c:pt>
                <c:pt idx="4067">
                  <c:v>168</c:v>
                </c:pt>
                <c:pt idx="4068">
                  <c:v>168</c:v>
                </c:pt>
                <c:pt idx="4069">
                  <c:v>168</c:v>
                </c:pt>
                <c:pt idx="4070">
                  <c:v>168</c:v>
                </c:pt>
                <c:pt idx="4071">
                  <c:v>167</c:v>
                </c:pt>
                <c:pt idx="4072">
                  <c:v>167</c:v>
                </c:pt>
                <c:pt idx="4073">
                  <c:v>167</c:v>
                </c:pt>
                <c:pt idx="4074">
                  <c:v>167</c:v>
                </c:pt>
                <c:pt idx="4075">
                  <c:v>167</c:v>
                </c:pt>
                <c:pt idx="4076">
                  <c:v>166</c:v>
                </c:pt>
                <c:pt idx="4077">
                  <c:v>166</c:v>
                </c:pt>
                <c:pt idx="4078">
                  <c:v>165</c:v>
                </c:pt>
                <c:pt idx="4079">
                  <c:v>165</c:v>
                </c:pt>
                <c:pt idx="4080">
                  <c:v>165</c:v>
                </c:pt>
                <c:pt idx="4081">
                  <c:v>164</c:v>
                </c:pt>
                <c:pt idx="4082">
                  <c:v>163</c:v>
                </c:pt>
                <c:pt idx="4083">
                  <c:v>163</c:v>
                </c:pt>
                <c:pt idx="4084">
                  <c:v>163</c:v>
                </c:pt>
                <c:pt idx="4085">
                  <c:v>162</c:v>
                </c:pt>
                <c:pt idx="4086">
                  <c:v>162</c:v>
                </c:pt>
                <c:pt idx="4087">
                  <c:v>162</c:v>
                </c:pt>
                <c:pt idx="4088">
                  <c:v>161</c:v>
                </c:pt>
                <c:pt idx="4089">
                  <c:v>160</c:v>
                </c:pt>
                <c:pt idx="4090">
                  <c:v>160</c:v>
                </c:pt>
                <c:pt idx="4091">
                  <c:v>160</c:v>
                </c:pt>
                <c:pt idx="4092">
                  <c:v>160</c:v>
                </c:pt>
                <c:pt idx="4093">
                  <c:v>160</c:v>
                </c:pt>
                <c:pt idx="4094">
                  <c:v>160</c:v>
                </c:pt>
                <c:pt idx="4095">
                  <c:v>159</c:v>
                </c:pt>
                <c:pt idx="4096">
                  <c:v>159</c:v>
                </c:pt>
                <c:pt idx="4097">
                  <c:v>159</c:v>
                </c:pt>
                <c:pt idx="4098">
                  <c:v>159</c:v>
                </c:pt>
                <c:pt idx="4099">
                  <c:v>159</c:v>
                </c:pt>
                <c:pt idx="4100">
                  <c:v>158</c:v>
                </c:pt>
                <c:pt idx="4101">
                  <c:v>158</c:v>
                </c:pt>
                <c:pt idx="4102">
                  <c:v>158</c:v>
                </c:pt>
                <c:pt idx="4103">
                  <c:v>157</c:v>
                </c:pt>
                <c:pt idx="4104">
                  <c:v>158</c:v>
                </c:pt>
                <c:pt idx="4105">
                  <c:v>157</c:v>
                </c:pt>
                <c:pt idx="4106">
                  <c:v>157</c:v>
                </c:pt>
                <c:pt idx="4107">
                  <c:v>157</c:v>
                </c:pt>
                <c:pt idx="4108">
                  <c:v>157</c:v>
                </c:pt>
                <c:pt idx="4109">
                  <c:v>157</c:v>
                </c:pt>
                <c:pt idx="4110">
                  <c:v>157</c:v>
                </c:pt>
                <c:pt idx="4111">
                  <c:v>156</c:v>
                </c:pt>
                <c:pt idx="4112">
                  <c:v>156</c:v>
                </c:pt>
                <c:pt idx="4113">
                  <c:v>156</c:v>
                </c:pt>
                <c:pt idx="4114">
                  <c:v>156</c:v>
                </c:pt>
                <c:pt idx="4115">
                  <c:v>156</c:v>
                </c:pt>
                <c:pt idx="4116">
                  <c:v>156</c:v>
                </c:pt>
                <c:pt idx="4117">
                  <c:v>156</c:v>
                </c:pt>
                <c:pt idx="4118">
                  <c:v>156</c:v>
                </c:pt>
                <c:pt idx="4119">
                  <c:v>156</c:v>
                </c:pt>
                <c:pt idx="4120">
                  <c:v>155</c:v>
                </c:pt>
                <c:pt idx="4121">
                  <c:v>155</c:v>
                </c:pt>
                <c:pt idx="4122">
                  <c:v>155</c:v>
                </c:pt>
                <c:pt idx="4123">
                  <c:v>155</c:v>
                </c:pt>
                <c:pt idx="4124">
                  <c:v>155</c:v>
                </c:pt>
                <c:pt idx="4125">
                  <c:v>154</c:v>
                </c:pt>
                <c:pt idx="4126">
                  <c:v>154</c:v>
                </c:pt>
                <c:pt idx="4127">
                  <c:v>154</c:v>
                </c:pt>
                <c:pt idx="4128">
                  <c:v>154</c:v>
                </c:pt>
                <c:pt idx="4129">
                  <c:v>153</c:v>
                </c:pt>
                <c:pt idx="4130">
                  <c:v>153</c:v>
                </c:pt>
                <c:pt idx="4131">
                  <c:v>153</c:v>
                </c:pt>
                <c:pt idx="4132">
                  <c:v>153</c:v>
                </c:pt>
                <c:pt idx="4133">
                  <c:v>153</c:v>
                </c:pt>
                <c:pt idx="4134">
                  <c:v>153</c:v>
                </c:pt>
                <c:pt idx="4135">
                  <c:v>153</c:v>
                </c:pt>
                <c:pt idx="4136">
                  <c:v>154</c:v>
                </c:pt>
                <c:pt idx="4137">
                  <c:v>153</c:v>
                </c:pt>
                <c:pt idx="4138">
                  <c:v>154</c:v>
                </c:pt>
                <c:pt idx="4139">
                  <c:v>154</c:v>
                </c:pt>
                <c:pt idx="4140">
                  <c:v>154</c:v>
                </c:pt>
                <c:pt idx="4141">
                  <c:v>154</c:v>
                </c:pt>
                <c:pt idx="4142">
                  <c:v>154</c:v>
                </c:pt>
                <c:pt idx="4143">
                  <c:v>155</c:v>
                </c:pt>
                <c:pt idx="4144">
                  <c:v>155</c:v>
                </c:pt>
                <c:pt idx="4145">
                  <c:v>155</c:v>
                </c:pt>
                <c:pt idx="4146">
                  <c:v>155</c:v>
                </c:pt>
                <c:pt idx="4147">
                  <c:v>156</c:v>
                </c:pt>
                <c:pt idx="4148">
                  <c:v>156</c:v>
                </c:pt>
                <c:pt idx="4149">
                  <c:v>156</c:v>
                </c:pt>
                <c:pt idx="4150">
                  <c:v>157</c:v>
                </c:pt>
                <c:pt idx="4151">
                  <c:v>157</c:v>
                </c:pt>
                <c:pt idx="4152">
                  <c:v>157</c:v>
                </c:pt>
                <c:pt idx="4153">
                  <c:v>158</c:v>
                </c:pt>
                <c:pt idx="4154">
                  <c:v>158</c:v>
                </c:pt>
                <c:pt idx="4155">
                  <c:v>158</c:v>
                </c:pt>
                <c:pt idx="4156">
                  <c:v>159</c:v>
                </c:pt>
                <c:pt idx="4157">
                  <c:v>159</c:v>
                </c:pt>
                <c:pt idx="4158">
                  <c:v>159</c:v>
                </c:pt>
                <c:pt idx="4159">
                  <c:v>159</c:v>
                </c:pt>
                <c:pt idx="4160">
                  <c:v>160</c:v>
                </c:pt>
                <c:pt idx="4161">
                  <c:v>160</c:v>
                </c:pt>
                <c:pt idx="4162">
                  <c:v>160</c:v>
                </c:pt>
                <c:pt idx="4163">
                  <c:v>160</c:v>
                </c:pt>
                <c:pt idx="4164">
                  <c:v>161</c:v>
                </c:pt>
                <c:pt idx="4165">
                  <c:v>161</c:v>
                </c:pt>
                <c:pt idx="4166">
                  <c:v>161</c:v>
                </c:pt>
                <c:pt idx="4167">
                  <c:v>162</c:v>
                </c:pt>
                <c:pt idx="4168">
                  <c:v>162</c:v>
                </c:pt>
                <c:pt idx="4169">
                  <c:v>162</c:v>
                </c:pt>
                <c:pt idx="4170">
                  <c:v>162</c:v>
                </c:pt>
                <c:pt idx="4171">
                  <c:v>163</c:v>
                </c:pt>
                <c:pt idx="4172">
                  <c:v>163</c:v>
                </c:pt>
                <c:pt idx="4173">
                  <c:v>163</c:v>
                </c:pt>
                <c:pt idx="4174">
                  <c:v>163</c:v>
                </c:pt>
                <c:pt idx="4175">
                  <c:v>163</c:v>
                </c:pt>
                <c:pt idx="4176">
                  <c:v>163</c:v>
                </c:pt>
                <c:pt idx="4177">
                  <c:v>163</c:v>
                </c:pt>
                <c:pt idx="4178">
                  <c:v>163</c:v>
                </c:pt>
                <c:pt idx="4179">
                  <c:v>163</c:v>
                </c:pt>
                <c:pt idx="4180">
                  <c:v>163</c:v>
                </c:pt>
                <c:pt idx="4181">
                  <c:v>163</c:v>
                </c:pt>
                <c:pt idx="4182">
                  <c:v>163</c:v>
                </c:pt>
                <c:pt idx="4183">
                  <c:v>163</c:v>
                </c:pt>
                <c:pt idx="4184">
                  <c:v>163</c:v>
                </c:pt>
                <c:pt idx="4185">
                  <c:v>163</c:v>
                </c:pt>
                <c:pt idx="4186">
                  <c:v>163</c:v>
                </c:pt>
                <c:pt idx="4187">
                  <c:v>163</c:v>
                </c:pt>
                <c:pt idx="4188">
                  <c:v>163</c:v>
                </c:pt>
                <c:pt idx="4189">
                  <c:v>163</c:v>
                </c:pt>
                <c:pt idx="4190">
                  <c:v>163</c:v>
                </c:pt>
                <c:pt idx="4191">
                  <c:v>163</c:v>
                </c:pt>
                <c:pt idx="4192">
                  <c:v>163</c:v>
                </c:pt>
                <c:pt idx="4193">
                  <c:v>164</c:v>
                </c:pt>
                <c:pt idx="4194">
                  <c:v>163</c:v>
                </c:pt>
                <c:pt idx="4195">
                  <c:v>163</c:v>
                </c:pt>
                <c:pt idx="4196">
                  <c:v>163</c:v>
                </c:pt>
                <c:pt idx="4197">
                  <c:v>163</c:v>
                </c:pt>
                <c:pt idx="4198">
                  <c:v>164</c:v>
                </c:pt>
                <c:pt idx="4199">
                  <c:v>163</c:v>
                </c:pt>
                <c:pt idx="4200">
                  <c:v>164</c:v>
                </c:pt>
                <c:pt idx="4201">
                  <c:v>163</c:v>
                </c:pt>
                <c:pt idx="4202">
                  <c:v>163</c:v>
                </c:pt>
                <c:pt idx="4203">
                  <c:v>163</c:v>
                </c:pt>
                <c:pt idx="4204">
                  <c:v>163</c:v>
                </c:pt>
                <c:pt idx="4205">
                  <c:v>163</c:v>
                </c:pt>
                <c:pt idx="4206">
                  <c:v>163</c:v>
                </c:pt>
                <c:pt idx="4207">
                  <c:v>163</c:v>
                </c:pt>
                <c:pt idx="4208">
                  <c:v>163</c:v>
                </c:pt>
                <c:pt idx="4209">
                  <c:v>163</c:v>
                </c:pt>
                <c:pt idx="4210">
                  <c:v>163</c:v>
                </c:pt>
                <c:pt idx="4211">
                  <c:v>163</c:v>
                </c:pt>
                <c:pt idx="4212">
                  <c:v>163</c:v>
                </c:pt>
                <c:pt idx="4213">
                  <c:v>163</c:v>
                </c:pt>
                <c:pt idx="4214">
                  <c:v>163</c:v>
                </c:pt>
                <c:pt idx="4215">
                  <c:v>163</c:v>
                </c:pt>
                <c:pt idx="4216">
                  <c:v>162</c:v>
                </c:pt>
                <c:pt idx="4217">
                  <c:v>162</c:v>
                </c:pt>
                <c:pt idx="4218">
                  <c:v>162</c:v>
                </c:pt>
                <c:pt idx="4219">
                  <c:v>162</c:v>
                </c:pt>
                <c:pt idx="4220">
                  <c:v>162</c:v>
                </c:pt>
                <c:pt idx="4221">
                  <c:v>162</c:v>
                </c:pt>
                <c:pt idx="4222">
                  <c:v>162</c:v>
                </c:pt>
                <c:pt idx="4223">
                  <c:v>162</c:v>
                </c:pt>
                <c:pt idx="4224">
                  <c:v>161</c:v>
                </c:pt>
                <c:pt idx="4225">
                  <c:v>161</c:v>
                </c:pt>
                <c:pt idx="4226">
                  <c:v>161</c:v>
                </c:pt>
                <c:pt idx="4227">
                  <c:v>161</c:v>
                </c:pt>
                <c:pt idx="4228">
                  <c:v>161</c:v>
                </c:pt>
                <c:pt idx="4229">
                  <c:v>161</c:v>
                </c:pt>
                <c:pt idx="4230">
                  <c:v>161</c:v>
                </c:pt>
                <c:pt idx="4231">
                  <c:v>161</c:v>
                </c:pt>
                <c:pt idx="4232">
                  <c:v>161</c:v>
                </c:pt>
                <c:pt idx="4233">
                  <c:v>161</c:v>
                </c:pt>
                <c:pt idx="4234">
                  <c:v>161</c:v>
                </c:pt>
                <c:pt idx="4235">
                  <c:v>161</c:v>
                </c:pt>
                <c:pt idx="4236">
                  <c:v>161</c:v>
                </c:pt>
                <c:pt idx="4237">
                  <c:v>161</c:v>
                </c:pt>
                <c:pt idx="4238">
                  <c:v>161</c:v>
                </c:pt>
                <c:pt idx="4239">
                  <c:v>161</c:v>
                </c:pt>
                <c:pt idx="4240">
                  <c:v>160</c:v>
                </c:pt>
                <c:pt idx="4241">
                  <c:v>161</c:v>
                </c:pt>
                <c:pt idx="4242">
                  <c:v>161</c:v>
                </c:pt>
                <c:pt idx="4243">
                  <c:v>160</c:v>
                </c:pt>
                <c:pt idx="4244">
                  <c:v>161</c:v>
                </c:pt>
                <c:pt idx="4245">
                  <c:v>160</c:v>
                </c:pt>
                <c:pt idx="4246">
                  <c:v>160</c:v>
                </c:pt>
                <c:pt idx="4247">
                  <c:v>160</c:v>
                </c:pt>
                <c:pt idx="4248">
                  <c:v>161</c:v>
                </c:pt>
                <c:pt idx="4249">
                  <c:v>161</c:v>
                </c:pt>
                <c:pt idx="4250">
                  <c:v>160</c:v>
                </c:pt>
                <c:pt idx="4251">
                  <c:v>160</c:v>
                </c:pt>
                <c:pt idx="4252">
                  <c:v>160</c:v>
                </c:pt>
                <c:pt idx="4253">
                  <c:v>160</c:v>
                </c:pt>
                <c:pt idx="4254">
                  <c:v>160</c:v>
                </c:pt>
                <c:pt idx="4255">
                  <c:v>160</c:v>
                </c:pt>
                <c:pt idx="4256">
                  <c:v>160</c:v>
                </c:pt>
                <c:pt idx="4257">
                  <c:v>160</c:v>
                </c:pt>
                <c:pt idx="4258">
                  <c:v>160</c:v>
                </c:pt>
                <c:pt idx="4259">
                  <c:v>160</c:v>
                </c:pt>
                <c:pt idx="4260">
                  <c:v>160</c:v>
                </c:pt>
                <c:pt idx="4261">
                  <c:v>160</c:v>
                </c:pt>
                <c:pt idx="4262">
                  <c:v>160</c:v>
                </c:pt>
                <c:pt idx="4263">
                  <c:v>160</c:v>
                </c:pt>
                <c:pt idx="4264">
                  <c:v>160</c:v>
                </c:pt>
                <c:pt idx="4265">
                  <c:v>160</c:v>
                </c:pt>
                <c:pt idx="4266">
                  <c:v>160</c:v>
                </c:pt>
                <c:pt idx="4267">
                  <c:v>161</c:v>
                </c:pt>
                <c:pt idx="4268">
                  <c:v>160</c:v>
                </c:pt>
                <c:pt idx="4269">
                  <c:v>160</c:v>
                </c:pt>
                <c:pt idx="4270">
                  <c:v>160</c:v>
                </c:pt>
                <c:pt idx="4271">
                  <c:v>160</c:v>
                </c:pt>
                <c:pt idx="4272">
                  <c:v>161</c:v>
                </c:pt>
                <c:pt idx="4273">
                  <c:v>161</c:v>
                </c:pt>
                <c:pt idx="4274">
                  <c:v>161</c:v>
                </c:pt>
                <c:pt idx="4275">
                  <c:v>161</c:v>
                </c:pt>
                <c:pt idx="4276">
                  <c:v>160</c:v>
                </c:pt>
                <c:pt idx="4277">
                  <c:v>161</c:v>
                </c:pt>
                <c:pt idx="4278">
                  <c:v>161</c:v>
                </c:pt>
                <c:pt idx="4279">
                  <c:v>161</c:v>
                </c:pt>
                <c:pt idx="4280">
                  <c:v>161</c:v>
                </c:pt>
                <c:pt idx="4281">
                  <c:v>161</c:v>
                </c:pt>
                <c:pt idx="4282">
                  <c:v>162</c:v>
                </c:pt>
                <c:pt idx="4283">
                  <c:v>162</c:v>
                </c:pt>
                <c:pt idx="4284">
                  <c:v>162</c:v>
                </c:pt>
                <c:pt idx="4285">
                  <c:v>162</c:v>
                </c:pt>
                <c:pt idx="4286">
                  <c:v>162</c:v>
                </c:pt>
                <c:pt idx="4287">
                  <c:v>162</c:v>
                </c:pt>
                <c:pt idx="4288">
                  <c:v>162</c:v>
                </c:pt>
                <c:pt idx="4289">
                  <c:v>162</c:v>
                </c:pt>
                <c:pt idx="4290">
                  <c:v>162</c:v>
                </c:pt>
                <c:pt idx="4291">
                  <c:v>162</c:v>
                </c:pt>
                <c:pt idx="4292">
                  <c:v>162</c:v>
                </c:pt>
                <c:pt idx="4293">
                  <c:v>161</c:v>
                </c:pt>
                <c:pt idx="4294">
                  <c:v>162</c:v>
                </c:pt>
                <c:pt idx="4295">
                  <c:v>162</c:v>
                </c:pt>
                <c:pt idx="4296">
                  <c:v>161</c:v>
                </c:pt>
                <c:pt idx="4297">
                  <c:v>162</c:v>
                </c:pt>
                <c:pt idx="4298">
                  <c:v>162</c:v>
                </c:pt>
                <c:pt idx="4299">
                  <c:v>162</c:v>
                </c:pt>
                <c:pt idx="4300">
                  <c:v>162</c:v>
                </c:pt>
                <c:pt idx="4301">
                  <c:v>162</c:v>
                </c:pt>
                <c:pt idx="4302">
                  <c:v>163</c:v>
                </c:pt>
                <c:pt idx="4303">
                  <c:v>162</c:v>
                </c:pt>
                <c:pt idx="4304">
                  <c:v>163</c:v>
                </c:pt>
                <c:pt idx="4305">
                  <c:v>163</c:v>
                </c:pt>
                <c:pt idx="4306">
                  <c:v>163</c:v>
                </c:pt>
                <c:pt idx="4307">
                  <c:v>163</c:v>
                </c:pt>
                <c:pt idx="4308">
                  <c:v>163</c:v>
                </c:pt>
                <c:pt idx="4309">
                  <c:v>163</c:v>
                </c:pt>
                <c:pt idx="4310">
                  <c:v>163</c:v>
                </c:pt>
                <c:pt idx="4311">
                  <c:v>163</c:v>
                </c:pt>
                <c:pt idx="4312">
                  <c:v>163</c:v>
                </c:pt>
                <c:pt idx="4313">
                  <c:v>163</c:v>
                </c:pt>
                <c:pt idx="4314">
                  <c:v>164</c:v>
                </c:pt>
                <c:pt idx="4315">
                  <c:v>163</c:v>
                </c:pt>
                <c:pt idx="4316">
                  <c:v>163</c:v>
                </c:pt>
                <c:pt idx="4317">
                  <c:v>163</c:v>
                </c:pt>
                <c:pt idx="4318">
                  <c:v>163</c:v>
                </c:pt>
                <c:pt idx="4319">
                  <c:v>163</c:v>
                </c:pt>
                <c:pt idx="4320">
                  <c:v>163</c:v>
                </c:pt>
                <c:pt idx="4321">
                  <c:v>164</c:v>
                </c:pt>
                <c:pt idx="4322">
                  <c:v>163</c:v>
                </c:pt>
                <c:pt idx="4323">
                  <c:v>164</c:v>
                </c:pt>
                <c:pt idx="4324">
                  <c:v>163</c:v>
                </c:pt>
                <c:pt idx="4325">
                  <c:v>163</c:v>
                </c:pt>
                <c:pt idx="4326">
                  <c:v>163</c:v>
                </c:pt>
                <c:pt idx="4327">
                  <c:v>163</c:v>
                </c:pt>
                <c:pt idx="4328">
                  <c:v>164</c:v>
                </c:pt>
                <c:pt idx="4329">
                  <c:v>163</c:v>
                </c:pt>
                <c:pt idx="4330">
                  <c:v>163</c:v>
                </c:pt>
                <c:pt idx="4331">
                  <c:v>163</c:v>
                </c:pt>
                <c:pt idx="4332">
                  <c:v>163</c:v>
                </c:pt>
                <c:pt idx="4333">
                  <c:v>163</c:v>
                </c:pt>
                <c:pt idx="4334">
                  <c:v>163</c:v>
                </c:pt>
                <c:pt idx="4335">
                  <c:v>163</c:v>
                </c:pt>
                <c:pt idx="4336">
                  <c:v>163</c:v>
                </c:pt>
                <c:pt idx="4337">
                  <c:v>163</c:v>
                </c:pt>
                <c:pt idx="4338">
                  <c:v>163</c:v>
                </c:pt>
                <c:pt idx="4339">
                  <c:v>163</c:v>
                </c:pt>
                <c:pt idx="4340">
                  <c:v>163</c:v>
                </c:pt>
                <c:pt idx="4341">
                  <c:v>163</c:v>
                </c:pt>
                <c:pt idx="4342">
                  <c:v>163</c:v>
                </c:pt>
                <c:pt idx="4343">
                  <c:v>163</c:v>
                </c:pt>
                <c:pt idx="4344">
                  <c:v>163</c:v>
                </c:pt>
                <c:pt idx="4345">
                  <c:v>163</c:v>
                </c:pt>
                <c:pt idx="4346">
                  <c:v>163</c:v>
                </c:pt>
                <c:pt idx="4347">
                  <c:v>163</c:v>
                </c:pt>
                <c:pt idx="4348">
                  <c:v>164</c:v>
                </c:pt>
                <c:pt idx="4349">
                  <c:v>163</c:v>
                </c:pt>
                <c:pt idx="4350">
                  <c:v>163</c:v>
                </c:pt>
                <c:pt idx="4351">
                  <c:v>163</c:v>
                </c:pt>
                <c:pt idx="4352">
                  <c:v>163</c:v>
                </c:pt>
                <c:pt idx="4353">
                  <c:v>163</c:v>
                </c:pt>
                <c:pt idx="4354">
                  <c:v>163</c:v>
                </c:pt>
                <c:pt idx="4355">
                  <c:v>163</c:v>
                </c:pt>
                <c:pt idx="4356">
                  <c:v>163</c:v>
                </c:pt>
                <c:pt idx="4357">
                  <c:v>163</c:v>
                </c:pt>
                <c:pt idx="4358">
                  <c:v>163</c:v>
                </c:pt>
                <c:pt idx="4359">
                  <c:v>162</c:v>
                </c:pt>
                <c:pt idx="4360">
                  <c:v>162</c:v>
                </c:pt>
                <c:pt idx="4361">
                  <c:v>162</c:v>
                </c:pt>
                <c:pt idx="4362">
                  <c:v>162</c:v>
                </c:pt>
                <c:pt idx="4363">
                  <c:v>162</c:v>
                </c:pt>
                <c:pt idx="4364">
                  <c:v>161</c:v>
                </c:pt>
                <c:pt idx="4365">
                  <c:v>161</c:v>
                </c:pt>
                <c:pt idx="4366">
                  <c:v>162</c:v>
                </c:pt>
                <c:pt idx="4367">
                  <c:v>162</c:v>
                </c:pt>
                <c:pt idx="4368">
                  <c:v>162</c:v>
                </c:pt>
                <c:pt idx="4369">
                  <c:v>162</c:v>
                </c:pt>
                <c:pt idx="4370">
                  <c:v>162</c:v>
                </c:pt>
                <c:pt idx="4371">
                  <c:v>162</c:v>
                </c:pt>
                <c:pt idx="4372">
                  <c:v>162</c:v>
                </c:pt>
                <c:pt idx="4373">
                  <c:v>162</c:v>
                </c:pt>
                <c:pt idx="4374">
                  <c:v>162</c:v>
                </c:pt>
                <c:pt idx="4375">
                  <c:v>163</c:v>
                </c:pt>
                <c:pt idx="4376">
                  <c:v>163</c:v>
                </c:pt>
                <c:pt idx="4377">
                  <c:v>163</c:v>
                </c:pt>
                <c:pt idx="4378">
                  <c:v>162</c:v>
                </c:pt>
                <c:pt idx="4379">
                  <c:v>162</c:v>
                </c:pt>
                <c:pt idx="4380">
                  <c:v>163</c:v>
                </c:pt>
                <c:pt idx="4381">
                  <c:v>163</c:v>
                </c:pt>
                <c:pt idx="4382">
                  <c:v>163</c:v>
                </c:pt>
                <c:pt idx="4383">
                  <c:v>163</c:v>
                </c:pt>
                <c:pt idx="4384">
                  <c:v>163</c:v>
                </c:pt>
                <c:pt idx="4385">
                  <c:v>163</c:v>
                </c:pt>
                <c:pt idx="4386">
                  <c:v>163</c:v>
                </c:pt>
                <c:pt idx="4387">
                  <c:v>163</c:v>
                </c:pt>
                <c:pt idx="4388">
                  <c:v>164</c:v>
                </c:pt>
                <c:pt idx="4389">
                  <c:v>163</c:v>
                </c:pt>
                <c:pt idx="4390">
                  <c:v>163</c:v>
                </c:pt>
                <c:pt idx="4391">
                  <c:v>164</c:v>
                </c:pt>
                <c:pt idx="4392">
                  <c:v>163</c:v>
                </c:pt>
                <c:pt idx="4393">
                  <c:v>163</c:v>
                </c:pt>
                <c:pt idx="4394">
                  <c:v>163</c:v>
                </c:pt>
                <c:pt idx="4395">
                  <c:v>163</c:v>
                </c:pt>
                <c:pt idx="4396">
                  <c:v>162</c:v>
                </c:pt>
                <c:pt idx="4397">
                  <c:v>162</c:v>
                </c:pt>
                <c:pt idx="4398">
                  <c:v>162</c:v>
                </c:pt>
                <c:pt idx="4399">
                  <c:v>162</c:v>
                </c:pt>
                <c:pt idx="4400">
                  <c:v>162</c:v>
                </c:pt>
                <c:pt idx="4401">
                  <c:v>162</c:v>
                </c:pt>
                <c:pt idx="4402">
                  <c:v>162</c:v>
                </c:pt>
                <c:pt idx="4403">
                  <c:v>163</c:v>
                </c:pt>
                <c:pt idx="4404">
                  <c:v>163</c:v>
                </c:pt>
                <c:pt idx="4405">
                  <c:v>163</c:v>
                </c:pt>
                <c:pt idx="4406">
                  <c:v>163</c:v>
                </c:pt>
                <c:pt idx="4407">
                  <c:v>163</c:v>
                </c:pt>
                <c:pt idx="4408">
                  <c:v>163</c:v>
                </c:pt>
                <c:pt idx="4409">
                  <c:v>163</c:v>
                </c:pt>
                <c:pt idx="4410">
                  <c:v>163</c:v>
                </c:pt>
                <c:pt idx="4411">
                  <c:v>163</c:v>
                </c:pt>
                <c:pt idx="4412">
                  <c:v>164</c:v>
                </c:pt>
                <c:pt idx="4413">
                  <c:v>164</c:v>
                </c:pt>
                <c:pt idx="4414">
                  <c:v>164</c:v>
                </c:pt>
                <c:pt idx="4415">
                  <c:v>164</c:v>
                </c:pt>
                <c:pt idx="4416">
                  <c:v>163</c:v>
                </c:pt>
                <c:pt idx="4417">
                  <c:v>163</c:v>
                </c:pt>
                <c:pt idx="4418">
                  <c:v>163</c:v>
                </c:pt>
                <c:pt idx="4419">
                  <c:v>164</c:v>
                </c:pt>
                <c:pt idx="4420">
                  <c:v>164</c:v>
                </c:pt>
                <c:pt idx="4421">
                  <c:v>163</c:v>
                </c:pt>
                <c:pt idx="4422">
                  <c:v>163</c:v>
                </c:pt>
                <c:pt idx="4423">
                  <c:v>164</c:v>
                </c:pt>
                <c:pt idx="4424">
                  <c:v>163</c:v>
                </c:pt>
                <c:pt idx="4425">
                  <c:v>163</c:v>
                </c:pt>
                <c:pt idx="4426">
                  <c:v>164</c:v>
                </c:pt>
                <c:pt idx="4427">
                  <c:v>164</c:v>
                </c:pt>
                <c:pt idx="4428">
                  <c:v>164</c:v>
                </c:pt>
                <c:pt idx="4429">
                  <c:v>164</c:v>
                </c:pt>
                <c:pt idx="4430">
                  <c:v>165</c:v>
                </c:pt>
                <c:pt idx="4431">
                  <c:v>165</c:v>
                </c:pt>
                <c:pt idx="4432">
                  <c:v>165</c:v>
                </c:pt>
                <c:pt idx="4433">
                  <c:v>165</c:v>
                </c:pt>
                <c:pt idx="4434">
                  <c:v>165</c:v>
                </c:pt>
                <c:pt idx="4435">
                  <c:v>166</c:v>
                </c:pt>
                <c:pt idx="4436">
                  <c:v>166</c:v>
                </c:pt>
                <c:pt idx="4437">
                  <c:v>166</c:v>
                </c:pt>
                <c:pt idx="4438">
                  <c:v>167</c:v>
                </c:pt>
                <c:pt idx="4439">
                  <c:v>166</c:v>
                </c:pt>
                <c:pt idx="4440">
                  <c:v>166</c:v>
                </c:pt>
                <c:pt idx="4441">
                  <c:v>167</c:v>
                </c:pt>
                <c:pt idx="4442">
                  <c:v>166</c:v>
                </c:pt>
                <c:pt idx="4443">
                  <c:v>166</c:v>
                </c:pt>
                <c:pt idx="4444">
                  <c:v>166</c:v>
                </c:pt>
                <c:pt idx="4445">
                  <c:v>166</c:v>
                </c:pt>
                <c:pt idx="4446">
                  <c:v>166</c:v>
                </c:pt>
                <c:pt idx="4447">
                  <c:v>167</c:v>
                </c:pt>
                <c:pt idx="4448">
                  <c:v>166</c:v>
                </c:pt>
                <c:pt idx="4449">
                  <c:v>166</c:v>
                </c:pt>
                <c:pt idx="4450">
                  <c:v>167</c:v>
                </c:pt>
                <c:pt idx="4451">
                  <c:v>166</c:v>
                </c:pt>
                <c:pt idx="4452">
                  <c:v>167</c:v>
                </c:pt>
                <c:pt idx="4453">
                  <c:v>166</c:v>
                </c:pt>
                <c:pt idx="4454">
                  <c:v>166</c:v>
                </c:pt>
                <c:pt idx="4455">
                  <c:v>166</c:v>
                </c:pt>
                <c:pt idx="4456">
                  <c:v>167</c:v>
                </c:pt>
                <c:pt idx="4457">
                  <c:v>167</c:v>
                </c:pt>
                <c:pt idx="4458">
                  <c:v>167</c:v>
                </c:pt>
                <c:pt idx="4459">
                  <c:v>167</c:v>
                </c:pt>
                <c:pt idx="4460">
                  <c:v>167</c:v>
                </c:pt>
                <c:pt idx="4461">
                  <c:v>168</c:v>
                </c:pt>
                <c:pt idx="4462">
                  <c:v>168</c:v>
                </c:pt>
                <c:pt idx="4463">
                  <c:v>168</c:v>
                </c:pt>
                <c:pt idx="4464">
                  <c:v>168</c:v>
                </c:pt>
                <c:pt idx="4465">
                  <c:v>168</c:v>
                </c:pt>
                <c:pt idx="4466">
                  <c:v>167</c:v>
                </c:pt>
                <c:pt idx="4467">
                  <c:v>167</c:v>
                </c:pt>
                <c:pt idx="4468">
                  <c:v>167</c:v>
                </c:pt>
                <c:pt idx="4469">
                  <c:v>168</c:v>
                </c:pt>
                <c:pt idx="4470">
                  <c:v>168</c:v>
                </c:pt>
                <c:pt idx="4471">
                  <c:v>168</c:v>
                </c:pt>
                <c:pt idx="4472">
                  <c:v>168</c:v>
                </c:pt>
                <c:pt idx="4473">
                  <c:v>168</c:v>
                </c:pt>
                <c:pt idx="4474">
                  <c:v>168</c:v>
                </c:pt>
                <c:pt idx="4475">
                  <c:v>168</c:v>
                </c:pt>
                <c:pt idx="4476">
                  <c:v>168</c:v>
                </c:pt>
                <c:pt idx="4477">
                  <c:v>168</c:v>
                </c:pt>
                <c:pt idx="4478">
                  <c:v>168</c:v>
                </c:pt>
                <c:pt idx="4479">
                  <c:v>169</c:v>
                </c:pt>
                <c:pt idx="4480">
                  <c:v>169</c:v>
                </c:pt>
                <c:pt idx="4481">
                  <c:v>168</c:v>
                </c:pt>
                <c:pt idx="4482">
                  <c:v>169</c:v>
                </c:pt>
                <c:pt idx="4483">
                  <c:v>169</c:v>
                </c:pt>
                <c:pt idx="4484">
                  <c:v>168</c:v>
                </c:pt>
                <c:pt idx="4485">
                  <c:v>169</c:v>
                </c:pt>
                <c:pt idx="4486">
                  <c:v>169</c:v>
                </c:pt>
                <c:pt idx="4487">
                  <c:v>168</c:v>
                </c:pt>
                <c:pt idx="4488">
                  <c:v>169</c:v>
                </c:pt>
                <c:pt idx="4489">
                  <c:v>168</c:v>
                </c:pt>
                <c:pt idx="4490">
                  <c:v>168</c:v>
                </c:pt>
                <c:pt idx="4491">
                  <c:v>168</c:v>
                </c:pt>
                <c:pt idx="4492">
                  <c:v>169</c:v>
                </c:pt>
                <c:pt idx="4493">
                  <c:v>168</c:v>
                </c:pt>
                <c:pt idx="4494">
                  <c:v>168</c:v>
                </c:pt>
                <c:pt idx="4495">
                  <c:v>169</c:v>
                </c:pt>
                <c:pt idx="4496">
                  <c:v>168</c:v>
                </c:pt>
                <c:pt idx="4497">
                  <c:v>168</c:v>
                </c:pt>
                <c:pt idx="4498">
                  <c:v>168</c:v>
                </c:pt>
                <c:pt idx="4499">
                  <c:v>168</c:v>
                </c:pt>
                <c:pt idx="4500">
                  <c:v>168</c:v>
                </c:pt>
                <c:pt idx="4501">
                  <c:v>169</c:v>
                </c:pt>
                <c:pt idx="4502">
                  <c:v>168</c:v>
                </c:pt>
                <c:pt idx="4503">
                  <c:v>169</c:v>
                </c:pt>
                <c:pt idx="4504">
                  <c:v>169</c:v>
                </c:pt>
                <c:pt idx="4505">
                  <c:v>168</c:v>
                </c:pt>
                <c:pt idx="4506">
                  <c:v>169</c:v>
                </c:pt>
                <c:pt idx="4507">
                  <c:v>169</c:v>
                </c:pt>
                <c:pt idx="4508">
                  <c:v>169</c:v>
                </c:pt>
                <c:pt idx="4509">
                  <c:v>169</c:v>
                </c:pt>
                <c:pt idx="4510">
                  <c:v>169</c:v>
                </c:pt>
                <c:pt idx="4511">
                  <c:v>169</c:v>
                </c:pt>
                <c:pt idx="4512">
                  <c:v>169</c:v>
                </c:pt>
                <c:pt idx="4513">
                  <c:v>169</c:v>
                </c:pt>
                <c:pt idx="4514">
                  <c:v>169</c:v>
                </c:pt>
                <c:pt idx="4515">
                  <c:v>169</c:v>
                </c:pt>
                <c:pt idx="4516">
                  <c:v>169</c:v>
                </c:pt>
                <c:pt idx="4517">
                  <c:v>170</c:v>
                </c:pt>
                <c:pt idx="4518">
                  <c:v>169</c:v>
                </c:pt>
                <c:pt idx="4519">
                  <c:v>169</c:v>
                </c:pt>
                <c:pt idx="4520">
                  <c:v>170</c:v>
                </c:pt>
                <c:pt idx="4521">
                  <c:v>170</c:v>
                </c:pt>
                <c:pt idx="4522">
                  <c:v>170</c:v>
                </c:pt>
                <c:pt idx="4523">
                  <c:v>169</c:v>
                </c:pt>
                <c:pt idx="4524">
                  <c:v>169</c:v>
                </c:pt>
                <c:pt idx="4525">
                  <c:v>170</c:v>
                </c:pt>
                <c:pt idx="4526">
                  <c:v>170</c:v>
                </c:pt>
                <c:pt idx="4527">
                  <c:v>169</c:v>
                </c:pt>
                <c:pt idx="4528">
                  <c:v>169</c:v>
                </c:pt>
                <c:pt idx="4529">
                  <c:v>169</c:v>
                </c:pt>
                <c:pt idx="4530">
                  <c:v>169</c:v>
                </c:pt>
                <c:pt idx="4531">
                  <c:v>169</c:v>
                </c:pt>
                <c:pt idx="4532">
                  <c:v>169</c:v>
                </c:pt>
                <c:pt idx="4533">
                  <c:v>169</c:v>
                </c:pt>
                <c:pt idx="4534">
                  <c:v>169</c:v>
                </c:pt>
                <c:pt idx="4535">
                  <c:v>168</c:v>
                </c:pt>
                <c:pt idx="4536">
                  <c:v>168</c:v>
                </c:pt>
                <c:pt idx="4537">
                  <c:v>168</c:v>
                </c:pt>
                <c:pt idx="4538">
                  <c:v>168</c:v>
                </c:pt>
                <c:pt idx="4539">
                  <c:v>167</c:v>
                </c:pt>
                <c:pt idx="4540">
                  <c:v>167</c:v>
                </c:pt>
                <c:pt idx="4541">
                  <c:v>167</c:v>
                </c:pt>
                <c:pt idx="4542">
                  <c:v>166</c:v>
                </c:pt>
                <c:pt idx="4543">
                  <c:v>166</c:v>
                </c:pt>
                <c:pt idx="4544">
                  <c:v>166</c:v>
                </c:pt>
                <c:pt idx="4545">
                  <c:v>166</c:v>
                </c:pt>
                <c:pt idx="4546">
                  <c:v>165</c:v>
                </c:pt>
                <c:pt idx="4547">
                  <c:v>165</c:v>
                </c:pt>
                <c:pt idx="4548">
                  <c:v>165</c:v>
                </c:pt>
                <c:pt idx="4549">
                  <c:v>165</c:v>
                </c:pt>
                <c:pt idx="4550">
                  <c:v>165</c:v>
                </c:pt>
                <c:pt idx="4551">
                  <c:v>165</c:v>
                </c:pt>
                <c:pt idx="4552">
                  <c:v>165</c:v>
                </c:pt>
                <c:pt idx="4553">
                  <c:v>166</c:v>
                </c:pt>
                <c:pt idx="4554">
                  <c:v>165</c:v>
                </c:pt>
                <c:pt idx="4555">
                  <c:v>165</c:v>
                </c:pt>
                <c:pt idx="4556">
                  <c:v>165</c:v>
                </c:pt>
                <c:pt idx="4557">
                  <c:v>165</c:v>
                </c:pt>
                <c:pt idx="4558">
                  <c:v>165</c:v>
                </c:pt>
                <c:pt idx="4559">
                  <c:v>165</c:v>
                </c:pt>
                <c:pt idx="4560">
                  <c:v>164</c:v>
                </c:pt>
                <c:pt idx="4561">
                  <c:v>164</c:v>
                </c:pt>
                <c:pt idx="4562">
                  <c:v>164</c:v>
                </c:pt>
                <c:pt idx="4563">
                  <c:v>164</c:v>
                </c:pt>
                <c:pt idx="4564">
                  <c:v>164</c:v>
                </c:pt>
                <c:pt idx="4565">
                  <c:v>164</c:v>
                </c:pt>
                <c:pt idx="4566">
                  <c:v>164</c:v>
                </c:pt>
                <c:pt idx="4567">
                  <c:v>164</c:v>
                </c:pt>
                <c:pt idx="4568">
                  <c:v>160</c:v>
                </c:pt>
                <c:pt idx="4569">
                  <c:v>160</c:v>
                </c:pt>
                <c:pt idx="4570">
                  <c:v>160</c:v>
                </c:pt>
                <c:pt idx="4571">
                  <c:v>161</c:v>
                </c:pt>
                <c:pt idx="4572">
                  <c:v>163</c:v>
                </c:pt>
                <c:pt idx="4573">
                  <c:v>164</c:v>
                </c:pt>
                <c:pt idx="4574">
                  <c:v>165</c:v>
                </c:pt>
                <c:pt idx="4575">
                  <c:v>166</c:v>
                </c:pt>
                <c:pt idx="4576">
                  <c:v>166</c:v>
                </c:pt>
                <c:pt idx="4577">
                  <c:v>166</c:v>
                </c:pt>
                <c:pt idx="4578">
                  <c:v>166</c:v>
                </c:pt>
                <c:pt idx="4579">
                  <c:v>166</c:v>
                </c:pt>
                <c:pt idx="4580">
                  <c:v>166</c:v>
                </c:pt>
                <c:pt idx="4581">
                  <c:v>166</c:v>
                </c:pt>
                <c:pt idx="4582">
                  <c:v>166</c:v>
                </c:pt>
                <c:pt idx="4583">
                  <c:v>165</c:v>
                </c:pt>
                <c:pt idx="4584">
                  <c:v>165</c:v>
                </c:pt>
                <c:pt idx="4585">
                  <c:v>165</c:v>
                </c:pt>
                <c:pt idx="4586">
                  <c:v>165</c:v>
                </c:pt>
                <c:pt idx="4587">
                  <c:v>166</c:v>
                </c:pt>
                <c:pt idx="4588">
                  <c:v>165</c:v>
                </c:pt>
                <c:pt idx="4589">
                  <c:v>165</c:v>
                </c:pt>
                <c:pt idx="4590">
                  <c:v>165</c:v>
                </c:pt>
                <c:pt idx="4591">
                  <c:v>165</c:v>
                </c:pt>
                <c:pt idx="4592">
                  <c:v>165</c:v>
                </c:pt>
                <c:pt idx="4593">
                  <c:v>165</c:v>
                </c:pt>
                <c:pt idx="4594">
                  <c:v>165</c:v>
                </c:pt>
                <c:pt idx="4595">
                  <c:v>165</c:v>
                </c:pt>
                <c:pt idx="4596">
                  <c:v>165</c:v>
                </c:pt>
                <c:pt idx="4597">
                  <c:v>165</c:v>
                </c:pt>
                <c:pt idx="4598">
                  <c:v>165</c:v>
                </c:pt>
                <c:pt idx="4599">
                  <c:v>165</c:v>
                </c:pt>
                <c:pt idx="4600">
                  <c:v>165</c:v>
                </c:pt>
                <c:pt idx="4601">
                  <c:v>165</c:v>
                </c:pt>
                <c:pt idx="4602">
                  <c:v>165</c:v>
                </c:pt>
                <c:pt idx="4603">
                  <c:v>165</c:v>
                </c:pt>
                <c:pt idx="4604">
                  <c:v>165</c:v>
                </c:pt>
                <c:pt idx="4605">
                  <c:v>165</c:v>
                </c:pt>
                <c:pt idx="4606">
                  <c:v>164</c:v>
                </c:pt>
                <c:pt idx="4607">
                  <c:v>164</c:v>
                </c:pt>
                <c:pt idx="4608">
                  <c:v>165</c:v>
                </c:pt>
                <c:pt idx="4609">
                  <c:v>164</c:v>
                </c:pt>
                <c:pt idx="4610">
                  <c:v>164</c:v>
                </c:pt>
                <c:pt idx="4611">
                  <c:v>165</c:v>
                </c:pt>
                <c:pt idx="4612">
                  <c:v>165</c:v>
                </c:pt>
                <c:pt idx="4613">
                  <c:v>164</c:v>
                </c:pt>
                <c:pt idx="4614">
                  <c:v>164</c:v>
                </c:pt>
                <c:pt idx="4615">
                  <c:v>164</c:v>
                </c:pt>
                <c:pt idx="4616">
                  <c:v>164</c:v>
                </c:pt>
                <c:pt idx="4617">
                  <c:v>164</c:v>
                </c:pt>
                <c:pt idx="4618">
                  <c:v>163</c:v>
                </c:pt>
                <c:pt idx="4619">
                  <c:v>163</c:v>
                </c:pt>
                <c:pt idx="4620">
                  <c:v>163</c:v>
                </c:pt>
                <c:pt idx="4621">
                  <c:v>163</c:v>
                </c:pt>
                <c:pt idx="4622">
                  <c:v>163</c:v>
                </c:pt>
                <c:pt idx="4623">
                  <c:v>163</c:v>
                </c:pt>
                <c:pt idx="4624">
                  <c:v>163</c:v>
                </c:pt>
                <c:pt idx="4625">
                  <c:v>164</c:v>
                </c:pt>
                <c:pt idx="4626">
                  <c:v>163</c:v>
                </c:pt>
                <c:pt idx="4627">
                  <c:v>164</c:v>
                </c:pt>
                <c:pt idx="4628">
                  <c:v>163</c:v>
                </c:pt>
                <c:pt idx="4629">
                  <c:v>163</c:v>
                </c:pt>
                <c:pt idx="4630">
                  <c:v>163</c:v>
                </c:pt>
                <c:pt idx="4631">
                  <c:v>163</c:v>
                </c:pt>
                <c:pt idx="4632">
                  <c:v>163</c:v>
                </c:pt>
                <c:pt idx="4633">
                  <c:v>163</c:v>
                </c:pt>
                <c:pt idx="4634">
                  <c:v>163</c:v>
                </c:pt>
                <c:pt idx="4635">
                  <c:v>163</c:v>
                </c:pt>
                <c:pt idx="4636">
                  <c:v>163</c:v>
                </c:pt>
                <c:pt idx="4637">
                  <c:v>163</c:v>
                </c:pt>
                <c:pt idx="4638">
                  <c:v>163</c:v>
                </c:pt>
                <c:pt idx="4639">
                  <c:v>163</c:v>
                </c:pt>
                <c:pt idx="4640">
                  <c:v>163</c:v>
                </c:pt>
                <c:pt idx="4641">
                  <c:v>163</c:v>
                </c:pt>
                <c:pt idx="4642">
                  <c:v>163</c:v>
                </c:pt>
                <c:pt idx="4643">
                  <c:v>163</c:v>
                </c:pt>
                <c:pt idx="4644">
                  <c:v>164</c:v>
                </c:pt>
                <c:pt idx="4645">
                  <c:v>163</c:v>
                </c:pt>
                <c:pt idx="4646">
                  <c:v>163</c:v>
                </c:pt>
                <c:pt idx="4647">
                  <c:v>164</c:v>
                </c:pt>
                <c:pt idx="4648">
                  <c:v>164</c:v>
                </c:pt>
                <c:pt idx="4649">
                  <c:v>164</c:v>
                </c:pt>
                <c:pt idx="4650">
                  <c:v>164</c:v>
                </c:pt>
                <c:pt idx="4651">
                  <c:v>163</c:v>
                </c:pt>
                <c:pt idx="4652">
                  <c:v>164</c:v>
                </c:pt>
                <c:pt idx="4653">
                  <c:v>164</c:v>
                </c:pt>
                <c:pt idx="4654">
                  <c:v>164</c:v>
                </c:pt>
                <c:pt idx="4655">
                  <c:v>163</c:v>
                </c:pt>
                <c:pt idx="4656">
                  <c:v>163</c:v>
                </c:pt>
                <c:pt idx="4657">
                  <c:v>163</c:v>
                </c:pt>
                <c:pt idx="4658">
                  <c:v>163</c:v>
                </c:pt>
                <c:pt idx="4659">
                  <c:v>162</c:v>
                </c:pt>
                <c:pt idx="4660">
                  <c:v>162</c:v>
                </c:pt>
                <c:pt idx="4661">
                  <c:v>162</c:v>
                </c:pt>
                <c:pt idx="4662">
                  <c:v>162</c:v>
                </c:pt>
                <c:pt idx="4663">
                  <c:v>161</c:v>
                </c:pt>
                <c:pt idx="4664">
                  <c:v>161</c:v>
                </c:pt>
                <c:pt idx="4665">
                  <c:v>161</c:v>
                </c:pt>
                <c:pt idx="4666">
                  <c:v>161</c:v>
                </c:pt>
                <c:pt idx="4667">
                  <c:v>161</c:v>
                </c:pt>
                <c:pt idx="4668">
                  <c:v>161</c:v>
                </c:pt>
                <c:pt idx="4669">
                  <c:v>161</c:v>
                </c:pt>
                <c:pt idx="4670">
                  <c:v>160</c:v>
                </c:pt>
                <c:pt idx="4671">
                  <c:v>160</c:v>
                </c:pt>
                <c:pt idx="4672">
                  <c:v>160</c:v>
                </c:pt>
                <c:pt idx="4673">
                  <c:v>159</c:v>
                </c:pt>
                <c:pt idx="4674">
                  <c:v>159</c:v>
                </c:pt>
                <c:pt idx="4675">
                  <c:v>159</c:v>
                </c:pt>
                <c:pt idx="4676">
                  <c:v>159</c:v>
                </c:pt>
                <c:pt idx="4677">
                  <c:v>160</c:v>
                </c:pt>
                <c:pt idx="4678">
                  <c:v>160</c:v>
                </c:pt>
                <c:pt idx="4679">
                  <c:v>160</c:v>
                </c:pt>
                <c:pt idx="4680">
                  <c:v>161</c:v>
                </c:pt>
                <c:pt idx="4681">
                  <c:v>161</c:v>
                </c:pt>
                <c:pt idx="4682">
                  <c:v>161</c:v>
                </c:pt>
                <c:pt idx="4683">
                  <c:v>162</c:v>
                </c:pt>
                <c:pt idx="4684">
                  <c:v>162</c:v>
                </c:pt>
                <c:pt idx="4685">
                  <c:v>162</c:v>
                </c:pt>
                <c:pt idx="4686">
                  <c:v>163</c:v>
                </c:pt>
                <c:pt idx="4687">
                  <c:v>163</c:v>
                </c:pt>
                <c:pt idx="4688">
                  <c:v>163</c:v>
                </c:pt>
                <c:pt idx="4689">
                  <c:v>164</c:v>
                </c:pt>
                <c:pt idx="4690">
                  <c:v>164</c:v>
                </c:pt>
                <c:pt idx="4691">
                  <c:v>165</c:v>
                </c:pt>
                <c:pt idx="4692">
                  <c:v>165</c:v>
                </c:pt>
                <c:pt idx="4693">
                  <c:v>166</c:v>
                </c:pt>
                <c:pt idx="4694">
                  <c:v>166</c:v>
                </c:pt>
                <c:pt idx="4695">
                  <c:v>167</c:v>
                </c:pt>
                <c:pt idx="4696">
                  <c:v>167</c:v>
                </c:pt>
                <c:pt idx="4697">
                  <c:v>168</c:v>
                </c:pt>
                <c:pt idx="4698">
                  <c:v>169</c:v>
                </c:pt>
                <c:pt idx="4699">
                  <c:v>169</c:v>
                </c:pt>
                <c:pt idx="4700">
                  <c:v>169</c:v>
                </c:pt>
                <c:pt idx="4701">
                  <c:v>170</c:v>
                </c:pt>
                <c:pt idx="4702">
                  <c:v>170</c:v>
                </c:pt>
                <c:pt idx="4703">
                  <c:v>171</c:v>
                </c:pt>
                <c:pt idx="4704">
                  <c:v>171</c:v>
                </c:pt>
                <c:pt idx="4705">
                  <c:v>172</c:v>
                </c:pt>
                <c:pt idx="4706">
                  <c:v>172</c:v>
                </c:pt>
                <c:pt idx="4707">
                  <c:v>172</c:v>
                </c:pt>
                <c:pt idx="4708">
                  <c:v>173</c:v>
                </c:pt>
                <c:pt idx="4709">
                  <c:v>173</c:v>
                </c:pt>
                <c:pt idx="4710">
                  <c:v>174</c:v>
                </c:pt>
                <c:pt idx="4711">
                  <c:v>174</c:v>
                </c:pt>
                <c:pt idx="4712">
                  <c:v>175</c:v>
                </c:pt>
                <c:pt idx="4713">
                  <c:v>175</c:v>
                </c:pt>
                <c:pt idx="4714">
                  <c:v>175</c:v>
                </c:pt>
                <c:pt idx="4715">
                  <c:v>175</c:v>
                </c:pt>
                <c:pt idx="4716">
                  <c:v>177</c:v>
                </c:pt>
                <c:pt idx="4717">
                  <c:v>177</c:v>
                </c:pt>
                <c:pt idx="4718">
                  <c:v>177</c:v>
                </c:pt>
                <c:pt idx="4719">
                  <c:v>176</c:v>
                </c:pt>
                <c:pt idx="4720">
                  <c:v>177</c:v>
                </c:pt>
                <c:pt idx="4721">
                  <c:v>177</c:v>
                </c:pt>
                <c:pt idx="4722">
                  <c:v>176</c:v>
                </c:pt>
                <c:pt idx="4723">
                  <c:v>176</c:v>
                </c:pt>
                <c:pt idx="4724">
                  <c:v>176</c:v>
                </c:pt>
                <c:pt idx="4725">
                  <c:v>176</c:v>
                </c:pt>
                <c:pt idx="4726">
                  <c:v>176</c:v>
                </c:pt>
                <c:pt idx="4727">
                  <c:v>176</c:v>
                </c:pt>
                <c:pt idx="4728">
                  <c:v>176</c:v>
                </c:pt>
                <c:pt idx="4729">
                  <c:v>175</c:v>
                </c:pt>
                <c:pt idx="4730">
                  <c:v>175</c:v>
                </c:pt>
                <c:pt idx="4731">
                  <c:v>175</c:v>
                </c:pt>
                <c:pt idx="4732">
                  <c:v>175</c:v>
                </c:pt>
                <c:pt idx="4733">
                  <c:v>175</c:v>
                </c:pt>
                <c:pt idx="4734">
                  <c:v>175</c:v>
                </c:pt>
                <c:pt idx="4735">
                  <c:v>175</c:v>
                </c:pt>
                <c:pt idx="4736">
                  <c:v>175</c:v>
                </c:pt>
                <c:pt idx="4737">
                  <c:v>175</c:v>
                </c:pt>
                <c:pt idx="4738">
                  <c:v>174</c:v>
                </c:pt>
                <c:pt idx="4739">
                  <c:v>174</c:v>
                </c:pt>
                <c:pt idx="4740">
                  <c:v>174</c:v>
                </c:pt>
                <c:pt idx="4741">
                  <c:v>173</c:v>
                </c:pt>
                <c:pt idx="4742">
                  <c:v>173</c:v>
                </c:pt>
                <c:pt idx="4743">
                  <c:v>173</c:v>
                </c:pt>
                <c:pt idx="4744">
                  <c:v>173</c:v>
                </c:pt>
                <c:pt idx="4745">
                  <c:v>173</c:v>
                </c:pt>
                <c:pt idx="4746">
                  <c:v>173</c:v>
                </c:pt>
                <c:pt idx="4747">
                  <c:v>170</c:v>
                </c:pt>
                <c:pt idx="4748">
                  <c:v>169</c:v>
                </c:pt>
                <c:pt idx="4749">
                  <c:v>169</c:v>
                </c:pt>
                <c:pt idx="4750">
                  <c:v>169</c:v>
                </c:pt>
                <c:pt idx="4751">
                  <c:v>168</c:v>
                </c:pt>
                <c:pt idx="4752">
                  <c:v>168</c:v>
                </c:pt>
                <c:pt idx="4753">
                  <c:v>168</c:v>
                </c:pt>
                <c:pt idx="4754">
                  <c:v>168</c:v>
                </c:pt>
                <c:pt idx="4755">
                  <c:v>-1</c:v>
                </c:pt>
                <c:pt idx="4756">
                  <c:v>-1</c:v>
                </c:pt>
                <c:pt idx="4757">
                  <c:v>-1</c:v>
                </c:pt>
                <c:pt idx="4758">
                  <c:v>-1</c:v>
                </c:pt>
                <c:pt idx="4759">
                  <c:v>-1</c:v>
                </c:pt>
                <c:pt idx="4760">
                  <c:v>-1</c:v>
                </c:pt>
                <c:pt idx="4761">
                  <c:v>-1</c:v>
                </c:pt>
                <c:pt idx="4762">
                  <c:v>-1</c:v>
                </c:pt>
                <c:pt idx="4763">
                  <c:v>-1</c:v>
                </c:pt>
                <c:pt idx="4764">
                  <c:v>-1</c:v>
                </c:pt>
                <c:pt idx="4765">
                  <c:v>-1</c:v>
                </c:pt>
                <c:pt idx="4766">
                  <c:v>-1</c:v>
                </c:pt>
                <c:pt idx="4767">
                  <c:v>-1</c:v>
                </c:pt>
              </c:numCache>
            </c:numRef>
          </c:val>
          <c:smooth val="0"/>
        </c:ser>
        <c:dLbls>
          <c:showLegendKey val="0"/>
          <c:showVal val="0"/>
          <c:showCatName val="0"/>
          <c:showSerName val="0"/>
          <c:showPercent val="0"/>
          <c:showBubbleSize val="0"/>
        </c:dLbls>
        <c:marker val="1"/>
        <c:smooth val="0"/>
        <c:axId val="85427328"/>
        <c:axId val="85429248"/>
      </c:lineChart>
      <c:catAx>
        <c:axId val="85427328"/>
        <c:scaling>
          <c:orientation val="minMax"/>
        </c:scaling>
        <c:delete val="0"/>
        <c:axPos val="b"/>
        <c:title>
          <c:tx>
            <c:rich>
              <a:bodyPr/>
              <a:lstStyle/>
              <a:p>
                <a:pPr>
                  <a:defRPr sz="1475" b="1" i="0" u="none" strike="noStrike" baseline="0">
                    <a:solidFill>
                      <a:srgbClr val="000000"/>
                    </a:solidFill>
                    <a:latin typeface="Arial"/>
                    <a:ea typeface="Arial"/>
                    <a:cs typeface="Arial"/>
                  </a:defRPr>
                </a:pPr>
                <a:r>
                  <a:rPr lang="en-US"/>
                  <a:t>Miles</a:t>
                </a:r>
              </a:p>
            </c:rich>
          </c:tx>
          <c:layout>
            <c:manualLayout>
              <c:xMode val="edge"/>
              <c:yMode val="edge"/>
              <c:x val="0.50755318414145545"/>
              <c:y val="0.9230599300087492"/>
            </c:manualLayout>
          </c:layout>
          <c:overlay val="0"/>
          <c:spPr>
            <a:noFill/>
            <a:ln w="25400">
              <a:noFill/>
            </a:ln>
          </c:spPr>
        </c:title>
        <c:numFmt formatCode="0.0" sourceLinked="0"/>
        <c:majorTickMark val="out"/>
        <c:minorTickMark val="none"/>
        <c:tickLblPos val="nextTo"/>
        <c:spPr>
          <a:ln w="3175">
            <a:solidFill>
              <a:srgbClr val="000000"/>
            </a:solidFill>
            <a:prstDash val="solid"/>
          </a:ln>
        </c:spPr>
        <c:txPr>
          <a:bodyPr rot="-2700000" vert="horz"/>
          <a:lstStyle/>
          <a:p>
            <a:pPr>
              <a:defRPr sz="1000" b="0" i="0" u="none" strike="noStrike" baseline="0">
                <a:solidFill>
                  <a:srgbClr val="000000"/>
                </a:solidFill>
                <a:latin typeface="Arial"/>
                <a:ea typeface="Arial"/>
                <a:cs typeface="Arial"/>
              </a:defRPr>
            </a:pPr>
            <a:endParaRPr lang="en-US"/>
          </a:p>
        </c:txPr>
        <c:crossAx val="85429248"/>
        <c:crosses val="autoZero"/>
        <c:auto val="1"/>
        <c:lblAlgn val="ctr"/>
        <c:lblOffset val="100"/>
        <c:tickLblSkip val="224"/>
        <c:tickMarkSkip val="1"/>
        <c:noMultiLvlLbl val="0"/>
      </c:catAx>
      <c:valAx>
        <c:axId val="85429248"/>
        <c:scaling>
          <c:orientation val="minMax"/>
        </c:scaling>
        <c:delete val="0"/>
        <c:axPos val="l"/>
        <c:majorGridlines>
          <c:spPr>
            <a:ln w="3175">
              <a:solidFill>
                <a:srgbClr val="000000"/>
              </a:solidFill>
              <a:prstDash val="solid"/>
            </a:ln>
          </c:spPr>
        </c:majorGridlines>
        <c:numFmt formatCode="General"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Arial"/>
                <a:ea typeface="Arial"/>
                <a:cs typeface="Arial"/>
              </a:defRPr>
            </a:pPr>
            <a:endParaRPr lang="en-US"/>
          </a:p>
        </c:txPr>
        <c:crossAx val="85427328"/>
        <c:crosses val="autoZero"/>
        <c:crossBetween val="between"/>
      </c:valAx>
      <c:spPr>
        <a:solidFill>
          <a:srgbClr val="C0C0C0"/>
        </a:solidFill>
        <a:ln w="12700">
          <a:solidFill>
            <a:srgbClr val="808080"/>
          </a:solidFill>
          <a:prstDash val="solid"/>
        </a:ln>
      </c:spPr>
    </c:plotArea>
    <c:legend>
      <c:legendPos val="r"/>
      <c:layout>
        <c:manualLayout>
          <c:xMode val="edge"/>
          <c:yMode val="edge"/>
          <c:x val="0.61271734125339594"/>
          <c:y val="0.92483571498007211"/>
          <c:w val="0.3438077634011093"/>
          <c:h val="6.7857142857142921E-2"/>
        </c:manualLayout>
      </c:layout>
      <c:overlay val="0"/>
      <c:spPr>
        <a:solidFill>
          <a:srgbClr val="FFFFFF"/>
        </a:solidFill>
        <a:ln w="3175">
          <a:solidFill>
            <a:srgbClr val="000000"/>
          </a:solidFill>
          <a:prstDash val="solid"/>
        </a:ln>
      </c:spPr>
      <c:txPr>
        <a:bodyPr/>
        <a:lstStyle/>
        <a:p>
          <a:pPr>
            <a:defRPr sz="1285" b="0" i="0" u="none" strike="noStrike" baseline="0">
              <a:solidFill>
                <a:srgbClr val="000000"/>
              </a:solidFill>
              <a:latin typeface="Arial"/>
              <a:ea typeface="Arial"/>
              <a:cs typeface="Arial"/>
            </a:defRPr>
          </a:pPr>
          <a:endParaRPr lang="en-US"/>
        </a:p>
      </c:txPr>
    </c:legend>
    <c:plotVisOnly val="1"/>
    <c:dispBlanksAs val="gap"/>
    <c:showDLblsOverMax val="0"/>
  </c:chart>
  <c:spPr>
    <a:solidFill>
      <a:sysClr val="windowText" lastClr="000000"/>
    </a:solidFill>
    <a:ln w="3175">
      <a:solidFill>
        <a:srgbClr val="000000"/>
      </a:solidFill>
      <a:prstDash val="solid"/>
    </a:ln>
  </c:spPr>
  <c:txPr>
    <a:bodyPr/>
    <a:lstStyle/>
    <a:p>
      <a:pPr>
        <a:defRPr sz="1675" b="0" i="0" u="none" strike="noStrike" baseline="0">
          <a:solidFill>
            <a:srgbClr val="000000"/>
          </a:solidFill>
          <a:latin typeface="Arial"/>
          <a:ea typeface="Arial"/>
          <a:cs typeface="Arial"/>
        </a:defRPr>
      </a:pPr>
      <a:endParaRPr lang="en-US"/>
    </a:p>
  </c:tx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106A962-8A92-40C8-B378-BFA740F92A45}" type="datetimeFigureOut">
              <a:rPr lang="en-US" smtClean="0"/>
              <a:t>9/16/2016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1757C4-A8E2-411C-B657-DC1BCD1AD1A6}" type="slidenum">
              <a:rPr lang="en-US" smtClean="0"/>
              <a:t>‹#›</a:t>
            </a:fld>
            <a:endParaRPr lang="en-US"/>
          </a:p>
        </p:txBody>
      </p:sp>
    </p:spTree>
    <p:extLst>
      <p:ext uri="{BB962C8B-B14F-4D97-AF65-F5344CB8AC3E}">
        <p14:creationId xmlns:p14="http://schemas.microsoft.com/office/powerpoint/2010/main" val="22013192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BB5768-75F3-4EB2-8839-B47592E81644}" type="datetimeFigureOut">
              <a:rPr lang="en-US" smtClean="0"/>
              <a:t>9/16/2016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29D193-F8E9-4A77-B566-245F79D51E4B}" type="slidenum">
              <a:rPr lang="en-US" smtClean="0"/>
              <a:t>‹#›</a:t>
            </a:fld>
            <a:endParaRPr lang="en-US"/>
          </a:p>
        </p:txBody>
      </p:sp>
    </p:spTree>
    <p:extLst>
      <p:ext uri="{BB962C8B-B14F-4D97-AF65-F5344CB8AC3E}">
        <p14:creationId xmlns:p14="http://schemas.microsoft.com/office/powerpoint/2010/main" val="3437300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D765AA-991C-4377-884C-7100607932B6}" type="slidenum">
              <a:rPr lang="en-US" smtClean="0"/>
              <a:t>17</a:t>
            </a:fld>
            <a:endParaRPr lang="en-US"/>
          </a:p>
        </p:txBody>
      </p:sp>
    </p:spTree>
    <p:extLst>
      <p:ext uri="{BB962C8B-B14F-4D97-AF65-F5344CB8AC3E}">
        <p14:creationId xmlns:p14="http://schemas.microsoft.com/office/powerpoint/2010/main" val="577310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D3F21689-B680-4A0D-86C2-EA84C3EF05B9}" type="slidenum">
              <a:rPr lang="en-US" smtClean="0"/>
              <a:pPr>
                <a:defRPr/>
              </a:pPr>
              <a:t>20</a:t>
            </a:fld>
            <a:endParaRPr lang="en-US" dirty="0"/>
          </a:p>
        </p:txBody>
      </p:sp>
    </p:spTree>
    <p:extLst>
      <p:ext uri="{BB962C8B-B14F-4D97-AF65-F5344CB8AC3E}">
        <p14:creationId xmlns:p14="http://schemas.microsoft.com/office/powerpoint/2010/main" val="969331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E1C7301D-67D4-41D7-B92E-08F2D691E489}" type="datetimeFigureOut">
              <a:rPr lang="en-US" smtClean="0"/>
              <a:t>9/16/2016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99B9EA9-F41F-4B13-A9F5-56DF5432E59C}"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1C7301D-67D4-41D7-B92E-08F2D691E489}" type="datetimeFigureOut">
              <a:rPr lang="en-US" smtClean="0"/>
              <a:t>9/16/2016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B9EA9-F41F-4B13-A9F5-56DF5432E59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E1C7301D-67D4-41D7-B92E-08F2D691E489}" type="datetimeFigureOut">
              <a:rPr lang="en-US" smtClean="0"/>
              <a:t>9/16/2016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B9EA9-F41F-4B13-A9F5-56DF5432E59C}"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1C7301D-67D4-41D7-B92E-08F2D691E489}" type="datetimeFigureOut">
              <a:rPr lang="en-US" smtClean="0"/>
              <a:t>9/16/2016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9B9EA9-F41F-4B13-A9F5-56DF5432E59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E1C7301D-67D4-41D7-B92E-08F2D691E489}" type="datetimeFigureOut">
              <a:rPr lang="en-US" smtClean="0"/>
              <a:t>9/16/2016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9B9EA9-F41F-4B13-A9F5-56DF5432E59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1C7301D-67D4-41D7-B92E-08F2D691E489}" type="datetimeFigureOut">
              <a:rPr lang="en-US" smtClean="0"/>
              <a:t>9/16/2016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9B9EA9-F41F-4B13-A9F5-56DF5432E59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C7301D-67D4-41D7-B92E-08F2D691E489}" type="datetimeFigureOut">
              <a:rPr lang="en-US" smtClean="0"/>
              <a:t>9/16/2016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9B9EA9-F41F-4B13-A9F5-56DF5432E59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1C7301D-67D4-41D7-B92E-08F2D691E489}" type="datetimeFigureOut">
              <a:rPr lang="en-US" smtClean="0"/>
              <a:t>9/16/2016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9B9EA9-F41F-4B13-A9F5-56DF5432E59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E1C7301D-67D4-41D7-B92E-08F2D691E489}" type="datetimeFigureOut">
              <a:rPr lang="en-US" smtClean="0"/>
              <a:t>9/16/2016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99B9EA9-F41F-4B13-A9F5-56DF5432E59C}"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1C7301D-67D4-41D7-B92E-08F2D691E489}" type="datetimeFigureOut">
              <a:rPr lang="en-US" smtClean="0"/>
              <a:t>9/16/2016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B9EA9-F41F-4B13-A9F5-56DF5432E59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1C7301D-67D4-41D7-B92E-08F2D691E489}" type="datetimeFigureOut">
              <a:rPr lang="en-US" smtClean="0"/>
              <a:t>9/16/2016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B9EA9-F41F-4B13-A9F5-56DF5432E59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99"/>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1C7301D-67D4-41D7-B92E-08F2D691E489}" type="datetimeFigureOut">
              <a:rPr lang="en-US" smtClean="0"/>
              <a:t>9/16/2016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99B9EA9-F41F-4B13-A9F5-56DF5432E59C}"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chart" Target="../charts/chart3.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gif"/><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s://technet.microsoft.com/en-us/library/dd239364(v=sql.105).aspx" TargetMode="External"/><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hyperlink" Target="https://technet.microsoft.com/en-us/library/ff519562(v=sql.105).aspx"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Layout" Target="../slideLayouts/slideLayout1.xml"/><Relationship Id="rId5" Type="http://schemas.openxmlformats.org/officeDocument/2006/relationships/image" Target="../media/image17.jpeg"/><Relationship Id="rId4" Type="http://schemas.openxmlformats.org/officeDocument/2006/relationships/image" Target="../media/image16.jpeg"/></Relationships>
</file>

<file path=ppt/slides/_rels/slide3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33400"/>
            <a:ext cx="8534400" cy="1447800"/>
          </a:xfrm>
        </p:spPr>
        <p:txBody>
          <a:bodyPr>
            <a:noAutofit/>
          </a:bodyPr>
          <a:lstStyle/>
          <a:p>
            <a:pPr algn="ctr"/>
            <a:r>
              <a:rPr lang="en-US" sz="4000" dirty="0" smtClean="0"/>
              <a:t>Building an Enterprise Natural Language Processing Solution for the VA</a:t>
            </a:r>
            <a:endParaRPr lang="en-US" sz="5400" dirty="0"/>
          </a:p>
        </p:txBody>
      </p:sp>
      <p:sp>
        <p:nvSpPr>
          <p:cNvPr id="3" name="Subtitle 2"/>
          <p:cNvSpPr>
            <a:spLocks noGrp="1"/>
          </p:cNvSpPr>
          <p:nvPr>
            <p:ph type="subTitle" idx="1"/>
          </p:nvPr>
        </p:nvSpPr>
        <p:spPr>
          <a:xfrm>
            <a:off x="152400" y="2133600"/>
            <a:ext cx="8763000" cy="1752600"/>
          </a:xfrm>
        </p:spPr>
        <p:txBody>
          <a:bodyPr>
            <a:normAutofit/>
          </a:bodyPr>
          <a:lstStyle/>
          <a:p>
            <a:pPr algn="ctr"/>
            <a:r>
              <a:rPr lang="en-US" b="1" dirty="0" smtClean="0"/>
              <a:t>VA Business Intelligence Service Line </a:t>
            </a:r>
          </a:p>
          <a:p>
            <a:pPr algn="ctr"/>
            <a:r>
              <a:rPr lang="en-US" b="1" dirty="0" smtClean="0"/>
              <a:t>Joseph Erdos MD PhD </a:t>
            </a:r>
          </a:p>
          <a:p>
            <a:pPr algn="ctr"/>
            <a:r>
              <a:rPr lang="en-US" b="1" dirty="0" smtClean="0"/>
              <a:t>Director District One (East Coast) Data Warehouse</a:t>
            </a:r>
            <a:endParaRPr lang="en-US" b="1" dirty="0"/>
          </a:p>
        </p:txBody>
      </p:sp>
      <p:pic>
        <p:nvPicPr>
          <p:cNvPr id="1026"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0" y="3657601"/>
            <a:ext cx="3048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72059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381000"/>
            <a:ext cx="8534400" cy="838200"/>
          </a:xfrm>
        </p:spPr>
        <p:txBody>
          <a:bodyPr>
            <a:noAutofit/>
          </a:bodyPr>
          <a:lstStyle/>
          <a:p>
            <a:pPr algn="ctr"/>
            <a:r>
              <a:rPr lang="en-US" sz="4000" dirty="0" smtClean="0"/>
              <a:t>Who am I ?</a:t>
            </a:r>
            <a:endParaRPr lang="en-US" sz="4000" dirty="0"/>
          </a:p>
        </p:txBody>
      </p:sp>
      <p:sp>
        <p:nvSpPr>
          <p:cNvPr id="3" name="Subtitle 2"/>
          <p:cNvSpPr>
            <a:spLocks noGrp="1"/>
          </p:cNvSpPr>
          <p:nvPr>
            <p:ph type="subTitle" idx="1"/>
          </p:nvPr>
        </p:nvSpPr>
        <p:spPr>
          <a:xfrm>
            <a:off x="152400" y="1371600"/>
            <a:ext cx="8763000" cy="5029200"/>
          </a:xfrm>
        </p:spPr>
        <p:txBody>
          <a:bodyPr>
            <a:normAutofit lnSpcReduction="10000"/>
          </a:bodyPr>
          <a:lstStyle/>
          <a:p>
            <a:pPr marL="457200" indent="-457200" algn="l">
              <a:buFont typeface="Arial" panose="020B0604020202020204" pitchFamily="34" charset="0"/>
              <a:buChar char="•"/>
            </a:pPr>
            <a:r>
              <a:rPr lang="en-US" b="1" dirty="0" smtClean="0"/>
              <a:t>Husband</a:t>
            </a:r>
          </a:p>
          <a:p>
            <a:pPr marL="457200" indent="-457200" algn="l">
              <a:buFont typeface="Arial" panose="020B0604020202020204" pitchFamily="34" charset="0"/>
              <a:buChar char="•"/>
            </a:pPr>
            <a:r>
              <a:rPr lang="en-US" b="1" dirty="0" smtClean="0"/>
              <a:t>Father</a:t>
            </a:r>
          </a:p>
          <a:p>
            <a:pPr marL="457200" indent="-457200" algn="l">
              <a:buFont typeface="Arial" panose="020B0604020202020204" pitchFamily="34" charset="0"/>
              <a:buChar char="•"/>
            </a:pPr>
            <a:r>
              <a:rPr lang="en-US" b="1" dirty="0" smtClean="0"/>
              <a:t>Brother</a:t>
            </a:r>
            <a:endParaRPr lang="en-US" b="1" dirty="0"/>
          </a:p>
          <a:p>
            <a:pPr marL="457200" indent="-457200" algn="l">
              <a:buFont typeface="Arial" panose="020B0604020202020204" pitchFamily="34" charset="0"/>
              <a:buChar char="•"/>
            </a:pPr>
            <a:r>
              <a:rPr lang="en-US" b="1" dirty="0"/>
              <a:t>Pharmacologist (PhD in </a:t>
            </a:r>
            <a:r>
              <a:rPr lang="en-US" b="1" dirty="0" smtClean="0"/>
              <a:t>intercellular </a:t>
            </a:r>
            <a:r>
              <a:rPr lang="en-US" b="1" dirty="0"/>
              <a:t>messaging)</a:t>
            </a:r>
          </a:p>
          <a:p>
            <a:pPr marL="457200" indent="-457200" algn="l">
              <a:buFont typeface="Arial" panose="020B0604020202020204" pitchFamily="34" charset="0"/>
              <a:buChar char="•"/>
            </a:pPr>
            <a:r>
              <a:rPr lang="en-US" b="1" dirty="0" smtClean="0"/>
              <a:t>Psychiatrist (PTSD and Trauma)</a:t>
            </a:r>
          </a:p>
          <a:p>
            <a:pPr marL="457200" indent="-457200" algn="l">
              <a:buFont typeface="Arial" panose="020B0604020202020204" pitchFamily="34" charset="0"/>
              <a:buChar char="•"/>
            </a:pPr>
            <a:r>
              <a:rPr lang="en-US" b="1" dirty="0" smtClean="0"/>
              <a:t>Educator (Med Students and Fellowship Co-Director)</a:t>
            </a:r>
          </a:p>
          <a:p>
            <a:pPr marL="457200" indent="-457200" algn="l">
              <a:buFont typeface="Arial" panose="020B0604020202020204" pitchFamily="34" charset="0"/>
              <a:buChar char="•"/>
            </a:pPr>
            <a:r>
              <a:rPr lang="en-US" b="1" dirty="0" err="1" smtClean="0"/>
              <a:t>Informaticist</a:t>
            </a:r>
            <a:r>
              <a:rPr lang="en-US" b="1" dirty="0" smtClean="0"/>
              <a:t> (</a:t>
            </a:r>
            <a:r>
              <a:rPr lang="en-US" b="1" dirty="0"/>
              <a:t>B</a:t>
            </a:r>
            <a:r>
              <a:rPr lang="en-US" b="1" dirty="0" smtClean="0"/>
              <a:t>oard Certified)</a:t>
            </a:r>
          </a:p>
          <a:p>
            <a:pPr marL="914400" lvl="1" indent="-457200" algn="l">
              <a:buFont typeface="Arial" panose="020B0604020202020204" pitchFamily="34" charset="0"/>
              <a:buChar char="•"/>
            </a:pPr>
            <a:r>
              <a:rPr lang="en-US" b="1" dirty="0" smtClean="0"/>
              <a:t>CIO (1995 to 2009)</a:t>
            </a:r>
          </a:p>
          <a:p>
            <a:pPr marL="914400" lvl="1" indent="-457200" algn="l">
              <a:buFont typeface="Arial" panose="020B0604020202020204" pitchFamily="34" charset="0"/>
              <a:buChar char="•"/>
            </a:pPr>
            <a:r>
              <a:rPr lang="en-US" b="1" dirty="0" smtClean="0"/>
              <a:t>East Coast Director of BISL (VISNs 1-5 (6 coming in)</a:t>
            </a:r>
          </a:p>
          <a:p>
            <a:pPr marL="457200" indent="-457200" algn="l">
              <a:buFont typeface="Arial" panose="020B0604020202020204" pitchFamily="34" charset="0"/>
              <a:buChar char="•"/>
            </a:pPr>
            <a:r>
              <a:rPr lang="en-US" b="1" dirty="0" smtClean="0"/>
              <a:t>Cyclist</a:t>
            </a:r>
          </a:p>
          <a:p>
            <a:pPr marL="457200" indent="-457200" algn="l">
              <a:buFont typeface="Arial" panose="020B0604020202020204" pitchFamily="34" charset="0"/>
              <a:buChar char="•"/>
            </a:pPr>
            <a:r>
              <a:rPr lang="en-US" b="1" dirty="0" smtClean="0"/>
              <a:t>Reader of Zen (Mindfulness and Trauma)</a:t>
            </a:r>
          </a:p>
          <a:p>
            <a:pPr marL="457200" indent="-457200" algn="l">
              <a:buFont typeface="Arial" panose="020B0604020202020204" pitchFamily="34" charset="0"/>
              <a:buChar char="•"/>
            </a:pPr>
            <a:endParaRPr lang="en-US" b="1" dirty="0" smtClean="0"/>
          </a:p>
          <a:p>
            <a:pPr marL="457200" indent="-457200" algn="l">
              <a:buFont typeface="Arial" panose="020B0604020202020204" pitchFamily="34" charset="0"/>
              <a:buChar char="•"/>
            </a:pPr>
            <a:endParaRPr lang="en-US" b="1" dirty="0" smtClean="0"/>
          </a:p>
          <a:p>
            <a:pPr marL="457200" indent="-457200" algn="l">
              <a:buFont typeface="Arial" panose="020B0604020202020204" pitchFamily="34" charset="0"/>
              <a:buChar char="•"/>
            </a:pPr>
            <a:endParaRPr lang="en-US" b="1" dirty="0" smtClean="0"/>
          </a:p>
          <a:p>
            <a:pPr marL="457200" indent="-457200" algn="l">
              <a:buFont typeface="Arial" panose="020B0604020202020204" pitchFamily="34" charset="0"/>
              <a:buChar char="•"/>
            </a:pPr>
            <a:endParaRPr lang="en-US" b="1" dirty="0" smtClean="0"/>
          </a:p>
        </p:txBody>
      </p:sp>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4690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mw_3D_top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203" y="0"/>
            <a:ext cx="8042197" cy="681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C:\Users\vhaconerdosj\Desktop\nlp_conference\cdw_logo_update_p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217714"/>
            <a:ext cx="8534400" cy="838200"/>
          </a:xfrm>
        </p:spPr>
        <p:txBody>
          <a:bodyPr>
            <a:noAutofit/>
          </a:bodyPr>
          <a:lstStyle/>
          <a:p>
            <a:pPr algn="ctr"/>
            <a:r>
              <a:rPr lang="en-US" sz="4000" dirty="0" smtClean="0"/>
              <a:t>Goal Race Mount Washington</a:t>
            </a:r>
            <a:endParaRPr lang="en-US" sz="4000" dirty="0"/>
          </a:p>
        </p:txBody>
      </p:sp>
      <p:sp>
        <p:nvSpPr>
          <p:cNvPr id="3" name="Subtitle 2"/>
          <p:cNvSpPr>
            <a:spLocks noGrp="1"/>
          </p:cNvSpPr>
          <p:nvPr>
            <p:ph type="subTitle" idx="1"/>
          </p:nvPr>
        </p:nvSpPr>
        <p:spPr>
          <a:xfrm>
            <a:off x="304800" y="4952999"/>
            <a:ext cx="8229600" cy="1905001"/>
          </a:xfrm>
        </p:spPr>
        <p:txBody>
          <a:bodyPr>
            <a:normAutofit fontScale="92500" lnSpcReduction="10000"/>
          </a:bodyPr>
          <a:lstStyle/>
          <a:p>
            <a:pPr marL="457200" indent="-457200" algn="l">
              <a:buFont typeface="Arial" panose="020B0604020202020204" pitchFamily="34" charset="0"/>
              <a:buChar char="•"/>
            </a:pPr>
            <a:r>
              <a:rPr lang="en-US" altLang="en-US" sz="2400" b="1" dirty="0" smtClean="0">
                <a:solidFill>
                  <a:schemeClr val="bg1"/>
                </a:solidFill>
              </a:rPr>
              <a:t>4685 feet climbing from </a:t>
            </a:r>
            <a:r>
              <a:rPr lang="en-US" altLang="en-US" sz="2400" b="1" dirty="0">
                <a:solidFill>
                  <a:schemeClr val="bg1"/>
                </a:solidFill>
              </a:rPr>
              <a:t>base </a:t>
            </a:r>
            <a:r>
              <a:rPr lang="en-US" altLang="en-US" sz="2400" b="1" dirty="0" smtClean="0">
                <a:solidFill>
                  <a:schemeClr val="bg1"/>
                </a:solidFill>
              </a:rPr>
              <a:t>(1600 </a:t>
            </a:r>
            <a:r>
              <a:rPr lang="en-US" altLang="en-US" sz="2400" b="1" dirty="0" err="1" smtClean="0">
                <a:solidFill>
                  <a:schemeClr val="bg1"/>
                </a:solidFill>
              </a:rPr>
              <a:t>ft</a:t>
            </a:r>
            <a:r>
              <a:rPr lang="en-US" altLang="en-US" sz="2400" b="1" dirty="0" smtClean="0">
                <a:solidFill>
                  <a:schemeClr val="bg1"/>
                </a:solidFill>
              </a:rPr>
              <a:t>) to summit (6285 </a:t>
            </a:r>
            <a:r>
              <a:rPr lang="en-US" altLang="en-US" sz="2400" b="1" dirty="0" err="1" smtClean="0">
                <a:solidFill>
                  <a:schemeClr val="bg1"/>
                </a:solidFill>
              </a:rPr>
              <a:t>ft</a:t>
            </a:r>
            <a:r>
              <a:rPr lang="en-US" altLang="en-US" sz="2400" b="1" dirty="0">
                <a:solidFill>
                  <a:schemeClr val="bg1"/>
                </a:solidFill>
              </a:rPr>
              <a:t>)</a:t>
            </a:r>
            <a:endParaRPr lang="en-US" altLang="en-US" sz="2400" b="1" dirty="0" smtClean="0">
              <a:solidFill>
                <a:schemeClr val="bg1"/>
              </a:solidFill>
            </a:endParaRPr>
          </a:p>
          <a:p>
            <a:pPr marL="457200" indent="-457200" algn="l">
              <a:buFont typeface="Arial" panose="020B0604020202020204" pitchFamily="34" charset="0"/>
              <a:buChar char="•"/>
            </a:pPr>
            <a:r>
              <a:rPr lang="en-US" altLang="en-US" sz="2400" b="1" dirty="0" smtClean="0">
                <a:solidFill>
                  <a:schemeClr val="bg1"/>
                </a:solidFill>
              </a:rPr>
              <a:t>7.6 miles </a:t>
            </a:r>
          </a:p>
          <a:p>
            <a:pPr marL="457200" indent="-457200" algn="l">
              <a:buFont typeface="Arial" panose="020B0604020202020204" pitchFamily="34" charset="0"/>
              <a:buChar char="•"/>
            </a:pPr>
            <a:r>
              <a:rPr lang="en-US" sz="2400" b="1" dirty="0" smtClean="0">
                <a:solidFill>
                  <a:schemeClr val="bg1"/>
                </a:solidFill>
              </a:rPr>
              <a:t>Average grade (rise/run) = 11.7 %</a:t>
            </a:r>
          </a:p>
          <a:p>
            <a:pPr marL="457200" indent="-457200" algn="l">
              <a:buFont typeface="Arial" panose="020B0604020202020204" pitchFamily="34" charset="0"/>
              <a:buChar char="•"/>
            </a:pPr>
            <a:r>
              <a:rPr lang="en-US" sz="2400" b="1" dirty="0" smtClean="0">
                <a:solidFill>
                  <a:schemeClr val="bg1"/>
                </a:solidFill>
              </a:rPr>
              <a:t>22% grade at finish on the mountain face</a:t>
            </a:r>
          </a:p>
          <a:p>
            <a:pPr marL="457200" indent="-457200" algn="l">
              <a:buFont typeface="Arial" panose="020B0604020202020204" pitchFamily="34" charset="0"/>
              <a:buChar char="•"/>
            </a:pPr>
            <a:r>
              <a:rPr lang="en-US" sz="2400" b="1" dirty="0">
                <a:solidFill>
                  <a:schemeClr val="bg1"/>
                </a:solidFill>
              </a:rPr>
              <a:t>Two nasty switchbacks</a:t>
            </a:r>
          </a:p>
          <a:p>
            <a:pPr marL="457200" indent="-457200" algn="l">
              <a:buFont typeface="Arial" panose="020B0604020202020204" pitchFamily="34" charset="0"/>
              <a:buChar char="•"/>
            </a:pPr>
            <a:endParaRPr lang="en-US" sz="2400" b="1" dirty="0" smtClean="0">
              <a:solidFill>
                <a:schemeClr val="bg1"/>
              </a:solidFill>
            </a:endParaRPr>
          </a:p>
          <a:p>
            <a:pPr marL="457200" indent="-457200" algn="l">
              <a:buFont typeface="Arial" panose="020B0604020202020204" pitchFamily="34" charset="0"/>
              <a:buChar char="•"/>
            </a:pPr>
            <a:endParaRPr lang="en-US" b="1" dirty="0" smtClean="0">
              <a:solidFill>
                <a:schemeClr val="bg1"/>
              </a:solidFill>
            </a:endParaRPr>
          </a:p>
          <a:p>
            <a:pPr marL="457200" indent="-457200" algn="l">
              <a:buFont typeface="Arial" panose="020B0604020202020204" pitchFamily="34" charset="0"/>
              <a:buChar char="•"/>
            </a:pPr>
            <a:endParaRPr lang="en-US" b="1" dirty="0" smtClean="0">
              <a:solidFill>
                <a:schemeClr val="bg1"/>
              </a:solidFill>
            </a:endParaRPr>
          </a:p>
          <a:p>
            <a:pPr marL="457200" indent="-457200" algn="l">
              <a:buFont typeface="Arial" panose="020B0604020202020204" pitchFamily="34" charset="0"/>
              <a:buChar char="•"/>
            </a:pPr>
            <a:endParaRPr lang="en-US" b="1" dirty="0" smtClean="0">
              <a:solidFill>
                <a:schemeClr val="bg1"/>
              </a:solidFill>
            </a:endParaRPr>
          </a:p>
          <a:p>
            <a:pPr marL="457200" indent="-457200" algn="l">
              <a:buFont typeface="Arial" panose="020B0604020202020204" pitchFamily="34" charset="0"/>
              <a:buChar char="•"/>
            </a:pPr>
            <a:endParaRPr lang="en-US" b="1" dirty="0" smtClean="0">
              <a:solidFill>
                <a:schemeClr val="bg1"/>
              </a:solidFill>
            </a:endParaRPr>
          </a:p>
        </p:txBody>
      </p:sp>
    </p:spTree>
    <p:extLst>
      <p:ext uri="{BB962C8B-B14F-4D97-AF65-F5344CB8AC3E}">
        <p14:creationId xmlns:p14="http://schemas.microsoft.com/office/powerpoint/2010/main" val="28910607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609600"/>
            <a:ext cx="8534400" cy="838200"/>
          </a:xfrm>
        </p:spPr>
        <p:txBody>
          <a:bodyPr>
            <a:noAutofit/>
          </a:bodyPr>
          <a:lstStyle/>
          <a:p>
            <a:pPr algn="ctr"/>
            <a:r>
              <a:rPr lang="en-US" sz="4400" dirty="0" smtClean="0"/>
              <a:t>VA Corporate Data Warehouse</a:t>
            </a:r>
            <a:endParaRPr lang="en-US" sz="4400" dirty="0"/>
          </a:p>
        </p:txBody>
      </p:sp>
      <p:sp>
        <p:nvSpPr>
          <p:cNvPr id="3" name="Subtitle 2"/>
          <p:cNvSpPr>
            <a:spLocks noGrp="1"/>
          </p:cNvSpPr>
          <p:nvPr>
            <p:ph type="subTitle" idx="1"/>
          </p:nvPr>
        </p:nvSpPr>
        <p:spPr>
          <a:xfrm>
            <a:off x="76200" y="1828800"/>
            <a:ext cx="8915400" cy="4572000"/>
          </a:xfrm>
        </p:spPr>
        <p:txBody>
          <a:bodyPr>
            <a:normAutofit fontScale="92500" lnSpcReduction="10000"/>
          </a:bodyPr>
          <a:lstStyle/>
          <a:p>
            <a:pPr marL="457200" indent="-457200" algn="l">
              <a:buFont typeface="Arial" panose="020B0604020202020204" pitchFamily="34" charset="0"/>
              <a:buChar char="•"/>
            </a:pPr>
            <a:r>
              <a:rPr lang="en-US" b="1" dirty="0" smtClean="0"/>
              <a:t>All along VA groups have been taking data from VistA and putting it into external data bases</a:t>
            </a:r>
          </a:p>
          <a:p>
            <a:pPr marL="457200" indent="-457200" algn="l">
              <a:buFont typeface="Arial" panose="020B0604020202020204" pitchFamily="34" charset="0"/>
              <a:buChar char="•"/>
            </a:pPr>
            <a:r>
              <a:rPr lang="en-US" b="1" dirty="0" smtClean="0"/>
              <a:t>VistA excels as a transactional electronic medical record but is facility-based and has difficulty aggregating data  </a:t>
            </a:r>
          </a:p>
          <a:p>
            <a:pPr marL="457200" indent="-457200" algn="l">
              <a:buFont typeface="Arial" panose="020B0604020202020204" pitchFamily="34" charset="0"/>
              <a:buChar char="•"/>
            </a:pPr>
            <a:r>
              <a:rPr lang="en-US" b="1" dirty="0" smtClean="0"/>
              <a:t>Opportunity to consolidate data warehousing efforts presented itself in 2007 </a:t>
            </a:r>
          </a:p>
          <a:p>
            <a:pPr marL="457200" indent="-457200" algn="l">
              <a:buFont typeface="Arial" panose="020B0604020202020204" pitchFamily="34" charset="0"/>
              <a:buChar char="•"/>
            </a:pPr>
            <a:r>
              <a:rPr lang="en-US" b="1" dirty="0" smtClean="0"/>
              <a:t>We all had done data warehousing and failed many times</a:t>
            </a:r>
          </a:p>
          <a:p>
            <a:pPr marL="457200" indent="-457200" algn="l">
              <a:buFont typeface="Arial" panose="020B0604020202020204" pitchFamily="34" charset="0"/>
              <a:buChar char="•"/>
            </a:pPr>
            <a:r>
              <a:rPr lang="en-US" b="1" dirty="0" smtClean="0"/>
              <a:t>Worked out the ability to shadow VistA platforms remotely </a:t>
            </a:r>
          </a:p>
          <a:p>
            <a:pPr marL="457200" indent="-457200" algn="l">
              <a:buFont typeface="Arial" panose="020B0604020202020204" pitchFamily="34" charset="0"/>
              <a:buChar char="•"/>
            </a:pPr>
            <a:r>
              <a:rPr lang="en-US" b="1" dirty="0" smtClean="0"/>
              <a:t>Worked out the ability to shadow (exploiting journaling capability of Cache) changes in VistA cache environment into </a:t>
            </a:r>
            <a:r>
              <a:rPr lang="en-US" b="1" dirty="0"/>
              <a:t>M</a:t>
            </a:r>
            <a:r>
              <a:rPr lang="en-US" b="1" dirty="0" smtClean="0"/>
              <a:t>icrosoft SQL environment. </a:t>
            </a:r>
          </a:p>
          <a:p>
            <a:pPr marL="914400" lvl="1" indent="-457200" algn="l">
              <a:buFont typeface="Arial" panose="020B0604020202020204" pitchFamily="34" charset="0"/>
              <a:buChar char="•"/>
            </a:pPr>
            <a:r>
              <a:rPr lang="en-US" b="1" dirty="0" smtClean="0"/>
              <a:t>130 VistA platforms are shadowing live</a:t>
            </a:r>
          </a:p>
          <a:p>
            <a:pPr marL="914400" lvl="1" indent="-457200" algn="l">
              <a:buFont typeface="Arial" panose="020B0604020202020204" pitchFamily="34" charset="0"/>
              <a:buChar char="•"/>
            </a:pPr>
            <a:endParaRPr lang="en-US" b="1" dirty="0" smtClean="0"/>
          </a:p>
        </p:txBody>
      </p:sp>
    </p:spTree>
    <p:extLst>
      <p:ext uri="{BB962C8B-B14F-4D97-AF65-F5344CB8AC3E}">
        <p14:creationId xmlns:p14="http://schemas.microsoft.com/office/powerpoint/2010/main" val="26666430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76200"/>
            <a:ext cx="8534400" cy="838200"/>
          </a:xfrm>
        </p:spPr>
        <p:txBody>
          <a:bodyPr>
            <a:noAutofit/>
          </a:bodyPr>
          <a:lstStyle/>
          <a:p>
            <a:pPr algn="ctr"/>
            <a:r>
              <a:rPr lang="en-US" sz="4400" dirty="0" smtClean="0"/>
              <a:t>VA Corporate Data Warehouse</a:t>
            </a:r>
            <a:endParaRPr lang="en-US" sz="4400" dirty="0"/>
          </a:p>
        </p:txBody>
      </p:sp>
      <p:sp>
        <p:nvSpPr>
          <p:cNvPr id="3" name="Subtitle 2"/>
          <p:cNvSpPr>
            <a:spLocks noGrp="1"/>
          </p:cNvSpPr>
          <p:nvPr>
            <p:ph type="subTitle" idx="1"/>
          </p:nvPr>
        </p:nvSpPr>
        <p:spPr>
          <a:xfrm>
            <a:off x="76200" y="1295400"/>
            <a:ext cx="9067800" cy="5334000"/>
          </a:xfrm>
        </p:spPr>
        <p:txBody>
          <a:bodyPr>
            <a:normAutofit lnSpcReduction="10000"/>
          </a:bodyPr>
          <a:lstStyle/>
          <a:p>
            <a:pPr marL="457200" indent="-457200" algn="l">
              <a:buFont typeface="Arial" panose="020B0604020202020204" pitchFamily="34" charset="0"/>
              <a:buChar char="•"/>
            </a:pPr>
            <a:r>
              <a:rPr lang="en-US" b="1" dirty="0" smtClean="0"/>
              <a:t>CDW is now source of VA data for analysis, performance and Research (VINCI)</a:t>
            </a:r>
          </a:p>
          <a:p>
            <a:pPr marL="914400" lvl="1" indent="-457200" algn="l">
              <a:buFont typeface="Arial" panose="020B0604020202020204" pitchFamily="34" charset="0"/>
              <a:buChar char="•"/>
            </a:pPr>
            <a:r>
              <a:rPr lang="en-US" sz="1800" b="1" dirty="0" smtClean="0"/>
              <a:t>&gt;16 years  of longitudinal </a:t>
            </a:r>
            <a:r>
              <a:rPr lang="en-US" sz="1800" b="1" dirty="0"/>
              <a:t>data on </a:t>
            </a:r>
            <a:r>
              <a:rPr lang="en-US" sz="1800" b="1" dirty="0" smtClean="0"/>
              <a:t> &gt; 22.3M </a:t>
            </a:r>
            <a:r>
              <a:rPr lang="en-US" sz="1800" b="1" dirty="0"/>
              <a:t>veterans </a:t>
            </a:r>
            <a:endParaRPr lang="en-US" sz="1800" b="1" dirty="0" smtClean="0"/>
          </a:p>
          <a:p>
            <a:pPr marL="914400" lvl="1" indent="-457200" algn="l">
              <a:buFont typeface="Arial" panose="020B0604020202020204" pitchFamily="34" charset="0"/>
              <a:buChar char="•"/>
            </a:pPr>
            <a:r>
              <a:rPr lang="en-US" sz="1900" b="1" dirty="0" smtClean="0"/>
              <a:t>&gt; </a:t>
            </a:r>
            <a:r>
              <a:rPr lang="en-US" sz="1900" b="1" dirty="0"/>
              <a:t>200 million rows of data/day  </a:t>
            </a:r>
            <a:r>
              <a:rPr lang="en-US" sz="1900" b="1" dirty="0">
                <a:sym typeface="Wingdings" panose="05000000000000000000" pitchFamily="2" charset="2"/>
              </a:rPr>
              <a:t> </a:t>
            </a:r>
            <a:r>
              <a:rPr lang="en-US" sz="1900" b="1" dirty="0" smtClean="0">
                <a:sym typeface="Wingdings" panose="05000000000000000000" pitchFamily="2" charset="2"/>
              </a:rPr>
              <a:t>&gt; </a:t>
            </a:r>
            <a:r>
              <a:rPr lang="en-US" sz="1900" b="1" dirty="0" smtClean="0"/>
              <a:t>2.4 trillion  </a:t>
            </a:r>
            <a:endParaRPr lang="en-US" sz="1900" b="1" dirty="0"/>
          </a:p>
          <a:p>
            <a:pPr marL="914400" lvl="1" indent="-457200" algn="l">
              <a:buFont typeface="Arial" panose="020B0604020202020204" pitchFamily="34" charset="0"/>
              <a:buChar char="•"/>
            </a:pPr>
            <a:r>
              <a:rPr lang="en-US" sz="1900" b="1" dirty="0" smtClean="0"/>
              <a:t>80</a:t>
            </a:r>
            <a:r>
              <a:rPr lang="en-US" sz="1900" b="1" dirty="0"/>
              <a:t>% of all VA data, doubling </a:t>
            </a:r>
            <a:r>
              <a:rPr lang="en-US" sz="1900" b="1" dirty="0" smtClean="0"/>
              <a:t>annually</a:t>
            </a:r>
          </a:p>
          <a:p>
            <a:pPr marL="914400" lvl="1" indent="-457200" algn="l">
              <a:buFont typeface="Arial" panose="020B0604020202020204" pitchFamily="34" charset="0"/>
              <a:buChar char="•"/>
            </a:pPr>
            <a:r>
              <a:rPr lang="en-US" sz="2000" b="1" dirty="0" smtClean="0"/>
              <a:t>80,000 users </a:t>
            </a:r>
            <a:r>
              <a:rPr lang="en-US" sz="2000" b="1" dirty="0"/>
              <a:t>throughout </a:t>
            </a:r>
            <a:r>
              <a:rPr lang="en-US" sz="2000" b="1" dirty="0" smtClean="0"/>
              <a:t>VA</a:t>
            </a:r>
          </a:p>
          <a:p>
            <a:pPr marL="457200" indent="-457200" algn="l">
              <a:buFont typeface="Arial" panose="020B0604020202020204" pitchFamily="34" charset="0"/>
              <a:buChar char="•"/>
            </a:pPr>
            <a:r>
              <a:rPr lang="en-US" b="1" dirty="0" smtClean="0"/>
              <a:t>&gt;650 </a:t>
            </a:r>
            <a:r>
              <a:rPr lang="en-US" b="1" dirty="0"/>
              <a:t>user-driven analytic </a:t>
            </a:r>
            <a:r>
              <a:rPr lang="en-US" b="1" dirty="0" smtClean="0"/>
              <a:t>solutions</a:t>
            </a:r>
          </a:p>
          <a:p>
            <a:pPr marL="457200" indent="-457200" algn="l">
              <a:buFont typeface="Arial" panose="020B0604020202020204" pitchFamily="34" charset="0"/>
              <a:buChar char="•"/>
            </a:pPr>
            <a:r>
              <a:rPr lang="en-US" b="1" dirty="0" smtClean="0"/>
              <a:t>125,000 </a:t>
            </a:r>
            <a:r>
              <a:rPr lang="en-US" b="1" dirty="0"/>
              <a:t>reports and 2,500 </a:t>
            </a:r>
            <a:r>
              <a:rPr lang="en-US" b="1" dirty="0" smtClean="0"/>
              <a:t>dashboards</a:t>
            </a:r>
          </a:p>
          <a:p>
            <a:pPr marL="457200" indent="-457200" algn="l">
              <a:buFont typeface="Arial" panose="020B0604020202020204" pitchFamily="34" charset="0"/>
              <a:buChar char="•"/>
            </a:pPr>
            <a:r>
              <a:rPr lang="en-US" b="1" dirty="0" smtClean="0"/>
              <a:t>FY 2017 opportunity with Department of Energy to host and analyze VA data at Oak Ridge National Laboratories. Comes with significant consulting. </a:t>
            </a:r>
          </a:p>
          <a:p>
            <a:pPr marL="457200" indent="-457200" algn="l">
              <a:buFont typeface="Arial" panose="020B0604020202020204" pitchFamily="34" charset="0"/>
              <a:buChar char="•"/>
            </a:pPr>
            <a:r>
              <a:rPr lang="en-US" b="1" dirty="0" smtClean="0"/>
              <a:t>What do I do ? </a:t>
            </a:r>
            <a:r>
              <a:rPr lang="en-US" b="1" dirty="0"/>
              <a:t>T</a:t>
            </a:r>
            <a:r>
              <a:rPr lang="en-US" b="1" dirty="0" smtClean="0"/>
              <a:t>ry to build enterprise solutions and transfer research informatics into production</a:t>
            </a:r>
          </a:p>
          <a:p>
            <a:pPr marL="457200" indent="-457200" algn="l">
              <a:buFont typeface="Arial" panose="020B0604020202020204" pitchFamily="34" charset="0"/>
              <a:buChar char="•"/>
            </a:pPr>
            <a:endParaRPr lang="en-US" b="1" dirty="0" smtClean="0"/>
          </a:p>
          <a:p>
            <a:pPr marL="457200" indent="-457200" algn="l">
              <a:buFont typeface="Arial" panose="020B0604020202020204" pitchFamily="34" charset="0"/>
              <a:buChar char="•"/>
            </a:pPr>
            <a:endParaRPr lang="en-US" b="1" dirty="0" smtClean="0"/>
          </a:p>
          <a:p>
            <a:pPr marL="457200" indent="-457200" algn="l">
              <a:buFont typeface="Arial" panose="020B0604020202020204" pitchFamily="34" charset="0"/>
              <a:buChar char="•"/>
            </a:pPr>
            <a:endParaRPr lang="en-US" b="1" dirty="0" smtClean="0"/>
          </a:p>
          <a:p>
            <a:pPr marL="457200" indent="-457200" algn="l">
              <a:buFont typeface="Arial" panose="020B0604020202020204" pitchFamily="34" charset="0"/>
              <a:buChar char="•"/>
            </a:pPr>
            <a:endParaRPr lang="en-US" b="1" dirty="0" smtClean="0"/>
          </a:p>
        </p:txBody>
      </p:sp>
    </p:spTree>
    <p:extLst>
      <p:ext uri="{BB962C8B-B14F-4D97-AF65-F5344CB8AC3E}">
        <p14:creationId xmlns:p14="http://schemas.microsoft.com/office/powerpoint/2010/main" val="12303912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52400" y="76200"/>
            <a:ext cx="8839200" cy="838200"/>
          </a:xfrm>
        </p:spPr>
        <p:txBody>
          <a:bodyPr>
            <a:noAutofit/>
          </a:bodyPr>
          <a:lstStyle/>
          <a:p>
            <a:pPr algn="ctr"/>
            <a:r>
              <a:rPr lang="en-US" sz="4000" dirty="0" smtClean="0"/>
              <a:t>BISL </a:t>
            </a:r>
            <a:r>
              <a:rPr lang="en-US" sz="4000" dirty="0"/>
              <a:t>E</a:t>
            </a:r>
            <a:r>
              <a:rPr lang="en-US" sz="4000" dirty="0" smtClean="0"/>
              <a:t>nterprise Enclaves </a:t>
            </a:r>
            <a:r>
              <a:rPr lang="en-US" sz="4000" dirty="0"/>
              <a:t>&amp; </a:t>
            </a:r>
            <a:r>
              <a:rPr lang="en-US" sz="4000" dirty="0" smtClean="0"/>
              <a:t>Application</a:t>
            </a:r>
            <a:r>
              <a:rPr lang="en-US" sz="4000" dirty="0"/>
              <a:t>s</a:t>
            </a:r>
          </a:p>
        </p:txBody>
      </p:sp>
      <p:sp>
        <p:nvSpPr>
          <p:cNvPr id="7" name="Oval 6"/>
          <p:cNvSpPr/>
          <p:nvPr/>
        </p:nvSpPr>
        <p:spPr>
          <a:xfrm>
            <a:off x="838200" y="2954178"/>
            <a:ext cx="1143000" cy="6858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8" name="TextBox 7"/>
          <p:cNvSpPr txBox="1"/>
          <p:nvPr/>
        </p:nvSpPr>
        <p:spPr>
          <a:xfrm>
            <a:off x="1151897" y="3027401"/>
            <a:ext cx="550151" cy="553998"/>
          </a:xfrm>
          <a:prstGeom prst="rect">
            <a:avLst/>
          </a:prstGeom>
          <a:noFill/>
        </p:spPr>
        <p:txBody>
          <a:bodyPr wrap="none" rtlCol="0">
            <a:spAutoFit/>
          </a:bodyPr>
          <a:lstStyle/>
          <a:p>
            <a:r>
              <a:rPr lang="en-US" b="1" dirty="0" smtClean="0"/>
              <a:t>GP</a:t>
            </a:r>
          </a:p>
          <a:p>
            <a:pPr algn="ctr"/>
            <a:r>
              <a:rPr lang="en-US" sz="1200" b="1" dirty="0" smtClean="0"/>
              <a:t>(A01)</a:t>
            </a:r>
            <a:endParaRPr lang="en-US" sz="1200" b="1" dirty="0"/>
          </a:p>
        </p:txBody>
      </p:sp>
      <p:sp>
        <p:nvSpPr>
          <p:cNvPr id="9" name="Oval 8"/>
          <p:cNvSpPr/>
          <p:nvPr/>
        </p:nvSpPr>
        <p:spPr>
          <a:xfrm>
            <a:off x="2209800" y="2954178"/>
            <a:ext cx="1143000" cy="6858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0" name="TextBox 9"/>
          <p:cNvSpPr txBox="1"/>
          <p:nvPr/>
        </p:nvSpPr>
        <p:spPr>
          <a:xfrm>
            <a:off x="2408745" y="3047999"/>
            <a:ext cx="732893" cy="553998"/>
          </a:xfrm>
          <a:prstGeom prst="rect">
            <a:avLst/>
          </a:prstGeom>
          <a:noFill/>
        </p:spPr>
        <p:txBody>
          <a:bodyPr wrap="none" rtlCol="0">
            <a:spAutoFit/>
          </a:bodyPr>
          <a:lstStyle/>
          <a:p>
            <a:pPr algn="ctr"/>
            <a:r>
              <a:rPr lang="en-US" b="1" dirty="0" smtClean="0"/>
              <a:t>ER</a:t>
            </a:r>
          </a:p>
          <a:p>
            <a:pPr algn="ctr"/>
            <a:r>
              <a:rPr lang="en-US" sz="1200" b="1" dirty="0" smtClean="0"/>
              <a:t>(SQL12)</a:t>
            </a:r>
            <a:endParaRPr lang="en-US" sz="1200" b="1" dirty="0"/>
          </a:p>
        </p:txBody>
      </p:sp>
      <p:sp>
        <p:nvSpPr>
          <p:cNvPr id="11" name="Oval 10"/>
          <p:cNvSpPr/>
          <p:nvPr/>
        </p:nvSpPr>
        <p:spPr>
          <a:xfrm>
            <a:off x="3581400" y="2954178"/>
            <a:ext cx="1143000" cy="6858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2" name="TextBox 11"/>
          <p:cNvSpPr txBox="1"/>
          <p:nvPr/>
        </p:nvSpPr>
        <p:spPr>
          <a:xfrm>
            <a:off x="3840515" y="3047999"/>
            <a:ext cx="622286" cy="553998"/>
          </a:xfrm>
          <a:prstGeom prst="rect">
            <a:avLst/>
          </a:prstGeom>
          <a:noFill/>
        </p:spPr>
        <p:txBody>
          <a:bodyPr wrap="none" rtlCol="0">
            <a:spAutoFit/>
          </a:bodyPr>
          <a:lstStyle/>
          <a:p>
            <a:pPr algn="ctr"/>
            <a:r>
              <a:rPr lang="en-US" b="1" dirty="0" smtClean="0"/>
              <a:t>FR</a:t>
            </a:r>
          </a:p>
          <a:p>
            <a:pPr algn="ctr"/>
            <a:r>
              <a:rPr lang="en-US" sz="1200" b="1" dirty="0" smtClean="0"/>
              <a:t>(TBD)</a:t>
            </a:r>
            <a:endParaRPr lang="en-US" sz="1200" b="1" dirty="0"/>
          </a:p>
        </p:txBody>
      </p:sp>
      <p:sp>
        <p:nvSpPr>
          <p:cNvPr id="13" name="Oval 12"/>
          <p:cNvSpPr/>
          <p:nvPr/>
        </p:nvSpPr>
        <p:spPr>
          <a:xfrm>
            <a:off x="4953000" y="2954178"/>
            <a:ext cx="1143000" cy="6858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4" name="TextBox 13"/>
          <p:cNvSpPr txBox="1"/>
          <p:nvPr/>
        </p:nvSpPr>
        <p:spPr>
          <a:xfrm>
            <a:off x="5155086" y="3047999"/>
            <a:ext cx="726610" cy="553998"/>
          </a:xfrm>
          <a:prstGeom prst="rect">
            <a:avLst/>
          </a:prstGeom>
          <a:noFill/>
        </p:spPr>
        <p:txBody>
          <a:bodyPr wrap="none" rtlCol="0">
            <a:spAutoFit/>
          </a:bodyPr>
          <a:lstStyle/>
          <a:p>
            <a:pPr algn="ctr"/>
            <a:r>
              <a:rPr lang="en-US" b="1" dirty="0" smtClean="0"/>
              <a:t>AA</a:t>
            </a:r>
          </a:p>
          <a:p>
            <a:pPr algn="ctr"/>
            <a:r>
              <a:rPr lang="en-US" sz="1200" b="1" dirty="0" smtClean="0"/>
              <a:t>(SQL13)</a:t>
            </a:r>
            <a:endParaRPr lang="en-US" sz="1200" b="1" dirty="0"/>
          </a:p>
        </p:txBody>
      </p:sp>
      <p:sp>
        <p:nvSpPr>
          <p:cNvPr id="15" name="Oval 14"/>
          <p:cNvSpPr/>
          <p:nvPr/>
        </p:nvSpPr>
        <p:spPr>
          <a:xfrm>
            <a:off x="6248400" y="2954178"/>
            <a:ext cx="1143000" cy="6858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6" name="TextBox 15"/>
          <p:cNvSpPr txBox="1"/>
          <p:nvPr/>
        </p:nvSpPr>
        <p:spPr>
          <a:xfrm>
            <a:off x="6448948" y="3047999"/>
            <a:ext cx="657552" cy="553998"/>
          </a:xfrm>
          <a:prstGeom prst="rect">
            <a:avLst/>
          </a:prstGeom>
          <a:noFill/>
        </p:spPr>
        <p:txBody>
          <a:bodyPr wrap="none" rtlCol="0">
            <a:spAutoFit/>
          </a:bodyPr>
          <a:lstStyle/>
          <a:p>
            <a:pPr algn="ctr"/>
            <a:r>
              <a:rPr lang="en-US" b="1" dirty="0" smtClean="0"/>
              <a:t>RD</a:t>
            </a:r>
          </a:p>
          <a:p>
            <a:pPr algn="ctr"/>
            <a:r>
              <a:rPr lang="en-US" sz="1200" b="1" dirty="0" smtClean="0"/>
              <a:t>(RB01)</a:t>
            </a:r>
            <a:endParaRPr lang="en-US" sz="1200" b="1" dirty="0"/>
          </a:p>
        </p:txBody>
      </p:sp>
      <p:sp>
        <p:nvSpPr>
          <p:cNvPr id="17" name="Rectangle 16"/>
          <p:cNvSpPr/>
          <p:nvPr/>
        </p:nvSpPr>
        <p:spPr>
          <a:xfrm>
            <a:off x="457200" y="2649378"/>
            <a:ext cx="7315200" cy="12954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8" name="TextBox 17"/>
          <p:cNvSpPr txBox="1"/>
          <p:nvPr/>
        </p:nvSpPr>
        <p:spPr>
          <a:xfrm>
            <a:off x="8208893" y="3124199"/>
            <a:ext cx="747320" cy="646331"/>
          </a:xfrm>
          <a:prstGeom prst="rect">
            <a:avLst/>
          </a:prstGeom>
          <a:noFill/>
        </p:spPr>
        <p:txBody>
          <a:bodyPr wrap="none" rtlCol="0">
            <a:spAutoFit/>
          </a:bodyPr>
          <a:lstStyle/>
          <a:p>
            <a:pPr algn="ctr"/>
            <a:r>
              <a:rPr lang="en-US" b="1" i="1" dirty="0" smtClean="0"/>
              <a:t>Scale</a:t>
            </a:r>
          </a:p>
          <a:p>
            <a:pPr algn="ctr"/>
            <a:r>
              <a:rPr lang="en-US" b="1" i="1" dirty="0" smtClean="0"/>
              <a:t> Out</a:t>
            </a:r>
            <a:endParaRPr lang="en-US" b="1" i="1" dirty="0"/>
          </a:p>
        </p:txBody>
      </p:sp>
      <p:sp>
        <p:nvSpPr>
          <p:cNvPr id="19" name="Right Arrow 18"/>
          <p:cNvSpPr/>
          <p:nvPr/>
        </p:nvSpPr>
        <p:spPr>
          <a:xfrm>
            <a:off x="7543800" y="3054762"/>
            <a:ext cx="60960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0" name="TextBox 19"/>
          <p:cNvSpPr txBox="1"/>
          <p:nvPr/>
        </p:nvSpPr>
        <p:spPr>
          <a:xfrm>
            <a:off x="457200" y="2268378"/>
            <a:ext cx="4347600" cy="400110"/>
          </a:xfrm>
          <a:prstGeom prst="rect">
            <a:avLst/>
          </a:prstGeom>
          <a:noFill/>
        </p:spPr>
        <p:txBody>
          <a:bodyPr wrap="none" rtlCol="0">
            <a:spAutoFit/>
          </a:bodyPr>
          <a:lstStyle/>
          <a:p>
            <a:r>
              <a:rPr lang="en-US" sz="2000" b="1" dirty="0" smtClean="0"/>
              <a:t>Enterprise Data &amp; Project Enclaves</a:t>
            </a:r>
            <a:endParaRPr lang="en-US" sz="2000" b="1" dirty="0"/>
          </a:p>
        </p:txBody>
      </p:sp>
      <p:sp>
        <p:nvSpPr>
          <p:cNvPr id="21" name="Rounded Rectangle 20"/>
          <p:cNvSpPr/>
          <p:nvPr/>
        </p:nvSpPr>
        <p:spPr>
          <a:xfrm>
            <a:off x="76200" y="4574609"/>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22" name="TextBox 21"/>
          <p:cNvSpPr txBox="1"/>
          <p:nvPr/>
        </p:nvSpPr>
        <p:spPr>
          <a:xfrm>
            <a:off x="76200" y="4708644"/>
            <a:ext cx="918419" cy="584775"/>
          </a:xfrm>
          <a:prstGeom prst="rect">
            <a:avLst/>
          </a:prstGeom>
          <a:noFill/>
        </p:spPr>
        <p:txBody>
          <a:bodyPr wrap="square" rtlCol="0">
            <a:spAutoFit/>
          </a:bodyPr>
          <a:lstStyle/>
          <a:p>
            <a:pPr algn="ctr"/>
            <a:r>
              <a:rPr lang="en-US" sz="1600" b="1" dirty="0" smtClean="0"/>
              <a:t>SSIS</a:t>
            </a:r>
          </a:p>
          <a:p>
            <a:pPr algn="ctr"/>
            <a:r>
              <a:rPr lang="en-US" sz="1600" b="1" dirty="0" smtClean="0"/>
              <a:t>Farm</a:t>
            </a:r>
            <a:endParaRPr lang="en-US" sz="1600" b="1" dirty="0"/>
          </a:p>
        </p:txBody>
      </p:sp>
      <p:sp>
        <p:nvSpPr>
          <p:cNvPr id="23" name="Rounded Rectangle 22"/>
          <p:cNvSpPr/>
          <p:nvPr/>
        </p:nvSpPr>
        <p:spPr>
          <a:xfrm>
            <a:off x="6633419" y="4606829"/>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24" name="TextBox 23"/>
          <p:cNvSpPr txBox="1"/>
          <p:nvPr/>
        </p:nvSpPr>
        <p:spPr>
          <a:xfrm>
            <a:off x="6629400" y="4740864"/>
            <a:ext cx="1017117" cy="584775"/>
          </a:xfrm>
          <a:prstGeom prst="rect">
            <a:avLst/>
          </a:prstGeom>
          <a:noFill/>
        </p:spPr>
        <p:txBody>
          <a:bodyPr wrap="square" rtlCol="0">
            <a:spAutoFit/>
          </a:bodyPr>
          <a:lstStyle/>
          <a:p>
            <a:pPr algn="ctr"/>
            <a:r>
              <a:rPr lang="en-US" sz="1600" b="1" dirty="0" smtClean="0"/>
              <a:t>Pyramid</a:t>
            </a:r>
          </a:p>
          <a:p>
            <a:pPr algn="ctr"/>
            <a:r>
              <a:rPr lang="en-US" sz="1600" b="1" dirty="0" smtClean="0"/>
              <a:t>Farm</a:t>
            </a:r>
            <a:endParaRPr lang="en-US" sz="1600" b="1" dirty="0"/>
          </a:p>
        </p:txBody>
      </p:sp>
      <p:sp>
        <p:nvSpPr>
          <p:cNvPr id="25" name="TextBox 24"/>
          <p:cNvSpPr txBox="1"/>
          <p:nvPr/>
        </p:nvSpPr>
        <p:spPr>
          <a:xfrm>
            <a:off x="429491" y="4029422"/>
            <a:ext cx="3718582" cy="400110"/>
          </a:xfrm>
          <a:prstGeom prst="rect">
            <a:avLst/>
          </a:prstGeom>
          <a:noFill/>
        </p:spPr>
        <p:txBody>
          <a:bodyPr wrap="none" rtlCol="0">
            <a:spAutoFit/>
          </a:bodyPr>
          <a:lstStyle/>
          <a:p>
            <a:r>
              <a:rPr lang="en-US" sz="2000" b="1" dirty="0" smtClean="0"/>
              <a:t>Enterprise Application Farms</a:t>
            </a:r>
            <a:endParaRPr lang="en-US" sz="2000" b="1" dirty="0"/>
          </a:p>
        </p:txBody>
      </p:sp>
      <p:sp>
        <p:nvSpPr>
          <p:cNvPr id="29" name="Rounded Rectangle 28"/>
          <p:cNvSpPr/>
          <p:nvPr/>
        </p:nvSpPr>
        <p:spPr>
          <a:xfrm>
            <a:off x="1356360" y="4627701"/>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30" name="TextBox 29"/>
          <p:cNvSpPr txBox="1"/>
          <p:nvPr/>
        </p:nvSpPr>
        <p:spPr>
          <a:xfrm>
            <a:off x="1371600" y="4708644"/>
            <a:ext cx="918419" cy="584775"/>
          </a:xfrm>
          <a:prstGeom prst="rect">
            <a:avLst/>
          </a:prstGeom>
          <a:noFill/>
        </p:spPr>
        <p:txBody>
          <a:bodyPr wrap="square" rtlCol="0">
            <a:spAutoFit/>
          </a:bodyPr>
          <a:lstStyle/>
          <a:p>
            <a:pPr algn="ctr"/>
            <a:r>
              <a:rPr lang="en-US" sz="1600" b="1" dirty="0" smtClean="0"/>
              <a:t>SSAS</a:t>
            </a:r>
          </a:p>
          <a:p>
            <a:pPr algn="ctr"/>
            <a:r>
              <a:rPr lang="en-US" sz="1600" b="1" dirty="0" smtClean="0"/>
              <a:t>Farm</a:t>
            </a:r>
            <a:endParaRPr lang="en-US" sz="1600" b="1" dirty="0"/>
          </a:p>
        </p:txBody>
      </p:sp>
      <p:sp>
        <p:nvSpPr>
          <p:cNvPr id="34" name="Rounded Rectangle 33"/>
          <p:cNvSpPr/>
          <p:nvPr/>
        </p:nvSpPr>
        <p:spPr>
          <a:xfrm>
            <a:off x="2667000" y="4574609"/>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35" name="TextBox 34"/>
          <p:cNvSpPr txBox="1"/>
          <p:nvPr/>
        </p:nvSpPr>
        <p:spPr>
          <a:xfrm>
            <a:off x="2758440" y="4616310"/>
            <a:ext cx="914400" cy="830997"/>
          </a:xfrm>
          <a:prstGeom prst="rect">
            <a:avLst/>
          </a:prstGeom>
          <a:noFill/>
        </p:spPr>
        <p:txBody>
          <a:bodyPr wrap="square" rtlCol="0">
            <a:spAutoFit/>
          </a:bodyPr>
          <a:lstStyle/>
          <a:p>
            <a:pPr algn="ctr"/>
            <a:r>
              <a:rPr lang="en-US" sz="1600" b="1" dirty="0" smtClean="0"/>
              <a:t>Share P0int</a:t>
            </a:r>
          </a:p>
          <a:p>
            <a:pPr algn="ctr"/>
            <a:r>
              <a:rPr lang="en-US" sz="1600" b="1" dirty="0" smtClean="0"/>
              <a:t>Farm</a:t>
            </a:r>
            <a:endParaRPr lang="en-US" sz="1600" b="1" dirty="0"/>
          </a:p>
        </p:txBody>
      </p:sp>
      <p:sp>
        <p:nvSpPr>
          <p:cNvPr id="39" name="Rounded Rectangle 38"/>
          <p:cNvSpPr/>
          <p:nvPr/>
        </p:nvSpPr>
        <p:spPr>
          <a:xfrm>
            <a:off x="4038600" y="4599157"/>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44" name="Rounded Rectangle 43"/>
          <p:cNvSpPr/>
          <p:nvPr/>
        </p:nvSpPr>
        <p:spPr>
          <a:xfrm>
            <a:off x="5334000" y="4599157"/>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45" name="TextBox 44"/>
          <p:cNvSpPr txBox="1"/>
          <p:nvPr/>
        </p:nvSpPr>
        <p:spPr>
          <a:xfrm>
            <a:off x="5334000" y="4732447"/>
            <a:ext cx="1005840" cy="584775"/>
          </a:xfrm>
          <a:prstGeom prst="rect">
            <a:avLst/>
          </a:prstGeom>
          <a:noFill/>
        </p:spPr>
        <p:txBody>
          <a:bodyPr wrap="square" rtlCol="0">
            <a:spAutoFit/>
          </a:bodyPr>
          <a:lstStyle/>
          <a:p>
            <a:pPr algn="ctr"/>
            <a:r>
              <a:rPr lang="en-US" sz="1600" b="1" dirty="0" smtClean="0"/>
              <a:t>SAS </a:t>
            </a:r>
          </a:p>
          <a:p>
            <a:pPr algn="ctr"/>
            <a:r>
              <a:rPr lang="en-US" sz="1600" b="1" dirty="0" smtClean="0"/>
              <a:t>Farm</a:t>
            </a:r>
            <a:endParaRPr lang="en-US" sz="1600" b="1" dirty="0"/>
          </a:p>
        </p:txBody>
      </p:sp>
      <p:sp>
        <p:nvSpPr>
          <p:cNvPr id="49" name="Rectangle 48"/>
          <p:cNvSpPr/>
          <p:nvPr/>
        </p:nvSpPr>
        <p:spPr>
          <a:xfrm>
            <a:off x="457200" y="1143000"/>
            <a:ext cx="5991749" cy="483934"/>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0" name="TextBox 49"/>
          <p:cNvSpPr txBox="1"/>
          <p:nvPr/>
        </p:nvSpPr>
        <p:spPr>
          <a:xfrm>
            <a:off x="439487" y="1143000"/>
            <a:ext cx="6009462" cy="461665"/>
          </a:xfrm>
          <a:prstGeom prst="rect">
            <a:avLst/>
          </a:prstGeom>
          <a:noFill/>
        </p:spPr>
        <p:txBody>
          <a:bodyPr wrap="square" rtlCol="0">
            <a:spAutoFit/>
          </a:bodyPr>
          <a:lstStyle/>
          <a:p>
            <a:pPr algn="ctr"/>
            <a:r>
              <a:rPr lang="en-US" sz="2400" b="1" dirty="0" smtClean="0"/>
              <a:t>VISTA Shadow System(s</a:t>
            </a:r>
            <a:r>
              <a:rPr lang="en-US" sz="2000" b="1" dirty="0" smtClean="0"/>
              <a:t>)</a:t>
            </a:r>
            <a:endParaRPr lang="en-US" sz="2000" b="1" dirty="0"/>
          </a:p>
        </p:txBody>
      </p:sp>
      <p:sp>
        <p:nvSpPr>
          <p:cNvPr id="51" name="Rectangle 50"/>
          <p:cNvSpPr/>
          <p:nvPr/>
        </p:nvSpPr>
        <p:spPr>
          <a:xfrm>
            <a:off x="474914" y="1725865"/>
            <a:ext cx="2637068" cy="48393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2" name="TextBox 51"/>
          <p:cNvSpPr txBox="1"/>
          <p:nvPr/>
        </p:nvSpPr>
        <p:spPr>
          <a:xfrm>
            <a:off x="457200" y="1828799"/>
            <a:ext cx="2654782" cy="369332"/>
          </a:xfrm>
          <a:prstGeom prst="rect">
            <a:avLst/>
          </a:prstGeom>
          <a:noFill/>
        </p:spPr>
        <p:txBody>
          <a:bodyPr wrap="square" rtlCol="0">
            <a:spAutoFit/>
          </a:bodyPr>
          <a:lstStyle/>
          <a:p>
            <a:pPr algn="ctr"/>
            <a:r>
              <a:rPr lang="en-US" b="1" dirty="0" smtClean="0"/>
              <a:t>FDW/RDW</a:t>
            </a:r>
            <a:endParaRPr lang="en-US" b="1" dirty="0"/>
          </a:p>
        </p:txBody>
      </p:sp>
      <p:sp>
        <p:nvSpPr>
          <p:cNvPr id="53" name="Rectangle 52"/>
          <p:cNvSpPr/>
          <p:nvPr/>
        </p:nvSpPr>
        <p:spPr>
          <a:xfrm>
            <a:off x="3318302" y="1750783"/>
            <a:ext cx="2164079" cy="48393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4" name="TextBox 53"/>
          <p:cNvSpPr txBox="1"/>
          <p:nvPr/>
        </p:nvSpPr>
        <p:spPr>
          <a:xfrm>
            <a:off x="3318302" y="1828799"/>
            <a:ext cx="2168098" cy="369332"/>
          </a:xfrm>
          <a:prstGeom prst="rect">
            <a:avLst/>
          </a:prstGeom>
          <a:noFill/>
        </p:spPr>
        <p:txBody>
          <a:bodyPr wrap="square" rtlCol="0">
            <a:spAutoFit/>
          </a:bodyPr>
          <a:lstStyle/>
          <a:p>
            <a:pPr algn="ctr"/>
            <a:r>
              <a:rPr lang="en-US" b="1" dirty="0" smtClean="0"/>
              <a:t>VX-130</a:t>
            </a:r>
            <a:endParaRPr lang="en-US" b="1" dirty="0"/>
          </a:p>
        </p:txBody>
      </p:sp>
      <p:sp>
        <p:nvSpPr>
          <p:cNvPr id="55" name="Rounded Rectangle 54"/>
          <p:cNvSpPr/>
          <p:nvPr/>
        </p:nvSpPr>
        <p:spPr>
          <a:xfrm>
            <a:off x="7909560" y="4616778"/>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dirty="0"/>
          </a:p>
        </p:txBody>
      </p:sp>
      <p:sp>
        <p:nvSpPr>
          <p:cNvPr id="56" name="TextBox 55"/>
          <p:cNvSpPr txBox="1"/>
          <p:nvPr/>
        </p:nvSpPr>
        <p:spPr>
          <a:xfrm>
            <a:off x="7905541" y="4750813"/>
            <a:ext cx="1009859" cy="584775"/>
          </a:xfrm>
          <a:prstGeom prst="rect">
            <a:avLst/>
          </a:prstGeom>
          <a:noFill/>
        </p:spPr>
        <p:txBody>
          <a:bodyPr wrap="square" rtlCol="0">
            <a:spAutoFit/>
          </a:bodyPr>
          <a:lstStyle/>
          <a:p>
            <a:pPr algn="ctr"/>
            <a:r>
              <a:rPr lang="en-US" sz="1600" b="1" dirty="0" smtClean="0"/>
              <a:t>Backup</a:t>
            </a:r>
          </a:p>
          <a:p>
            <a:pPr algn="ctr"/>
            <a:r>
              <a:rPr lang="en-US" sz="1600" b="1" dirty="0" smtClean="0"/>
              <a:t>Farm</a:t>
            </a:r>
          </a:p>
        </p:txBody>
      </p:sp>
      <p:sp>
        <p:nvSpPr>
          <p:cNvPr id="57" name="Rectangle 56"/>
          <p:cNvSpPr/>
          <p:nvPr/>
        </p:nvSpPr>
        <p:spPr>
          <a:xfrm>
            <a:off x="7051128" y="4050268"/>
            <a:ext cx="1178472" cy="369332"/>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8" name="Oval 57"/>
          <p:cNvSpPr/>
          <p:nvPr/>
        </p:nvSpPr>
        <p:spPr>
          <a:xfrm>
            <a:off x="7117080" y="4086344"/>
            <a:ext cx="274320" cy="274320"/>
          </a:xfrm>
          <a:prstGeom prst="ellipse">
            <a:avLst/>
          </a:prstGeom>
          <a:solidFill>
            <a:srgbClr val="FF000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9" name="Oval 58"/>
          <p:cNvSpPr/>
          <p:nvPr/>
        </p:nvSpPr>
        <p:spPr>
          <a:xfrm>
            <a:off x="7498080" y="4086344"/>
            <a:ext cx="274320" cy="274320"/>
          </a:xfrm>
          <a:prstGeom prst="ellipse">
            <a:avLst/>
          </a:prstGeom>
          <a:solidFill>
            <a:srgbClr val="FFFF0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0" name="Oval 59"/>
          <p:cNvSpPr/>
          <p:nvPr/>
        </p:nvSpPr>
        <p:spPr>
          <a:xfrm>
            <a:off x="7879080" y="4086344"/>
            <a:ext cx="274320" cy="274320"/>
          </a:xfrm>
          <a:prstGeom prst="ellipse">
            <a:avLst/>
          </a:prstGeom>
          <a:solidFill>
            <a:srgbClr val="92D05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1" name="TextBox 60"/>
          <p:cNvSpPr txBox="1"/>
          <p:nvPr/>
        </p:nvSpPr>
        <p:spPr>
          <a:xfrm>
            <a:off x="4952447" y="4102790"/>
            <a:ext cx="2170659" cy="338554"/>
          </a:xfrm>
          <a:prstGeom prst="rect">
            <a:avLst/>
          </a:prstGeom>
          <a:noFill/>
        </p:spPr>
        <p:txBody>
          <a:bodyPr wrap="none" rtlCol="0">
            <a:spAutoFit/>
          </a:bodyPr>
          <a:lstStyle/>
          <a:p>
            <a:r>
              <a:rPr lang="en-US" sz="1400" b="1" dirty="0" smtClean="0"/>
              <a:t>Operation </a:t>
            </a:r>
            <a:r>
              <a:rPr lang="en-US" sz="1600" b="1" dirty="0" smtClean="0"/>
              <a:t>Dashboard</a:t>
            </a:r>
            <a:endParaRPr lang="en-US" sz="1400" b="1" dirty="0"/>
          </a:p>
        </p:txBody>
      </p:sp>
      <p:sp>
        <p:nvSpPr>
          <p:cNvPr id="62" name="Rectangle 61"/>
          <p:cNvSpPr/>
          <p:nvPr/>
        </p:nvSpPr>
        <p:spPr>
          <a:xfrm>
            <a:off x="5710983" y="1752599"/>
            <a:ext cx="2061417" cy="48393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3" name="TextBox 62"/>
          <p:cNvSpPr txBox="1"/>
          <p:nvPr/>
        </p:nvSpPr>
        <p:spPr>
          <a:xfrm>
            <a:off x="5710983" y="1830615"/>
            <a:ext cx="2061418" cy="369332"/>
          </a:xfrm>
          <a:prstGeom prst="rect">
            <a:avLst/>
          </a:prstGeom>
          <a:noFill/>
        </p:spPr>
        <p:txBody>
          <a:bodyPr wrap="square" rtlCol="0">
            <a:spAutoFit/>
          </a:bodyPr>
          <a:lstStyle/>
          <a:p>
            <a:pPr algn="ctr"/>
            <a:r>
              <a:rPr lang="en-US" b="1" dirty="0" smtClean="0"/>
              <a:t>Raw</a:t>
            </a:r>
            <a:endParaRPr lang="en-US" b="1" dirty="0"/>
          </a:p>
        </p:txBody>
      </p:sp>
      <p:sp>
        <p:nvSpPr>
          <p:cNvPr id="64" name="Rounded Rectangle 63"/>
          <p:cNvSpPr/>
          <p:nvPr/>
        </p:nvSpPr>
        <p:spPr>
          <a:xfrm>
            <a:off x="76200" y="5867400"/>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dirty="0"/>
          </a:p>
        </p:txBody>
      </p:sp>
      <p:sp>
        <p:nvSpPr>
          <p:cNvPr id="65" name="TextBox 64"/>
          <p:cNvSpPr txBox="1"/>
          <p:nvPr/>
        </p:nvSpPr>
        <p:spPr>
          <a:xfrm>
            <a:off x="76200" y="5983069"/>
            <a:ext cx="1009859" cy="584775"/>
          </a:xfrm>
          <a:prstGeom prst="rect">
            <a:avLst/>
          </a:prstGeom>
          <a:noFill/>
        </p:spPr>
        <p:txBody>
          <a:bodyPr wrap="square" rtlCol="0">
            <a:spAutoFit/>
          </a:bodyPr>
          <a:lstStyle/>
          <a:p>
            <a:pPr algn="ctr"/>
            <a:r>
              <a:rPr lang="en-US" sz="1600" b="1" dirty="0" smtClean="0"/>
              <a:t>TFS</a:t>
            </a:r>
          </a:p>
          <a:p>
            <a:pPr algn="ctr"/>
            <a:r>
              <a:rPr lang="en-US" sz="1600" b="1" dirty="0" smtClean="0"/>
              <a:t>Farm</a:t>
            </a:r>
          </a:p>
        </p:txBody>
      </p:sp>
      <p:sp>
        <p:nvSpPr>
          <p:cNvPr id="66" name="Rounded Rectangle 65"/>
          <p:cNvSpPr/>
          <p:nvPr/>
        </p:nvSpPr>
        <p:spPr>
          <a:xfrm>
            <a:off x="1352341" y="5867400"/>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dirty="0"/>
          </a:p>
        </p:txBody>
      </p:sp>
      <p:sp>
        <p:nvSpPr>
          <p:cNvPr id="67" name="TextBox 66"/>
          <p:cNvSpPr txBox="1"/>
          <p:nvPr/>
        </p:nvSpPr>
        <p:spPr>
          <a:xfrm>
            <a:off x="1352341" y="5867400"/>
            <a:ext cx="1009859" cy="738664"/>
          </a:xfrm>
          <a:prstGeom prst="rect">
            <a:avLst/>
          </a:prstGeom>
          <a:noFill/>
        </p:spPr>
        <p:txBody>
          <a:bodyPr wrap="square" rtlCol="0">
            <a:spAutoFit/>
          </a:bodyPr>
          <a:lstStyle/>
          <a:p>
            <a:pPr algn="ctr"/>
            <a:r>
              <a:rPr lang="en-US" sz="1400" b="1" dirty="0" smtClean="0"/>
              <a:t>Remote</a:t>
            </a:r>
          </a:p>
          <a:p>
            <a:pPr algn="ctr"/>
            <a:r>
              <a:rPr lang="en-US" sz="1400" b="1" dirty="0" smtClean="0"/>
              <a:t>Desktop Farm</a:t>
            </a:r>
          </a:p>
        </p:txBody>
      </p:sp>
      <p:sp>
        <p:nvSpPr>
          <p:cNvPr id="73" name="TextBox 72"/>
          <p:cNvSpPr txBox="1"/>
          <p:nvPr/>
        </p:nvSpPr>
        <p:spPr>
          <a:xfrm>
            <a:off x="4042059" y="4648200"/>
            <a:ext cx="987141" cy="830997"/>
          </a:xfrm>
          <a:prstGeom prst="rect">
            <a:avLst/>
          </a:prstGeom>
          <a:noFill/>
        </p:spPr>
        <p:txBody>
          <a:bodyPr wrap="square" rtlCol="0">
            <a:spAutoFit/>
          </a:bodyPr>
          <a:lstStyle/>
          <a:p>
            <a:pPr algn="ctr"/>
            <a:r>
              <a:rPr lang="en-US" sz="1600" b="1" dirty="0" smtClean="0"/>
              <a:t>ESRI GIS</a:t>
            </a:r>
          </a:p>
          <a:p>
            <a:pPr algn="ctr"/>
            <a:r>
              <a:rPr lang="en-US" sz="1600" b="1" dirty="0" smtClean="0"/>
              <a:t>Farm</a:t>
            </a:r>
            <a:endParaRPr lang="en-US" sz="1600" b="1" dirty="0"/>
          </a:p>
        </p:txBody>
      </p:sp>
      <p:sp>
        <p:nvSpPr>
          <p:cNvPr id="3" name="Rectangle 2"/>
          <p:cNvSpPr/>
          <p:nvPr/>
        </p:nvSpPr>
        <p:spPr>
          <a:xfrm>
            <a:off x="76200" y="4574608"/>
            <a:ext cx="8991600" cy="2207191"/>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59451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76200" y="76200"/>
            <a:ext cx="8915400" cy="838200"/>
          </a:xfrm>
        </p:spPr>
        <p:txBody>
          <a:bodyPr>
            <a:noAutofit/>
          </a:bodyPr>
          <a:lstStyle/>
          <a:p>
            <a:pPr algn="ctr"/>
            <a:r>
              <a:rPr lang="en-US" sz="4000" dirty="0" smtClean="0"/>
              <a:t>VA CT NLP Cancer Care </a:t>
            </a:r>
            <a:r>
              <a:rPr lang="en-US" sz="4000" dirty="0"/>
              <a:t>T</a:t>
            </a:r>
            <a:r>
              <a:rPr lang="en-US" sz="4000" dirty="0" smtClean="0"/>
              <a:t>racking System</a:t>
            </a:r>
            <a:endParaRPr lang="en-US" sz="4000" dirty="0"/>
          </a:p>
        </p:txBody>
      </p:sp>
      <p:sp>
        <p:nvSpPr>
          <p:cNvPr id="50" name="TextBox 49"/>
          <p:cNvSpPr txBox="1"/>
          <p:nvPr/>
        </p:nvSpPr>
        <p:spPr>
          <a:xfrm>
            <a:off x="457200" y="990600"/>
            <a:ext cx="6009462" cy="461665"/>
          </a:xfrm>
          <a:prstGeom prst="rect">
            <a:avLst/>
          </a:prstGeom>
          <a:solidFill>
            <a:schemeClr val="accent1"/>
          </a:solidFill>
          <a:ln w="38100">
            <a:solidFill>
              <a:schemeClr val="bg1"/>
            </a:solidFill>
          </a:ln>
        </p:spPr>
        <p:txBody>
          <a:bodyPr wrap="square" rtlCol="0">
            <a:spAutoFit/>
          </a:bodyPr>
          <a:lstStyle/>
          <a:p>
            <a:pPr algn="ctr"/>
            <a:r>
              <a:rPr lang="en-US" sz="2400" b="1" dirty="0" smtClean="0"/>
              <a:t>VISTA Cache</a:t>
            </a:r>
            <a:endParaRPr lang="en-US" sz="2000" b="1" dirty="0"/>
          </a:p>
        </p:txBody>
      </p:sp>
      <p:sp>
        <p:nvSpPr>
          <p:cNvPr id="76" name="TextBox 75"/>
          <p:cNvSpPr txBox="1"/>
          <p:nvPr/>
        </p:nvSpPr>
        <p:spPr>
          <a:xfrm>
            <a:off x="3787181" y="2286000"/>
            <a:ext cx="1048270" cy="646331"/>
          </a:xfrm>
          <a:prstGeom prst="rect">
            <a:avLst/>
          </a:prstGeom>
          <a:solidFill>
            <a:srgbClr val="FF0000"/>
          </a:solidFill>
          <a:ln w="38100">
            <a:solidFill>
              <a:schemeClr val="bg1"/>
            </a:solidFill>
          </a:ln>
        </p:spPr>
        <p:txBody>
          <a:bodyPr wrap="square" rtlCol="0">
            <a:spAutoFit/>
          </a:bodyPr>
          <a:lstStyle/>
          <a:p>
            <a:pPr algn="ctr"/>
            <a:r>
              <a:rPr lang="en-US" b="1" dirty="0" smtClean="0"/>
              <a:t>SQL </a:t>
            </a:r>
          </a:p>
          <a:p>
            <a:pPr algn="ctr"/>
            <a:r>
              <a:rPr lang="en-US" b="1" dirty="0" smtClean="0"/>
              <a:t>Server  </a:t>
            </a:r>
            <a:endParaRPr lang="en-US" b="1" dirty="0"/>
          </a:p>
        </p:txBody>
      </p:sp>
      <p:sp>
        <p:nvSpPr>
          <p:cNvPr id="28" name="Left-Right Arrow 27"/>
          <p:cNvSpPr/>
          <p:nvPr/>
        </p:nvSpPr>
        <p:spPr>
          <a:xfrm rot="16200000">
            <a:off x="3978749" y="1768949"/>
            <a:ext cx="698822"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33" name="Rectangle 32"/>
          <p:cNvSpPr/>
          <p:nvPr/>
        </p:nvSpPr>
        <p:spPr>
          <a:xfrm>
            <a:off x="76200" y="1905000"/>
            <a:ext cx="2697562" cy="4688759"/>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NLP Application Server </a:t>
            </a:r>
            <a:r>
              <a:rPr lang="en-US" sz="2000" b="1" dirty="0">
                <a:solidFill>
                  <a:srgbClr val="FFFF00"/>
                </a:solidFill>
              </a:rPr>
              <a:t>YTEX</a:t>
            </a:r>
          </a:p>
          <a:p>
            <a:r>
              <a:rPr lang="en-US" b="1" dirty="0" smtClean="0"/>
              <a:t>DIAGNOSTIC_CODES_78_3 </a:t>
            </a:r>
            <a:r>
              <a:rPr lang="en-US" b="1" dirty="0"/>
              <a:t>– List of </a:t>
            </a:r>
            <a:r>
              <a:rPr lang="en-US" b="1" dirty="0" smtClean="0"/>
              <a:t>radiology alert </a:t>
            </a:r>
            <a:r>
              <a:rPr lang="en-US" b="1" dirty="0"/>
              <a:t>codes </a:t>
            </a:r>
          </a:p>
          <a:p>
            <a:r>
              <a:rPr lang="en-US" b="1" dirty="0"/>
              <a:t>Patient_2 (SSN, NAME, LAST4, ID) </a:t>
            </a:r>
          </a:p>
          <a:p>
            <a:r>
              <a:rPr lang="en-US" b="1" dirty="0"/>
              <a:t>RADNUC_MED_REPORTS_74 – Report Text</a:t>
            </a:r>
          </a:p>
          <a:p>
            <a:r>
              <a:rPr lang="en-US" b="1" dirty="0"/>
              <a:t>RADX_EXAMINATIONS_70_03 – Exam </a:t>
            </a:r>
            <a:r>
              <a:rPr lang="en-US" b="1" dirty="0" err="1"/>
              <a:t>datetime</a:t>
            </a:r>
            <a:endParaRPr lang="en-US" b="1" dirty="0"/>
          </a:p>
          <a:p>
            <a:r>
              <a:rPr lang="en-US" b="1" dirty="0"/>
              <a:t>RADXX_SECONDARY_DIAGNOST_70_14 – Secondary alerts </a:t>
            </a:r>
            <a:r>
              <a:rPr lang="en-US" b="1" dirty="0" smtClean="0"/>
              <a:t>listed</a:t>
            </a:r>
            <a:endParaRPr lang="en-US" sz="2000" b="1" dirty="0" smtClean="0"/>
          </a:p>
        </p:txBody>
      </p:sp>
      <p:sp>
        <p:nvSpPr>
          <p:cNvPr id="18" name="Rectangle 17"/>
          <p:cNvSpPr/>
          <p:nvPr/>
        </p:nvSpPr>
        <p:spPr>
          <a:xfrm>
            <a:off x="5943600" y="2133601"/>
            <a:ext cx="1132662" cy="1850682"/>
          </a:xfrm>
          <a:prstGeom prst="rect">
            <a:avLst/>
          </a:prstGeom>
          <a:solidFill>
            <a:srgbClr val="FF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Project DBs  </a:t>
            </a:r>
          </a:p>
          <a:p>
            <a:pPr algn="ctr"/>
            <a:r>
              <a:rPr lang="en-US" b="1" dirty="0" smtClean="0"/>
              <a:t>VA CT</a:t>
            </a:r>
            <a:endParaRPr lang="en-US" sz="1600" b="1" dirty="0"/>
          </a:p>
        </p:txBody>
      </p:sp>
      <p:sp>
        <p:nvSpPr>
          <p:cNvPr id="19" name="Rectangle 18"/>
          <p:cNvSpPr/>
          <p:nvPr/>
        </p:nvSpPr>
        <p:spPr>
          <a:xfrm>
            <a:off x="7076262" y="2438400"/>
            <a:ext cx="1915338" cy="609600"/>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t>Annotation DB</a:t>
            </a:r>
            <a:endParaRPr lang="en-US" sz="1600" b="1" dirty="0"/>
          </a:p>
        </p:txBody>
      </p:sp>
      <p:sp>
        <p:nvSpPr>
          <p:cNvPr id="20" name="Rectangle 19"/>
          <p:cNvSpPr/>
          <p:nvPr/>
        </p:nvSpPr>
        <p:spPr>
          <a:xfrm>
            <a:off x="7076262" y="3200400"/>
            <a:ext cx="1915338" cy="609600"/>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Output DBs</a:t>
            </a:r>
            <a:endParaRPr lang="en-US" sz="1600" b="1" dirty="0"/>
          </a:p>
        </p:txBody>
      </p:sp>
      <p:sp>
        <p:nvSpPr>
          <p:cNvPr id="25" name="Rectangle 24"/>
          <p:cNvSpPr/>
          <p:nvPr/>
        </p:nvSpPr>
        <p:spPr>
          <a:xfrm>
            <a:off x="6985661" y="4201017"/>
            <a:ext cx="1639340" cy="825139"/>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IIS Server</a:t>
            </a:r>
          </a:p>
          <a:p>
            <a:pPr algn="ctr"/>
            <a:r>
              <a:rPr lang="en-US" b="1" dirty="0" smtClean="0"/>
              <a:t>(Workflow)</a:t>
            </a:r>
            <a:endParaRPr lang="en-US" b="1" dirty="0"/>
          </a:p>
        </p:txBody>
      </p:sp>
      <p:grpSp>
        <p:nvGrpSpPr>
          <p:cNvPr id="4" name="Group 3"/>
          <p:cNvGrpSpPr>
            <a:grpSpLocks noChangeAspect="1"/>
          </p:cNvGrpSpPr>
          <p:nvPr/>
        </p:nvGrpSpPr>
        <p:grpSpPr>
          <a:xfrm>
            <a:off x="2796581" y="2819400"/>
            <a:ext cx="685800" cy="698531"/>
            <a:chOff x="3429000" y="3073192"/>
            <a:chExt cx="990600" cy="1029416"/>
          </a:xfrm>
        </p:grpSpPr>
        <p:sp>
          <p:nvSpPr>
            <p:cNvPr id="3" name="Circular Arrow 2"/>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Circular Arrow 28"/>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0" name="Left-Right Arrow 29"/>
          <p:cNvSpPr/>
          <p:nvPr/>
        </p:nvSpPr>
        <p:spPr>
          <a:xfrm>
            <a:off x="2872781" y="2478708"/>
            <a:ext cx="83820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grpSp>
        <p:nvGrpSpPr>
          <p:cNvPr id="31" name="Group 30"/>
          <p:cNvGrpSpPr>
            <a:grpSpLocks noChangeAspect="1"/>
          </p:cNvGrpSpPr>
          <p:nvPr/>
        </p:nvGrpSpPr>
        <p:grpSpPr>
          <a:xfrm>
            <a:off x="2796581" y="3568669"/>
            <a:ext cx="685800" cy="698531"/>
            <a:chOff x="3429000" y="3073192"/>
            <a:chExt cx="990600" cy="1029416"/>
          </a:xfrm>
        </p:grpSpPr>
        <p:sp>
          <p:nvSpPr>
            <p:cNvPr id="32" name="Circular Arrow 31"/>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ircular Arrow 33"/>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5" name="Group 34"/>
          <p:cNvGrpSpPr>
            <a:grpSpLocks noChangeAspect="1"/>
          </p:cNvGrpSpPr>
          <p:nvPr/>
        </p:nvGrpSpPr>
        <p:grpSpPr>
          <a:xfrm>
            <a:off x="2796581" y="4330669"/>
            <a:ext cx="685800" cy="698531"/>
            <a:chOff x="3429000" y="3073192"/>
            <a:chExt cx="990600" cy="1029416"/>
          </a:xfrm>
        </p:grpSpPr>
        <p:sp>
          <p:nvSpPr>
            <p:cNvPr id="36" name="Circular Arrow 35"/>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Circular Arrow 37"/>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TextBox 5"/>
          <p:cNvSpPr txBox="1"/>
          <p:nvPr/>
        </p:nvSpPr>
        <p:spPr>
          <a:xfrm>
            <a:off x="3482381" y="2971800"/>
            <a:ext cx="795411" cy="400110"/>
          </a:xfrm>
          <a:prstGeom prst="rect">
            <a:avLst/>
          </a:prstGeom>
          <a:noFill/>
        </p:spPr>
        <p:txBody>
          <a:bodyPr wrap="none" rtlCol="0">
            <a:spAutoFit/>
          </a:bodyPr>
          <a:lstStyle/>
          <a:p>
            <a:r>
              <a:rPr lang="en-US" sz="2000" b="1" smtClean="0">
                <a:solidFill>
                  <a:srgbClr val="FFFF00"/>
                </a:solidFill>
              </a:rPr>
              <a:t>Lung</a:t>
            </a:r>
            <a:endParaRPr lang="en-US" sz="2000" b="1" dirty="0">
              <a:solidFill>
                <a:srgbClr val="FFFF00"/>
              </a:solidFill>
            </a:endParaRPr>
          </a:p>
        </p:txBody>
      </p:sp>
      <p:sp>
        <p:nvSpPr>
          <p:cNvPr id="39" name="TextBox 38"/>
          <p:cNvSpPr txBox="1"/>
          <p:nvPr/>
        </p:nvSpPr>
        <p:spPr>
          <a:xfrm>
            <a:off x="3482381" y="3714690"/>
            <a:ext cx="789960" cy="400110"/>
          </a:xfrm>
          <a:prstGeom prst="rect">
            <a:avLst/>
          </a:prstGeom>
          <a:noFill/>
        </p:spPr>
        <p:txBody>
          <a:bodyPr wrap="none" rtlCol="0">
            <a:spAutoFit/>
          </a:bodyPr>
          <a:lstStyle/>
          <a:p>
            <a:r>
              <a:rPr lang="en-US" sz="2000" b="1" dirty="0" smtClean="0">
                <a:solidFill>
                  <a:srgbClr val="FFFF00"/>
                </a:solidFill>
              </a:rPr>
              <a:t>Liver</a:t>
            </a:r>
            <a:endParaRPr lang="en-US" sz="2000" b="1" dirty="0">
              <a:solidFill>
                <a:srgbClr val="FFFF00"/>
              </a:solidFill>
            </a:endParaRPr>
          </a:p>
        </p:txBody>
      </p:sp>
      <p:sp>
        <p:nvSpPr>
          <p:cNvPr id="40" name="TextBox 39"/>
          <p:cNvSpPr txBox="1"/>
          <p:nvPr/>
        </p:nvSpPr>
        <p:spPr>
          <a:xfrm>
            <a:off x="3482381" y="4476690"/>
            <a:ext cx="909223" cy="400110"/>
          </a:xfrm>
          <a:prstGeom prst="rect">
            <a:avLst/>
          </a:prstGeom>
          <a:noFill/>
        </p:spPr>
        <p:txBody>
          <a:bodyPr wrap="none" rtlCol="0">
            <a:spAutoFit/>
          </a:bodyPr>
          <a:lstStyle/>
          <a:p>
            <a:r>
              <a:rPr lang="en-US" sz="2000" b="1" dirty="0" smtClean="0">
                <a:solidFill>
                  <a:srgbClr val="FFFF00"/>
                </a:solidFill>
              </a:rPr>
              <a:t>Other</a:t>
            </a:r>
            <a:endParaRPr lang="en-US" sz="2000" b="1" dirty="0">
              <a:solidFill>
                <a:srgbClr val="FFFF00"/>
              </a:solidFill>
            </a:endParaRPr>
          </a:p>
        </p:txBody>
      </p:sp>
      <p:sp>
        <p:nvSpPr>
          <p:cNvPr id="42" name="Left-Right Arrow 41"/>
          <p:cNvSpPr/>
          <p:nvPr/>
        </p:nvSpPr>
        <p:spPr>
          <a:xfrm>
            <a:off x="4930181" y="2470291"/>
            <a:ext cx="83820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3" name="Left-Right Arrow 42"/>
          <p:cNvSpPr/>
          <p:nvPr/>
        </p:nvSpPr>
        <p:spPr>
          <a:xfrm rot="13608998">
            <a:off x="6267925" y="4273530"/>
            <a:ext cx="693133"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4" name="TextBox 43"/>
          <p:cNvSpPr txBox="1"/>
          <p:nvPr/>
        </p:nvSpPr>
        <p:spPr>
          <a:xfrm>
            <a:off x="457200" y="990600"/>
            <a:ext cx="1048270" cy="461665"/>
          </a:xfrm>
          <a:prstGeom prst="rect">
            <a:avLst/>
          </a:prstGeom>
          <a:solidFill>
            <a:schemeClr val="accent1"/>
          </a:solidFill>
          <a:ln w="38100">
            <a:solidFill>
              <a:schemeClr val="bg1"/>
            </a:solidFill>
          </a:ln>
        </p:spPr>
        <p:txBody>
          <a:bodyPr wrap="square" rtlCol="0">
            <a:spAutoFit/>
          </a:bodyPr>
          <a:lstStyle/>
          <a:p>
            <a:pPr algn="ctr"/>
            <a:r>
              <a:rPr lang="en-US" sz="2400" b="1" dirty="0" smtClean="0"/>
              <a:t>VA CT</a:t>
            </a:r>
            <a:endParaRPr lang="en-US" sz="2000" b="1" dirty="0"/>
          </a:p>
        </p:txBody>
      </p:sp>
      <p:sp>
        <p:nvSpPr>
          <p:cNvPr id="37" name="TextBox 36"/>
          <p:cNvSpPr txBox="1"/>
          <p:nvPr/>
        </p:nvSpPr>
        <p:spPr>
          <a:xfrm>
            <a:off x="6629400" y="5228272"/>
            <a:ext cx="2372538" cy="1477328"/>
          </a:xfrm>
          <a:prstGeom prst="rect">
            <a:avLst/>
          </a:prstGeom>
          <a:noFill/>
          <a:ln w="25400">
            <a:solidFill>
              <a:schemeClr val="tx1"/>
            </a:solidFill>
          </a:ln>
        </p:spPr>
        <p:txBody>
          <a:bodyPr wrap="square" rtlCol="0">
            <a:spAutoFit/>
          </a:bodyPr>
          <a:lstStyle/>
          <a:p>
            <a:r>
              <a:rPr lang="en-US" b="1" dirty="0" smtClean="0"/>
              <a:t>Carolyn Taylor MD</a:t>
            </a:r>
          </a:p>
          <a:p>
            <a:r>
              <a:rPr lang="en-US" b="1" dirty="0" smtClean="0"/>
              <a:t>Cynthia Brandt MD</a:t>
            </a:r>
          </a:p>
          <a:p>
            <a:r>
              <a:rPr lang="en-US" b="1" dirty="0" smtClean="0"/>
              <a:t>Donna Vogel MSN</a:t>
            </a:r>
          </a:p>
          <a:p>
            <a:r>
              <a:rPr lang="en-US" b="1" dirty="0"/>
              <a:t>Vijay </a:t>
            </a:r>
            <a:r>
              <a:rPr lang="en-US" b="1" dirty="0" err="1"/>
              <a:t>Garla</a:t>
            </a:r>
            <a:endParaRPr lang="en-US" b="1" dirty="0" smtClean="0"/>
          </a:p>
          <a:p>
            <a:r>
              <a:rPr lang="en-US" b="1" dirty="0" smtClean="0"/>
              <a:t>Woody Levin MSN</a:t>
            </a:r>
          </a:p>
        </p:txBody>
      </p:sp>
      <p:sp>
        <p:nvSpPr>
          <p:cNvPr id="41" name="TextBox 40"/>
          <p:cNvSpPr txBox="1"/>
          <p:nvPr/>
        </p:nvSpPr>
        <p:spPr>
          <a:xfrm>
            <a:off x="2773762" y="2286000"/>
            <a:ext cx="1013419" cy="261610"/>
          </a:xfrm>
          <a:prstGeom prst="rect">
            <a:avLst/>
          </a:prstGeom>
          <a:noFill/>
        </p:spPr>
        <p:txBody>
          <a:bodyPr wrap="none" rtlCol="0">
            <a:spAutoFit/>
          </a:bodyPr>
          <a:lstStyle/>
          <a:p>
            <a:r>
              <a:rPr lang="en-US" sz="1100" b="1" dirty="0" smtClean="0">
                <a:solidFill>
                  <a:srgbClr val="FFFF00"/>
                </a:solidFill>
              </a:rPr>
              <a:t>Annotations</a:t>
            </a:r>
            <a:endParaRPr lang="en-US" sz="1100" b="1" dirty="0">
              <a:solidFill>
                <a:srgbClr val="FFFF00"/>
              </a:solidFill>
            </a:endParaRPr>
          </a:p>
        </p:txBody>
      </p:sp>
      <p:sp>
        <p:nvSpPr>
          <p:cNvPr id="45" name="TextBox 44"/>
          <p:cNvSpPr txBox="1"/>
          <p:nvPr/>
        </p:nvSpPr>
        <p:spPr>
          <a:xfrm>
            <a:off x="4876800" y="2286000"/>
            <a:ext cx="1013419" cy="261610"/>
          </a:xfrm>
          <a:prstGeom prst="rect">
            <a:avLst/>
          </a:prstGeom>
          <a:noFill/>
        </p:spPr>
        <p:txBody>
          <a:bodyPr wrap="none" rtlCol="0">
            <a:spAutoFit/>
          </a:bodyPr>
          <a:lstStyle/>
          <a:p>
            <a:r>
              <a:rPr lang="en-US" sz="1100" b="1" dirty="0" smtClean="0">
                <a:solidFill>
                  <a:srgbClr val="FFFF00"/>
                </a:solidFill>
              </a:rPr>
              <a:t>Annotations</a:t>
            </a:r>
            <a:endParaRPr lang="en-US" sz="1100" b="1" dirty="0">
              <a:solidFill>
                <a:srgbClr val="FFFF00"/>
              </a:solidFill>
            </a:endParaRPr>
          </a:p>
        </p:txBody>
      </p:sp>
      <p:sp>
        <p:nvSpPr>
          <p:cNvPr id="7" name="Rectangle 6"/>
          <p:cNvSpPr/>
          <p:nvPr/>
        </p:nvSpPr>
        <p:spPr>
          <a:xfrm>
            <a:off x="2872781" y="5029200"/>
            <a:ext cx="3593881" cy="1754326"/>
          </a:xfrm>
          <a:prstGeom prst="rect">
            <a:avLst/>
          </a:prstGeom>
          <a:ln w="25400">
            <a:solidFill>
              <a:schemeClr val="tx1"/>
            </a:solidFill>
          </a:ln>
        </p:spPr>
        <p:txBody>
          <a:bodyPr wrap="square">
            <a:spAutoFit/>
          </a:bodyPr>
          <a:lstStyle/>
          <a:p>
            <a:r>
              <a:rPr lang="en-US" b="1" dirty="0" smtClean="0"/>
              <a:t>- Nightly </a:t>
            </a:r>
            <a:r>
              <a:rPr lang="en-US" b="1" dirty="0"/>
              <a:t>jobs get list of new reports and NLP processes each for suspicious cases</a:t>
            </a:r>
          </a:p>
          <a:p>
            <a:r>
              <a:rPr lang="en-US" b="1" dirty="0" smtClean="0"/>
              <a:t>- Process extracts </a:t>
            </a:r>
            <a:r>
              <a:rPr lang="en-US" b="1" dirty="0"/>
              <a:t>table index </a:t>
            </a:r>
            <a:r>
              <a:rPr lang="en-US" b="1" dirty="0" smtClean="0"/>
              <a:t>values. No </a:t>
            </a:r>
            <a:r>
              <a:rPr lang="en-US" b="1" dirty="0"/>
              <a:t>bulk downloads of VISTA tables. </a:t>
            </a:r>
          </a:p>
        </p:txBody>
      </p:sp>
    </p:spTree>
    <p:extLst>
      <p:ext uri="{BB962C8B-B14F-4D97-AF65-F5344CB8AC3E}">
        <p14:creationId xmlns:p14="http://schemas.microsoft.com/office/powerpoint/2010/main" val="2148859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45" name="Title 2"/>
          <p:cNvSpPr txBox="1">
            <a:spLocks/>
          </p:cNvSpPr>
          <p:nvPr/>
        </p:nvSpPr>
        <p:spPr>
          <a:xfrm>
            <a:off x="228600" y="76200"/>
            <a:ext cx="7772400" cy="730250"/>
          </a:xfrm>
          <a:prstGeom prst="rect">
            <a:avLst/>
          </a:prstGeom>
          <a:ln>
            <a:noFill/>
          </a:ln>
        </p:spPr>
        <p:txBody>
          <a:bodyPr vert="horz" lIns="0" tIns="0" rIns="18288" bIns="0" anchor="b">
            <a:normAutofit fontScale="70000" lnSpcReduction="20000"/>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dirty="0" smtClean="0"/>
              <a:t>CCTS: Text Mining vs. Manual Coding</a:t>
            </a:r>
            <a:endParaRPr lang="de-DE" dirty="0" smtClean="0"/>
          </a:p>
        </p:txBody>
      </p:sp>
      <p:sp>
        <p:nvSpPr>
          <p:cNvPr id="48" name="Content Placeholder 3"/>
          <p:cNvSpPr txBox="1">
            <a:spLocks/>
          </p:cNvSpPr>
          <p:nvPr/>
        </p:nvSpPr>
        <p:spPr>
          <a:xfrm>
            <a:off x="228600" y="838200"/>
            <a:ext cx="8610600" cy="5638800"/>
          </a:xfrm>
          <a:prstGeom prst="rect">
            <a:avLst/>
          </a:prstGeom>
        </p:spPr>
        <p:txBody>
          <a:bodyPr>
            <a:noAutofit/>
          </a:bodyPr>
          <a:lstStyle/>
          <a:p>
            <a:pPr marL="342900" indent="-342900" fontAlgn="auto">
              <a:spcBef>
                <a:spcPct val="20000"/>
              </a:spcBef>
              <a:spcAft>
                <a:spcPts val="0"/>
              </a:spcAft>
              <a:buFont typeface="Arial" panose="020B0604020202020204" pitchFamily="34" charset="0"/>
              <a:buChar char="•"/>
              <a:defRPr/>
            </a:pPr>
            <a:r>
              <a:rPr lang="en-US" sz="2000" b="1" dirty="0" smtClean="0"/>
              <a:t>Utilized Clinical </a:t>
            </a:r>
            <a:r>
              <a:rPr lang="en-US" sz="2000" b="1" dirty="0"/>
              <a:t>Text Analysis and Knowledge Extraction System (</a:t>
            </a:r>
            <a:r>
              <a:rPr lang="en-US" sz="2000" b="1" dirty="0" err="1"/>
              <a:t>cTAKES</a:t>
            </a:r>
            <a:r>
              <a:rPr lang="en-US" sz="2000" b="1" dirty="0"/>
              <a:t>) with the Yale </a:t>
            </a:r>
            <a:r>
              <a:rPr lang="en-US" sz="2000" b="1" dirty="0" err="1"/>
              <a:t>cTAKES</a:t>
            </a:r>
            <a:r>
              <a:rPr lang="en-US" sz="2000" b="1" dirty="0"/>
              <a:t> Extensions (YTEX), an open-source, clinical NLP pipeline to process radiology </a:t>
            </a:r>
            <a:r>
              <a:rPr lang="en-US" sz="2000" b="1" dirty="0" smtClean="0"/>
              <a:t>report.  </a:t>
            </a:r>
          </a:p>
          <a:p>
            <a:pPr marL="342900" indent="-342900" fontAlgn="auto">
              <a:spcBef>
                <a:spcPct val="20000"/>
              </a:spcBef>
              <a:spcAft>
                <a:spcPts val="0"/>
              </a:spcAft>
              <a:buFont typeface="Arial" panose="020B0604020202020204" pitchFamily="34" charset="0"/>
              <a:buChar char="•"/>
              <a:defRPr/>
            </a:pPr>
            <a:r>
              <a:rPr lang="en-US" sz="2000" b="1" dirty="0" smtClean="0"/>
              <a:t>The </a:t>
            </a:r>
            <a:r>
              <a:rPr lang="en-US" sz="2000" b="1" dirty="0"/>
              <a:t>NLP pipeline annotates syntactic structure (e.g. sections, sentences, phrases), semantic content (concepts), and performs negation detection.  Due to the scarcity of the training data, we developed rules to classify radiology reports.  </a:t>
            </a:r>
            <a:endParaRPr lang="en-US" sz="2000" b="1" dirty="0" smtClean="0"/>
          </a:p>
          <a:p>
            <a:pPr marL="342900" indent="-342900" fontAlgn="auto">
              <a:spcBef>
                <a:spcPct val="20000"/>
              </a:spcBef>
              <a:spcAft>
                <a:spcPts val="0"/>
              </a:spcAft>
              <a:buFont typeface="Arial" panose="020B0604020202020204" pitchFamily="34" charset="0"/>
              <a:buChar char="•"/>
              <a:defRPr/>
            </a:pPr>
            <a:r>
              <a:rPr lang="en-US" sz="2000" b="1" dirty="0" smtClean="0"/>
              <a:t>We </a:t>
            </a:r>
            <a:r>
              <a:rPr lang="en-US" sz="2000" b="1" dirty="0"/>
              <a:t>configured </a:t>
            </a:r>
            <a:r>
              <a:rPr lang="en-US" sz="2000" b="1" dirty="0" err="1"/>
              <a:t>cTAKES</a:t>
            </a:r>
            <a:r>
              <a:rPr lang="en-US" sz="2000" b="1" dirty="0"/>
              <a:t> to map text from radiology reports to concepts from the Unified Medical Language System (UMLS), a compendium of biomedical vocabularies and ontologies that includes SNOMED-CT, ICD-9 and others. </a:t>
            </a:r>
            <a:endParaRPr lang="en-US" sz="2000" b="1" dirty="0" smtClean="0"/>
          </a:p>
          <a:p>
            <a:pPr marL="342900" indent="-342900" fontAlgn="auto">
              <a:spcBef>
                <a:spcPct val="20000"/>
              </a:spcBef>
              <a:spcAft>
                <a:spcPts val="0"/>
              </a:spcAft>
              <a:buFont typeface="Arial" panose="020B0604020202020204" pitchFamily="34" charset="0"/>
              <a:buChar char="•"/>
              <a:defRPr/>
            </a:pPr>
            <a:r>
              <a:rPr lang="en-US" sz="2000" b="1" dirty="0"/>
              <a:t>We extended the UMLS and added concepts relevant to the classification of cancer alerts, in particular, concepts that pertain to radiographic abnormalities.  In addition, we introduced semantic relationships to define coarse concept groups for this classification </a:t>
            </a:r>
            <a:r>
              <a:rPr lang="en-US" sz="2000" b="1" dirty="0" smtClean="0"/>
              <a:t>task</a:t>
            </a:r>
          </a:p>
          <a:p>
            <a:pPr marL="285750" indent="-285750">
              <a:buFont typeface="Arial" panose="020B0604020202020204" pitchFamily="34" charset="0"/>
              <a:buChar char="•"/>
            </a:pPr>
            <a:r>
              <a:rPr lang="en-US" b="1" i="1" dirty="0" smtClean="0"/>
              <a:t>From Roxanne </a:t>
            </a:r>
            <a:r>
              <a:rPr lang="en-US" b="1" i="1" dirty="0"/>
              <a:t>J </a:t>
            </a:r>
            <a:r>
              <a:rPr lang="en-US" b="1" i="1" dirty="0" err="1"/>
              <a:t>Wadia</a:t>
            </a:r>
            <a:r>
              <a:rPr lang="en-US" b="1" i="1" dirty="0"/>
              <a:t> </a:t>
            </a:r>
            <a:r>
              <a:rPr lang="en-US" b="1" i="1" dirty="0" smtClean="0"/>
              <a:t>MD</a:t>
            </a:r>
            <a:r>
              <a:rPr lang="en-US" b="1" dirty="0"/>
              <a:t> </a:t>
            </a:r>
            <a:r>
              <a:rPr lang="en-US" b="1" i="1" dirty="0" smtClean="0"/>
              <a:t>Medical Informatics</a:t>
            </a:r>
            <a:r>
              <a:rPr lang="en-US" b="1" dirty="0"/>
              <a:t> </a:t>
            </a:r>
            <a:r>
              <a:rPr lang="en-US" b="1" dirty="0" smtClean="0"/>
              <a:t>and </a:t>
            </a:r>
            <a:r>
              <a:rPr lang="en-US" b="1" i="1" dirty="0" smtClean="0"/>
              <a:t>Hematology </a:t>
            </a:r>
            <a:r>
              <a:rPr lang="en-US" b="1" i="1" dirty="0"/>
              <a:t>and Medical </a:t>
            </a:r>
            <a:r>
              <a:rPr lang="en-US" b="1" i="1" dirty="0" smtClean="0"/>
              <a:t>Oncology manuscript in preparation</a:t>
            </a:r>
            <a:endParaRPr lang="en-US" b="1" dirty="0"/>
          </a:p>
        </p:txBody>
      </p:sp>
    </p:spTree>
    <p:extLst>
      <p:ext uri="{BB962C8B-B14F-4D97-AF65-F5344CB8AC3E}">
        <p14:creationId xmlns:p14="http://schemas.microsoft.com/office/powerpoint/2010/main" val="37763937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45" name="Title 2"/>
          <p:cNvSpPr txBox="1">
            <a:spLocks/>
          </p:cNvSpPr>
          <p:nvPr/>
        </p:nvSpPr>
        <p:spPr>
          <a:xfrm>
            <a:off x="228600" y="76200"/>
            <a:ext cx="7772400" cy="730250"/>
          </a:xfrm>
          <a:prstGeom prst="rect">
            <a:avLst/>
          </a:prstGeom>
          <a:ln>
            <a:noFill/>
          </a:ln>
        </p:spPr>
        <p:txBody>
          <a:bodyPr vert="horz" lIns="0" tIns="0" rIns="18288" bIns="0" anchor="b">
            <a:normAutofit fontScale="70000" lnSpcReduction="20000"/>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dirty="0" smtClean="0"/>
              <a:t>CCTS: Text Mining vs. Manual Coding</a:t>
            </a:r>
            <a:endParaRPr lang="de-DE" dirty="0" smtClean="0"/>
          </a:p>
        </p:txBody>
      </p:sp>
      <p:sp>
        <p:nvSpPr>
          <p:cNvPr id="48" name="Content Placeholder 3"/>
          <p:cNvSpPr txBox="1">
            <a:spLocks/>
          </p:cNvSpPr>
          <p:nvPr/>
        </p:nvSpPr>
        <p:spPr>
          <a:xfrm>
            <a:off x="265043" y="1600200"/>
            <a:ext cx="8610600" cy="4876800"/>
          </a:xfrm>
          <a:prstGeom prst="rect">
            <a:avLst/>
          </a:prstGeom>
        </p:spPr>
        <p:txBody>
          <a:bodyPr>
            <a:noAutofit/>
          </a:bodyPr>
          <a:lstStyle/>
          <a:p>
            <a:r>
              <a:rPr lang="en-US" b="1" dirty="0"/>
              <a:t>In order to establish a gold standard validation set, the three reviewers (RJW, MGR, AM) systematically reviewed the reports according to a set of mutually agreed upon rules to determine positive and negative reads.  In order to establish these rules, 20 reports were randomly selected and reviewed individually by each of the reviewers.  Positive by gold standard implicated that the report recommended follow-up for concern for neoplasm.  Negative by gold standard meant that per the report, there was no increased concern for neoplasm and that the patient did not require more than the clinically indicated standard cancer screening.  Utilizing these 20 CT reports an initial set of abstraction rules was written to establish the gold standard.  Utilizing these preliminary rules, an additional 30 charts were evaluated in triplicate by the three reviewers for agreement. </a:t>
            </a:r>
            <a:r>
              <a:rPr lang="en-US" b="1" dirty="0" smtClean="0"/>
              <a:t>The </a:t>
            </a:r>
            <a:r>
              <a:rPr lang="en-US" b="1" dirty="0"/>
              <a:t>abstraction rules were then edited to further eliminate ambiguities in abstraction</a:t>
            </a:r>
            <a:r>
              <a:rPr lang="en-US" b="1" dirty="0" smtClean="0"/>
              <a:t>.</a:t>
            </a:r>
          </a:p>
          <a:p>
            <a:r>
              <a:rPr lang="en-US" b="1" dirty="0" smtClean="0"/>
              <a:t> </a:t>
            </a:r>
          </a:p>
          <a:p>
            <a:r>
              <a:rPr lang="en-US" b="1" i="1" dirty="0" smtClean="0"/>
              <a:t>From Roxanne </a:t>
            </a:r>
            <a:r>
              <a:rPr lang="en-US" b="1" i="1" dirty="0"/>
              <a:t>J </a:t>
            </a:r>
            <a:r>
              <a:rPr lang="en-US" b="1" i="1" dirty="0" err="1"/>
              <a:t>Wadia</a:t>
            </a:r>
            <a:r>
              <a:rPr lang="en-US" b="1" i="1" dirty="0"/>
              <a:t> </a:t>
            </a:r>
            <a:r>
              <a:rPr lang="en-US" b="1" i="1" dirty="0" smtClean="0"/>
              <a:t>MD</a:t>
            </a:r>
            <a:r>
              <a:rPr lang="en-US" b="1" dirty="0"/>
              <a:t> </a:t>
            </a:r>
            <a:r>
              <a:rPr lang="en-US" b="1" i="1" dirty="0" smtClean="0"/>
              <a:t>Medical Informatics</a:t>
            </a:r>
            <a:r>
              <a:rPr lang="en-US" b="1" dirty="0"/>
              <a:t> </a:t>
            </a:r>
            <a:r>
              <a:rPr lang="en-US" b="1" dirty="0" smtClean="0"/>
              <a:t>and </a:t>
            </a:r>
            <a:r>
              <a:rPr lang="en-US" b="1" i="1" dirty="0" smtClean="0"/>
              <a:t>Hematology </a:t>
            </a:r>
            <a:r>
              <a:rPr lang="en-US" b="1" i="1" dirty="0"/>
              <a:t>and Medical </a:t>
            </a:r>
            <a:r>
              <a:rPr lang="en-US" b="1" i="1" dirty="0" smtClean="0"/>
              <a:t>Oncology manuscript in preparation</a:t>
            </a:r>
            <a:endParaRPr lang="en-US" b="1" dirty="0"/>
          </a:p>
        </p:txBody>
      </p:sp>
    </p:spTree>
    <p:extLst>
      <p:ext uri="{BB962C8B-B14F-4D97-AF65-F5344CB8AC3E}">
        <p14:creationId xmlns:p14="http://schemas.microsoft.com/office/powerpoint/2010/main" val="17139368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45" name="Title 2"/>
          <p:cNvSpPr txBox="1">
            <a:spLocks/>
          </p:cNvSpPr>
          <p:nvPr/>
        </p:nvSpPr>
        <p:spPr>
          <a:xfrm>
            <a:off x="228600" y="76200"/>
            <a:ext cx="7772400" cy="730250"/>
          </a:xfrm>
          <a:prstGeom prst="rect">
            <a:avLst/>
          </a:prstGeom>
          <a:ln>
            <a:noFill/>
          </a:ln>
        </p:spPr>
        <p:txBody>
          <a:bodyPr vert="horz" lIns="0" tIns="0" rIns="18288" bIns="0" anchor="b">
            <a:normAutofit fontScale="70000" lnSpcReduction="20000"/>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dirty="0" smtClean="0"/>
              <a:t>CCTS: Text Mining vs. Manual Coding</a:t>
            </a:r>
            <a:endParaRPr lang="de-DE" dirty="0" smtClean="0"/>
          </a:p>
        </p:txBody>
      </p:sp>
      <p:sp>
        <p:nvSpPr>
          <p:cNvPr id="48" name="Content Placeholder 3"/>
          <p:cNvSpPr txBox="1">
            <a:spLocks/>
          </p:cNvSpPr>
          <p:nvPr/>
        </p:nvSpPr>
        <p:spPr>
          <a:xfrm>
            <a:off x="228600" y="762000"/>
            <a:ext cx="8763000" cy="6019800"/>
          </a:xfrm>
          <a:prstGeom prst="rect">
            <a:avLst/>
          </a:prstGeom>
        </p:spPr>
        <p:txBody>
          <a:bodyPr>
            <a:noAutofit/>
          </a:bodyPr>
          <a:lstStyle/>
          <a:p>
            <a:r>
              <a:rPr lang="en-US" dirty="0" smtClean="0"/>
              <a:t>The </a:t>
            </a:r>
            <a:r>
              <a:rPr lang="en-US" dirty="0"/>
              <a:t>final rules are as follows:</a:t>
            </a:r>
          </a:p>
          <a:p>
            <a:pPr marL="342900" lvl="0" indent="-342900">
              <a:buFont typeface="+mj-lt"/>
              <a:buAutoNum type="arabicPeriod"/>
            </a:pPr>
            <a:r>
              <a:rPr lang="en-US" dirty="0"/>
              <a:t>If radiologist explicitly states that follow-up is needed for assessment of a lesion concerning for malignancy- this is considered positive. </a:t>
            </a:r>
          </a:p>
          <a:p>
            <a:pPr marL="342900" lvl="0" indent="-342900">
              <a:buFont typeface="+mj-lt"/>
              <a:buAutoNum type="arabicPeriod"/>
            </a:pPr>
            <a:r>
              <a:rPr lang="en-US" dirty="0"/>
              <a:t>If read explicitly states follow-up is needed for a non-malignancy related concern, Ex: AAA, this is considered negative. </a:t>
            </a:r>
          </a:p>
          <a:p>
            <a:pPr marL="342900" lvl="0" indent="-342900">
              <a:buFont typeface="+mj-lt"/>
              <a:buAutoNum type="arabicPeriod"/>
            </a:pPr>
            <a:r>
              <a:rPr lang="en-US" dirty="0"/>
              <a:t>Abnormalities outside of the lung that are concerning for malignant process are considered positive. </a:t>
            </a:r>
          </a:p>
          <a:p>
            <a:pPr marL="342900" lvl="0" indent="-342900">
              <a:buFont typeface="+mj-lt"/>
              <a:buAutoNum type="arabicPeriod"/>
            </a:pPr>
            <a:r>
              <a:rPr lang="en-US" dirty="0"/>
              <a:t>Lymph nodes of &lt;1cm do not need follow-up unless explicitly stated or unless their appearance is suspicious on CT.</a:t>
            </a:r>
          </a:p>
          <a:p>
            <a:pPr marL="342900" lvl="0" indent="-342900">
              <a:buFont typeface="+mj-lt"/>
              <a:buAutoNum type="arabicPeriod"/>
            </a:pPr>
            <a:r>
              <a:rPr lang="en-US" dirty="0"/>
              <a:t>If nodules are &lt;4mm and are stable for ≥1 year, they are not felt to require follow-up.  However, this must be explicitly stated by the radiologist or it must be noted in the read that comparison images were ≥1 in the past. </a:t>
            </a:r>
          </a:p>
          <a:p>
            <a:pPr marL="342900" lvl="0" indent="-342900">
              <a:buFont typeface="+mj-lt"/>
              <a:buAutoNum type="arabicPeriod"/>
            </a:pPr>
            <a:r>
              <a:rPr lang="en-US" dirty="0"/>
              <a:t>If recommendation is to “return to routine screening”, this is interpreted as not requiring follow-up</a:t>
            </a:r>
            <a:r>
              <a:rPr lang="en-US" dirty="0" smtClean="0"/>
              <a:t>.</a:t>
            </a:r>
            <a:endParaRPr lang="en-US" dirty="0"/>
          </a:p>
          <a:p>
            <a:r>
              <a:rPr lang="en-US" dirty="0"/>
              <a:t>Utilizing these rules, the remaining 400 charts were split between the three reviewers and individually abstracted; the gold standard read (positive vs negative) was abstracted, as well as whether the imaging was ordered for oncologic follow-up.  Ambiguous charts were identified and adjudicated by all three reviewers.  Four reads were eliminated as they were duplicates, reported twice due to the method in which the imaging was ordered.   </a:t>
            </a:r>
            <a:r>
              <a:rPr lang="en-US" b="1" i="1" dirty="0" smtClean="0"/>
              <a:t>From </a:t>
            </a:r>
            <a:r>
              <a:rPr lang="en-US" b="1" i="1" dirty="0" smtClean="0"/>
              <a:t>Roxanne </a:t>
            </a:r>
            <a:r>
              <a:rPr lang="en-US" b="1" i="1" dirty="0"/>
              <a:t>J Wadia </a:t>
            </a:r>
            <a:r>
              <a:rPr lang="en-US" b="1" i="1" dirty="0" smtClean="0"/>
              <a:t>MD</a:t>
            </a:r>
            <a:r>
              <a:rPr lang="en-US" b="1" dirty="0"/>
              <a:t> </a:t>
            </a:r>
            <a:r>
              <a:rPr lang="en-US" b="1" i="1" dirty="0" smtClean="0"/>
              <a:t>Medical Informatics</a:t>
            </a:r>
            <a:r>
              <a:rPr lang="en-US" b="1" dirty="0"/>
              <a:t> </a:t>
            </a:r>
            <a:r>
              <a:rPr lang="en-US" b="1" dirty="0" smtClean="0"/>
              <a:t>and </a:t>
            </a:r>
            <a:r>
              <a:rPr lang="en-US" b="1" i="1" dirty="0" smtClean="0"/>
              <a:t>Hematology </a:t>
            </a:r>
            <a:r>
              <a:rPr lang="en-US" b="1" i="1" dirty="0"/>
              <a:t>and Medical </a:t>
            </a:r>
            <a:r>
              <a:rPr lang="en-US" b="1" i="1" dirty="0" smtClean="0"/>
              <a:t>Oncology manuscript in preparation</a:t>
            </a:r>
            <a:endParaRPr lang="en-US" b="1" dirty="0"/>
          </a:p>
        </p:txBody>
      </p:sp>
    </p:spTree>
    <p:extLst>
      <p:ext uri="{BB962C8B-B14F-4D97-AF65-F5344CB8AC3E}">
        <p14:creationId xmlns:p14="http://schemas.microsoft.com/office/powerpoint/2010/main" val="7656876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p:cNvGrpSpPr/>
          <p:nvPr/>
        </p:nvGrpSpPr>
        <p:grpSpPr>
          <a:xfrm>
            <a:off x="457200" y="1159933"/>
            <a:ext cx="8347725" cy="5240867"/>
            <a:chOff x="610554" y="196334"/>
            <a:chExt cx="8210311" cy="5240867"/>
          </a:xfrm>
        </p:grpSpPr>
        <p:sp>
          <p:nvSpPr>
            <p:cNvPr id="5" name="Rectangle 4"/>
            <p:cNvSpPr/>
            <p:nvPr/>
          </p:nvSpPr>
          <p:spPr>
            <a:xfrm>
              <a:off x="3276300" y="196334"/>
              <a:ext cx="21336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endParaRPr>
            </a:p>
          </p:txBody>
        </p:sp>
        <p:cxnSp>
          <p:nvCxnSpPr>
            <p:cNvPr id="9" name="Straight Connector 8"/>
            <p:cNvCxnSpPr/>
            <p:nvPr/>
          </p:nvCxnSpPr>
          <p:spPr>
            <a:xfrm>
              <a:off x="4282891" y="729734"/>
              <a:ext cx="0" cy="4572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Diamond 18"/>
            <p:cNvSpPr/>
            <p:nvPr/>
          </p:nvSpPr>
          <p:spPr>
            <a:xfrm>
              <a:off x="3452394" y="1153067"/>
              <a:ext cx="1652706" cy="914400"/>
            </a:xfrm>
            <a:prstGeom prst="diamond">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Lung Image</a:t>
              </a:r>
              <a:endParaRPr lang="en-US" dirty="0"/>
            </a:p>
          </p:txBody>
        </p:sp>
        <p:sp>
          <p:nvSpPr>
            <p:cNvPr id="29" name="TextBox 28"/>
            <p:cNvSpPr txBox="1"/>
            <p:nvPr/>
          </p:nvSpPr>
          <p:spPr>
            <a:xfrm>
              <a:off x="2590800" y="1275835"/>
              <a:ext cx="518329" cy="369332"/>
            </a:xfrm>
            <a:prstGeom prst="rect">
              <a:avLst/>
            </a:prstGeom>
            <a:noFill/>
          </p:spPr>
          <p:txBody>
            <a:bodyPr wrap="none" rtlCol="0">
              <a:spAutoFit/>
            </a:bodyPr>
            <a:lstStyle/>
            <a:p>
              <a:r>
                <a:rPr lang="en-US" b="1" dirty="0" smtClean="0">
                  <a:solidFill>
                    <a:schemeClr val="bg1"/>
                  </a:solidFill>
                </a:rPr>
                <a:t>yes</a:t>
              </a:r>
              <a:endParaRPr lang="en-US" b="1" dirty="0">
                <a:solidFill>
                  <a:schemeClr val="bg1"/>
                </a:solidFill>
              </a:endParaRPr>
            </a:p>
          </p:txBody>
        </p:sp>
        <p:sp>
          <p:nvSpPr>
            <p:cNvPr id="30" name="TextBox 29"/>
            <p:cNvSpPr txBox="1"/>
            <p:nvPr/>
          </p:nvSpPr>
          <p:spPr>
            <a:xfrm>
              <a:off x="5409900" y="1240934"/>
              <a:ext cx="462263" cy="369332"/>
            </a:xfrm>
            <a:prstGeom prst="rect">
              <a:avLst/>
            </a:prstGeom>
            <a:noFill/>
          </p:spPr>
          <p:txBody>
            <a:bodyPr wrap="none" rtlCol="0">
              <a:spAutoFit/>
            </a:bodyPr>
            <a:lstStyle/>
            <a:p>
              <a:r>
                <a:rPr lang="en-US" b="1" dirty="0" smtClean="0">
                  <a:solidFill>
                    <a:schemeClr val="bg1"/>
                  </a:solidFill>
                </a:rPr>
                <a:t>no</a:t>
              </a:r>
              <a:endParaRPr lang="en-US" b="1" dirty="0">
                <a:solidFill>
                  <a:schemeClr val="bg1"/>
                </a:solidFill>
              </a:endParaRPr>
            </a:p>
          </p:txBody>
        </p:sp>
        <p:sp>
          <p:nvSpPr>
            <p:cNvPr id="31" name="Diamond 30"/>
            <p:cNvSpPr/>
            <p:nvPr/>
          </p:nvSpPr>
          <p:spPr>
            <a:xfrm>
              <a:off x="610554" y="1610267"/>
              <a:ext cx="1294144" cy="795867"/>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smtClean="0"/>
                <a:t>positive</a:t>
              </a:r>
              <a:r>
                <a:rPr lang="en-US" sz="1600" dirty="0" smtClean="0"/>
                <a:t> </a:t>
              </a:r>
              <a:endParaRPr lang="en-US" sz="1600" dirty="0"/>
            </a:p>
          </p:txBody>
        </p:sp>
        <p:sp>
          <p:nvSpPr>
            <p:cNvPr id="32" name="Diamond 31"/>
            <p:cNvSpPr/>
            <p:nvPr/>
          </p:nvSpPr>
          <p:spPr>
            <a:xfrm>
              <a:off x="6705300" y="1610267"/>
              <a:ext cx="1600200" cy="795867"/>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Liver image</a:t>
              </a:r>
              <a:endParaRPr lang="en-US" dirty="0"/>
            </a:p>
          </p:txBody>
        </p:sp>
        <p:cxnSp>
          <p:nvCxnSpPr>
            <p:cNvPr id="42" name="Straight Arrow Connector 41"/>
            <p:cNvCxnSpPr>
              <a:stCxn id="19" idx="1"/>
            </p:cNvCxnSpPr>
            <p:nvPr/>
          </p:nvCxnSpPr>
          <p:spPr>
            <a:xfrm flipH="1">
              <a:off x="1904700" y="1610267"/>
              <a:ext cx="1547695" cy="397933"/>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9" idx="3"/>
              <a:endCxn id="32" idx="1"/>
            </p:cNvCxnSpPr>
            <p:nvPr/>
          </p:nvCxnSpPr>
          <p:spPr>
            <a:xfrm>
              <a:off x="5105100" y="1610267"/>
              <a:ext cx="1600200" cy="397934"/>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31" idx="2"/>
            </p:cNvCxnSpPr>
            <p:nvPr/>
          </p:nvCxnSpPr>
          <p:spPr>
            <a:xfrm flipV="1">
              <a:off x="1257626" y="2177534"/>
              <a:ext cx="5600074" cy="22860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1295100" y="2406134"/>
              <a:ext cx="0" cy="91440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049487" y="2678668"/>
              <a:ext cx="518329" cy="369332"/>
            </a:xfrm>
            <a:prstGeom prst="rect">
              <a:avLst/>
            </a:prstGeom>
            <a:noFill/>
          </p:spPr>
          <p:txBody>
            <a:bodyPr wrap="none" rtlCol="0">
              <a:spAutoFit/>
            </a:bodyPr>
            <a:lstStyle/>
            <a:p>
              <a:r>
                <a:rPr lang="en-US" b="1" dirty="0" smtClean="0">
                  <a:solidFill>
                    <a:schemeClr val="bg1"/>
                  </a:solidFill>
                </a:rPr>
                <a:t>yes</a:t>
              </a:r>
              <a:endParaRPr lang="en-US" b="1" dirty="0">
                <a:solidFill>
                  <a:schemeClr val="bg1"/>
                </a:solidFill>
              </a:endParaRPr>
            </a:p>
          </p:txBody>
        </p:sp>
        <p:sp>
          <p:nvSpPr>
            <p:cNvPr id="55" name="Octagon 54"/>
            <p:cNvSpPr/>
            <p:nvPr/>
          </p:nvSpPr>
          <p:spPr>
            <a:xfrm>
              <a:off x="875999" y="3168134"/>
              <a:ext cx="838200" cy="838200"/>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smtClean="0"/>
                <a:t>Cancer alert</a:t>
              </a:r>
              <a:endParaRPr lang="en-US" sz="1050" dirty="0"/>
            </a:p>
          </p:txBody>
        </p:sp>
        <p:sp>
          <p:nvSpPr>
            <p:cNvPr id="56" name="TextBox 55"/>
            <p:cNvSpPr txBox="1"/>
            <p:nvPr/>
          </p:nvSpPr>
          <p:spPr>
            <a:xfrm>
              <a:off x="3071172" y="1961635"/>
              <a:ext cx="462263" cy="369332"/>
            </a:xfrm>
            <a:prstGeom prst="rect">
              <a:avLst/>
            </a:prstGeom>
            <a:noFill/>
          </p:spPr>
          <p:txBody>
            <a:bodyPr wrap="none" rtlCol="0">
              <a:spAutoFit/>
            </a:bodyPr>
            <a:lstStyle/>
            <a:p>
              <a:r>
                <a:rPr lang="en-US" b="1" dirty="0">
                  <a:solidFill>
                    <a:schemeClr val="bg1"/>
                  </a:solidFill>
                </a:rPr>
                <a:t>n</a:t>
              </a:r>
              <a:r>
                <a:rPr lang="en-US" b="1" dirty="0" smtClean="0">
                  <a:solidFill>
                    <a:schemeClr val="bg1"/>
                  </a:solidFill>
                </a:rPr>
                <a:t>o</a:t>
              </a:r>
              <a:endParaRPr lang="en-US" b="1" dirty="0">
                <a:solidFill>
                  <a:schemeClr val="bg1"/>
                </a:solidFill>
              </a:endParaRPr>
            </a:p>
          </p:txBody>
        </p:sp>
        <p:sp>
          <p:nvSpPr>
            <p:cNvPr id="57" name="Diamond 56"/>
            <p:cNvSpPr/>
            <p:nvPr/>
          </p:nvSpPr>
          <p:spPr>
            <a:xfrm>
              <a:off x="3224607" y="2541599"/>
              <a:ext cx="1270893" cy="795867"/>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smtClean="0"/>
                <a:t>positive</a:t>
              </a:r>
              <a:r>
                <a:rPr lang="en-US" sz="1600" dirty="0" smtClean="0"/>
                <a:t> </a:t>
              </a:r>
              <a:endParaRPr lang="en-US" sz="1600" dirty="0"/>
            </a:p>
          </p:txBody>
        </p:sp>
        <p:cxnSp>
          <p:nvCxnSpPr>
            <p:cNvPr id="59" name="Straight Arrow Connector 58"/>
            <p:cNvCxnSpPr>
              <a:stCxn id="32" idx="2"/>
            </p:cNvCxnSpPr>
            <p:nvPr/>
          </p:nvCxnSpPr>
          <p:spPr>
            <a:xfrm flipH="1">
              <a:off x="6629400" y="2406134"/>
              <a:ext cx="876000" cy="527566"/>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7539267" y="2442633"/>
              <a:ext cx="571800" cy="57150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7772400" y="2476500"/>
              <a:ext cx="518329" cy="369332"/>
            </a:xfrm>
            <a:prstGeom prst="rect">
              <a:avLst/>
            </a:prstGeom>
            <a:noFill/>
          </p:spPr>
          <p:txBody>
            <a:bodyPr wrap="none" rtlCol="0">
              <a:spAutoFit/>
            </a:bodyPr>
            <a:lstStyle/>
            <a:p>
              <a:r>
                <a:rPr lang="en-US" b="1" dirty="0" smtClean="0">
                  <a:solidFill>
                    <a:schemeClr val="bg1"/>
                  </a:solidFill>
                </a:rPr>
                <a:t>yes</a:t>
              </a:r>
              <a:endParaRPr lang="en-US" b="1" dirty="0">
                <a:solidFill>
                  <a:schemeClr val="bg1"/>
                </a:solidFill>
              </a:endParaRPr>
            </a:p>
          </p:txBody>
        </p:sp>
        <p:sp>
          <p:nvSpPr>
            <p:cNvPr id="66" name="TextBox 65"/>
            <p:cNvSpPr txBox="1"/>
            <p:nvPr/>
          </p:nvSpPr>
          <p:spPr>
            <a:xfrm>
              <a:off x="6705300" y="2406134"/>
              <a:ext cx="462263" cy="369332"/>
            </a:xfrm>
            <a:prstGeom prst="rect">
              <a:avLst/>
            </a:prstGeom>
            <a:noFill/>
          </p:spPr>
          <p:txBody>
            <a:bodyPr wrap="none" rtlCol="0">
              <a:spAutoFit/>
            </a:bodyPr>
            <a:lstStyle/>
            <a:p>
              <a:r>
                <a:rPr lang="en-US" b="1" dirty="0" smtClean="0">
                  <a:solidFill>
                    <a:schemeClr val="bg1"/>
                  </a:solidFill>
                </a:rPr>
                <a:t>no</a:t>
              </a:r>
              <a:endParaRPr lang="en-US" b="1" dirty="0">
                <a:solidFill>
                  <a:schemeClr val="bg1"/>
                </a:solidFill>
              </a:endParaRPr>
            </a:p>
          </p:txBody>
        </p:sp>
        <p:cxnSp>
          <p:nvCxnSpPr>
            <p:cNvPr id="68" name="Straight Arrow Connector 67"/>
            <p:cNvCxnSpPr/>
            <p:nvPr/>
          </p:nvCxnSpPr>
          <p:spPr>
            <a:xfrm>
              <a:off x="8144332" y="3810000"/>
              <a:ext cx="0" cy="76200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72" name="Octagon 71"/>
            <p:cNvSpPr/>
            <p:nvPr/>
          </p:nvSpPr>
          <p:spPr>
            <a:xfrm>
              <a:off x="7750932" y="4599001"/>
              <a:ext cx="838200" cy="838200"/>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smtClean="0"/>
                <a:t>Cancer alert</a:t>
              </a:r>
              <a:endParaRPr lang="en-US" sz="1050" dirty="0"/>
            </a:p>
          </p:txBody>
        </p:sp>
        <p:sp>
          <p:nvSpPr>
            <p:cNvPr id="73" name="TextBox 72"/>
            <p:cNvSpPr txBox="1"/>
            <p:nvPr/>
          </p:nvSpPr>
          <p:spPr>
            <a:xfrm>
              <a:off x="8170032" y="4006334"/>
              <a:ext cx="518329" cy="369332"/>
            </a:xfrm>
            <a:prstGeom prst="rect">
              <a:avLst/>
            </a:prstGeom>
            <a:noFill/>
          </p:spPr>
          <p:txBody>
            <a:bodyPr wrap="none" rtlCol="0">
              <a:spAutoFit/>
            </a:bodyPr>
            <a:lstStyle/>
            <a:p>
              <a:r>
                <a:rPr lang="en-US" b="1" dirty="0" smtClean="0">
                  <a:solidFill>
                    <a:schemeClr val="bg1"/>
                  </a:solidFill>
                </a:rPr>
                <a:t>yes</a:t>
              </a:r>
              <a:endParaRPr lang="en-US" b="1" dirty="0">
                <a:solidFill>
                  <a:schemeClr val="bg1"/>
                </a:solidFill>
              </a:endParaRPr>
            </a:p>
          </p:txBody>
        </p:sp>
        <p:sp>
          <p:nvSpPr>
            <p:cNvPr id="74" name="TextBox 73"/>
            <p:cNvSpPr txBox="1"/>
            <p:nvPr/>
          </p:nvSpPr>
          <p:spPr>
            <a:xfrm>
              <a:off x="6943878" y="3217902"/>
              <a:ext cx="462263" cy="369332"/>
            </a:xfrm>
            <a:prstGeom prst="rect">
              <a:avLst/>
            </a:prstGeom>
            <a:noFill/>
          </p:spPr>
          <p:txBody>
            <a:bodyPr wrap="none" rtlCol="0">
              <a:spAutoFit/>
            </a:bodyPr>
            <a:lstStyle/>
            <a:p>
              <a:r>
                <a:rPr lang="en-US" b="1" dirty="0" smtClean="0">
                  <a:solidFill>
                    <a:schemeClr val="bg1"/>
                  </a:solidFill>
                </a:rPr>
                <a:t>no</a:t>
              </a:r>
              <a:endParaRPr lang="en-US" b="1" dirty="0">
                <a:solidFill>
                  <a:schemeClr val="bg1"/>
                </a:solidFill>
              </a:endParaRPr>
            </a:p>
          </p:txBody>
        </p:sp>
        <p:sp>
          <p:nvSpPr>
            <p:cNvPr id="77" name="Diamond 76"/>
            <p:cNvSpPr/>
            <p:nvPr/>
          </p:nvSpPr>
          <p:spPr>
            <a:xfrm>
              <a:off x="5143200" y="2482333"/>
              <a:ext cx="1524000" cy="914400"/>
            </a:xfrm>
            <a:prstGeom prst="diamond">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Other </a:t>
              </a:r>
              <a:endParaRPr lang="en-US" dirty="0"/>
            </a:p>
          </p:txBody>
        </p:sp>
        <p:cxnSp>
          <p:nvCxnSpPr>
            <p:cNvPr id="79" name="Straight Arrow Connector 78"/>
            <p:cNvCxnSpPr>
              <a:stCxn id="77" idx="1"/>
            </p:cNvCxnSpPr>
            <p:nvPr/>
          </p:nvCxnSpPr>
          <p:spPr>
            <a:xfrm flipH="1">
              <a:off x="4419000" y="2939533"/>
              <a:ext cx="724200" cy="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80" name="Diamond 79"/>
            <p:cNvSpPr/>
            <p:nvPr/>
          </p:nvSpPr>
          <p:spPr>
            <a:xfrm>
              <a:off x="7430609" y="3014133"/>
              <a:ext cx="1390256" cy="795867"/>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smtClean="0"/>
                <a:t>positive</a:t>
              </a:r>
              <a:r>
                <a:rPr lang="en-US" sz="1600" dirty="0" smtClean="0"/>
                <a:t> </a:t>
              </a:r>
              <a:endParaRPr lang="en-US" sz="1600" dirty="0"/>
            </a:p>
          </p:txBody>
        </p:sp>
        <p:cxnSp>
          <p:nvCxnSpPr>
            <p:cNvPr id="82" name="Straight Arrow Connector 81"/>
            <p:cNvCxnSpPr/>
            <p:nvPr/>
          </p:nvCxnSpPr>
          <p:spPr>
            <a:xfrm>
              <a:off x="3885900" y="3396733"/>
              <a:ext cx="895200" cy="794267"/>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57" idx="2"/>
            </p:cNvCxnSpPr>
            <p:nvPr/>
          </p:nvCxnSpPr>
          <p:spPr>
            <a:xfrm flipH="1">
              <a:off x="3224607" y="3337466"/>
              <a:ext cx="635446" cy="853534"/>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3249832" y="3579567"/>
              <a:ext cx="518329" cy="369332"/>
            </a:xfrm>
            <a:prstGeom prst="rect">
              <a:avLst/>
            </a:prstGeom>
            <a:noFill/>
          </p:spPr>
          <p:txBody>
            <a:bodyPr wrap="none" rtlCol="0">
              <a:spAutoFit/>
            </a:bodyPr>
            <a:lstStyle/>
            <a:p>
              <a:r>
                <a:rPr lang="en-US" b="1" dirty="0" smtClean="0">
                  <a:solidFill>
                    <a:schemeClr val="bg1"/>
                  </a:solidFill>
                </a:rPr>
                <a:t>yes</a:t>
              </a:r>
              <a:endParaRPr lang="en-US" b="1" dirty="0">
                <a:solidFill>
                  <a:schemeClr val="bg1"/>
                </a:solidFill>
              </a:endParaRPr>
            </a:p>
          </p:txBody>
        </p:sp>
        <p:sp>
          <p:nvSpPr>
            <p:cNvPr id="92" name="TextBox 91"/>
            <p:cNvSpPr txBox="1"/>
            <p:nvPr/>
          </p:nvSpPr>
          <p:spPr>
            <a:xfrm>
              <a:off x="4204839" y="3560001"/>
              <a:ext cx="462263" cy="369332"/>
            </a:xfrm>
            <a:prstGeom prst="rect">
              <a:avLst/>
            </a:prstGeom>
            <a:noFill/>
          </p:spPr>
          <p:txBody>
            <a:bodyPr wrap="none" rtlCol="0">
              <a:spAutoFit/>
            </a:bodyPr>
            <a:lstStyle/>
            <a:p>
              <a:r>
                <a:rPr lang="en-US" b="1" dirty="0" smtClean="0">
                  <a:solidFill>
                    <a:schemeClr val="bg1"/>
                  </a:solidFill>
                </a:rPr>
                <a:t>no</a:t>
              </a:r>
              <a:endParaRPr lang="en-US" b="1" dirty="0">
                <a:solidFill>
                  <a:schemeClr val="bg1"/>
                </a:solidFill>
              </a:endParaRPr>
            </a:p>
          </p:txBody>
        </p:sp>
        <p:sp>
          <p:nvSpPr>
            <p:cNvPr id="93" name="Octagon 92"/>
            <p:cNvSpPr/>
            <p:nvPr/>
          </p:nvSpPr>
          <p:spPr>
            <a:xfrm>
              <a:off x="4452865" y="4191000"/>
              <a:ext cx="838200" cy="838200"/>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smtClean="0"/>
                <a:t>NO ALERT</a:t>
              </a:r>
              <a:endParaRPr lang="en-US" sz="1000" dirty="0"/>
            </a:p>
          </p:txBody>
        </p:sp>
        <p:sp>
          <p:nvSpPr>
            <p:cNvPr id="94" name="Octagon 93"/>
            <p:cNvSpPr/>
            <p:nvPr/>
          </p:nvSpPr>
          <p:spPr>
            <a:xfrm>
              <a:off x="2657244" y="4152900"/>
              <a:ext cx="838200" cy="838200"/>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smtClean="0"/>
                <a:t>Cancer alert</a:t>
              </a:r>
              <a:endParaRPr lang="en-US" sz="1050" dirty="0"/>
            </a:p>
          </p:txBody>
        </p:sp>
      </p:grpSp>
      <p:sp>
        <p:nvSpPr>
          <p:cNvPr id="10" name="Rectangle 9"/>
          <p:cNvSpPr/>
          <p:nvPr/>
        </p:nvSpPr>
        <p:spPr>
          <a:xfrm>
            <a:off x="3245645" y="1230868"/>
            <a:ext cx="1970402" cy="369332"/>
          </a:xfrm>
          <a:prstGeom prst="rect">
            <a:avLst/>
          </a:prstGeom>
        </p:spPr>
        <p:txBody>
          <a:bodyPr wrap="square">
            <a:spAutoFit/>
          </a:bodyPr>
          <a:lstStyle/>
          <a:p>
            <a:r>
              <a:rPr lang="en-US" b="1" dirty="0"/>
              <a:t>Radiology Read</a:t>
            </a:r>
          </a:p>
        </p:txBody>
      </p:sp>
      <p:sp>
        <p:nvSpPr>
          <p:cNvPr id="44" name="Title 2"/>
          <p:cNvSpPr txBox="1">
            <a:spLocks/>
          </p:cNvSpPr>
          <p:nvPr/>
        </p:nvSpPr>
        <p:spPr>
          <a:xfrm>
            <a:off x="228600" y="76200"/>
            <a:ext cx="7772400" cy="958850"/>
          </a:xfrm>
          <a:prstGeom prst="rect">
            <a:avLst/>
          </a:prstGeom>
          <a:ln>
            <a:noFill/>
          </a:ln>
        </p:spPr>
        <p:txBody>
          <a:bodyPr vert="horz" lIns="0" tIns="0" rIns="18288" bIns="0" anchor="b">
            <a:normAutofit fontScale="70000" lnSpcReduction="20000"/>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pPr algn="ctr"/>
            <a:r>
              <a:rPr lang="en-US" dirty="0" smtClean="0"/>
              <a:t>Overall </a:t>
            </a:r>
            <a:r>
              <a:rPr lang="en-US" dirty="0"/>
              <a:t>structure of Cancer Tracker </a:t>
            </a:r>
            <a:r>
              <a:rPr lang="en-US" dirty="0" smtClean="0"/>
              <a:t>NLP algorithm</a:t>
            </a:r>
            <a:endParaRPr lang="en-US" dirty="0"/>
          </a:p>
        </p:txBody>
      </p:sp>
    </p:spTree>
    <p:extLst>
      <p:ext uri="{BB962C8B-B14F-4D97-AF65-F5344CB8AC3E}">
        <p14:creationId xmlns:p14="http://schemas.microsoft.com/office/powerpoint/2010/main" val="19635614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44" name="Title 2"/>
          <p:cNvSpPr txBox="1">
            <a:spLocks/>
          </p:cNvSpPr>
          <p:nvPr/>
        </p:nvSpPr>
        <p:spPr>
          <a:xfrm>
            <a:off x="304800" y="336550"/>
            <a:ext cx="8153400" cy="958850"/>
          </a:xfrm>
          <a:prstGeom prst="rect">
            <a:avLst/>
          </a:prstGeom>
          <a:ln>
            <a:noFill/>
          </a:ln>
        </p:spPr>
        <p:txBody>
          <a:bodyPr vert="horz" lIns="0" tIns="0" rIns="18288" bIns="0" anchor="b">
            <a:normAutofit fontScale="70000" lnSpcReduction="20000"/>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pPr algn="ctr"/>
            <a:r>
              <a:rPr lang="en-US" dirty="0" smtClean="0"/>
              <a:t>Classification </a:t>
            </a:r>
            <a:r>
              <a:rPr lang="en-US" dirty="0"/>
              <a:t>of Lung Radiology Report T</a:t>
            </a:r>
            <a:r>
              <a:rPr lang="en-US" dirty="0" smtClean="0"/>
              <a:t>ext</a:t>
            </a:r>
            <a:endParaRPr lang="en-US" dirty="0"/>
          </a:p>
        </p:txBody>
      </p:sp>
      <p:grpSp>
        <p:nvGrpSpPr>
          <p:cNvPr id="38" name="Group 37"/>
          <p:cNvGrpSpPr/>
          <p:nvPr/>
        </p:nvGrpSpPr>
        <p:grpSpPr>
          <a:xfrm>
            <a:off x="791633" y="1571657"/>
            <a:ext cx="6942667" cy="4819650"/>
            <a:chOff x="1143000" y="838200"/>
            <a:chExt cx="6942667" cy="4819650"/>
          </a:xfrm>
        </p:grpSpPr>
        <p:sp>
          <p:nvSpPr>
            <p:cNvPr id="39" name="Rectangle 38"/>
            <p:cNvSpPr/>
            <p:nvPr/>
          </p:nvSpPr>
          <p:spPr>
            <a:xfrm>
              <a:off x="3124200" y="838200"/>
              <a:ext cx="1981200" cy="457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Radiology Report</a:t>
              </a:r>
              <a:endParaRPr lang="en-US" dirty="0"/>
            </a:p>
          </p:txBody>
        </p:sp>
        <p:cxnSp>
          <p:nvCxnSpPr>
            <p:cNvPr id="40" name="Straight Arrow Connector 39"/>
            <p:cNvCxnSpPr>
              <a:stCxn id="39" idx="2"/>
            </p:cNvCxnSpPr>
            <p:nvPr/>
          </p:nvCxnSpPr>
          <p:spPr>
            <a:xfrm>
              <a:off x="4114800" y="1295400"/>
              <a:ext cx="0" cy="53340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41" name="Diamond 40"/>
            <p:cNvSpPr/>
            <p:nvPr/>
          </p:nvSpPr>
          <p:spPr>
            <a:xfrm>
              <a:off x="3276600" y="1837267"/>
              <a:ext cx="1676400" cy="76200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t>Lung Text?</a:t>
              </a:r>
              <a:endParaRPr lang="en-US" sz="1400" dirty="0"/>
            </a:p>
          </p:txBody>
        </p:sp>
        <p:cxnSp>
          <p:nvCxnSpPr>
            <p:cNvPr id="46" name="Straight Arrow Connector 45"/>
            <p:cNvCxnSpPr/>
            <p:nvPr/>
          </p:nvCxnSpPr>
          <p:spPr>
            <a:xfrm flipH="1">
              <a:off x="2514600" y="2218267"/>
              <a:ext cx="762000" cy="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1" idx="3"/>
            </p:cNvCxnSpPr>
            <p:nvPr/>
          </p:nvCxnSpPr>
          <p:spPr>
            <a:xfrm>
              <a:off x="4953000" y="2218267"/>
              <a:ext cx="762000" cy="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2803234" y="1857402"/>
              <a:ext cx="357790" cy="369332"/>
            </a:xfrm>
            <a:prstGeom prst="rect">
              <a:avLst/>
            </a:prstGeom>
            <a:noFill/>
          </p:spPr>
          <p:txBody>
            <a:bodyPr wrap="none" rtlCol="0">
              <a:spAutoFit/>
            </a:bodyPr>
            <a:lstStyle/>
            <a:p>
              <a:r>
                <a:rPr lang="en-US" b="1" dirty="0" smtClean="0">
                  <a:solidFill>
                    <a:schemeClr val="bg1"/>
                  </a:solidFill>
                </a:rPr>
                <a:t>N</a:t>
              </a:r>
              <a:endParaRPr lang="en-US" b="1" dirty="0">
                <a:solidFill>
                  <a:schemeClr val="bg1"/>
                </a:solidFill>
              </a:endParaRPr>
            </a:p>
          </p:txBody>
        </p:sp>
        <p:sp>
          <p:nvSpPr>
            <p:cNvPr id="51" name="TextBox 50"/>
            <p:cNvSpPr txBox="1"/>
            <p:nvPr/>
          </p:nvSpPr>
          <p:spPr>
            <a:xfrm>
              <a:off x="5185562" y="1857402"/>
              <a:ext cx="327334" cy="369332"/>
            </a:xfrm>
            <a:prstGeom prst="rect">
              <a:avLst/>
            </a:prstGeom>
            <a:noFill/>
          </p:spPr>
          <p:txBody>
            <a:bodyPr wrap="none" rtlCol="0">
              <a:spAutoFit/>
            </a:bodyPr>
            <a:lstStyle/>
            <a:p>
              <a:r>
                <a:rPr lang="en-US" b="1" dirty="0" smtClean="0">
                  <a:solidFill>
                    <a:schemeClr val="bg1"/>
                  </a:solidFill>
                </a:rPr>
                <a:t>Y</a:t>
              </a:r>
              <a:endParaRPr lang="en-US" b="1" dirty="0">
                <a:solidFill>
                  <a:schemeClr val="bg1"/>
                </a:solidFill>
              </a:endParaRPr>
            </a:p>
          </p:txBody>
        </p:sp>
        <p:sp>
          <p:nvSpPr>
            <p:cNvPr id="52" name="Rectangle 51"/>
            <p:cNvSpPr/>
            <p:nvPr/>
          </p:nvSpPr>
          <p:spPr>
            <a:xfrm>
              <a:off x="1143000" y="1905000"/>
              <a:ext cx="13716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t>To next algorithm (See fig 2</a:t>
              </a:r>
              <a:endParaRPr lang="en-US" sz="1400" dirty="0"/>
            </a:p>
          </p:txBody>
        </p:sp>
        <p:sp>
          <p:nvSpPr>
            <p:cNvPr id="54" name="Diamond 53"/>
            <p:cNvSpPr/>
            <p:nvPr/>
          </p:nvSpPr>
          <p:spPr>
            <a:xfrm>
              <a:off x="5715000" y="1837267"/>
              <a:ext cx="1676400" cy="76200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t>Benign finding?</a:t>
              </a:r>
              <a:endParaRPr lang="en-US" sz="1400" dirty="0"/>
            </a:p>
          </p:txBody>
        </p:sp>
        <p:cxnSp>
          <p:nvCxnSpPr>
            <p:cNvPr id="58" name="Straight Arrow Connector 57"/>
            <p:cNvCxnSpPr>
              <a:stCxn id="54" idx="2"/>
            </p:cNvCxnSpPr>
            <p:nvPr/>
          </p:nvCxnSpPr>
          <p:spPr>
            <a:xfrm>
              <a:off x="6553200" y="2599267"/>
              <a:ext cx="838200" cy="677333"/>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54" idx="2"/>
            </p:cNvCxnSpPr>
            <p:nvPr/>
          </p:nvCxnSpPr>
          <p:spPr>
            <a:xfrm flipH="1">
              <a:off x="5943600" y="2599267"/>
              <a:ext cx="609600" cy="677333"/>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61" name="Octagon 60"/>
            <p:cNvSpPr/>
            <p:nvPr/>
          </p:nvSpPr>
          <p:spPr>
            <a:xfrm>
              <a:off x="7095067" y="3276600"/>
              <a:ext cx="990600" cy="990600"/>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t>Cancer alert</a:t>
              </a:r>
              <a:endParaRPr lang="en-US" sz="1400" dirty="0"/>
            </a:p>
          </p:txBody>
        </p:sp>
        <p:sp>
          <p:nvSpPr>
            <p:cNvPr id="63" name="TextBox 62"/>
            <p:cNvSpPr txBox="1"/>
            <p:nvPr/>
          </p:nvSpPr>
          <p:spPr>
            <a:xfrm>
              <a:off x="6972300" y="2710934"/>
              <a:ext cx="470000" cy="369332"/>
            </a:xfrm>
            <a:prstGeom prst="rect">
              <a:avLst/>
            </a:prstGeom>
            <a:noFill/>
          </p:spPr>
          <p:txBody>
            <a:bodyPr wrap="none" rtlCol="0">
              <a:spAutoFit/>
            </a:bodyPr>
            <a:lstStyle/>
            <a:p>
              <a:r>
                <a:rPr lang="en-US" b="1" dirty="0" smtClean="0">
                  <a:solidFill>
                    <a:schemeClr val="bg1"/>
                  </a:solidFill>
                </a:rPr>
                <a:t>no</a:t>
              </a:r>
              <a:endParaRPr lang="en-US" b="1" dirty="0">
                <a:solidFill>
                  <a:schemeClr val="bg1"/>
                </a:solidFill>
              </a:endParaRPr>
            </a:p>
          </p:txBody>
        </p:sp>
        <p:sp>
          <p:nvSpPr>
            <p:cNvPr id="64" name="TextBox 63"/>
            <p:cNvSpPr txBox="1"/>
            <p:nvPr/>
          </p:nvSpPr>
          <p:spPr>
            <a:xfrm>
              <a:off x="5943600" y="2710934"/>
              <a:ext cx="527004" cy="369332"/>
            </a:xfrm>
            <a:prstGeom prst="rect">
              <a:avLst/>
            </a:prstGeom>
            <a:noFill/>
          </p:spPr>
          <p:txBody>
            <a:bodyPr wrap="none" rtlCol="0">
              <a:spAutoFit/>
            </a:bodyPr>
            <a:lstStyle/>
            <a:p>
              <a:r>
                <a:rPr lang="en-US" b="1" dirty="0" smtClean="0">
                  <a:solidFill>
                    <a:schemeClr val="bg1"/>
                  </a:solidFill>
                </a:rPr>
                <a:t>yes</a:t>
              </a:r>
              <a:endParaRPr lang="en-US" b="1" dirty="0">
                <a:solidFill>
                  <a:schemeClr val="bg1"/>
                </a:solidFill>
              </a:endParaRPr>
            </a:p>
          </p:txBody>
        </p:sp>
        <p:sp>
          <p:nvSpPr>
            <p:cNvPr id="67" name="Diamond 66"/>
            <p:cNvSpPr/>
            <p:nvPr/>
          </p:nvSpPr>
          <p:spPr>
            <a:xfrm>
              <a:off x="5096933" y="3276600"/>
              <a:ext cx="1676400" cy="76200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err="1" smtClean="0"/>
                <a:t>Followup</a:t>
              </a:r>
              <a:r>
                <a:rPr lang="en-US" sz="1200" dirty="0" smtClean="0"/>
                <a:t> needed?</a:t>
              </a:r>
              <a:endParaRPr lang="en-US" sz="1200" dirty="0"/>
            </a:p>
          </p:txBody>
        </p:sp>
        <p:cxnSp>
          <p:nvCxnSpPr>
            <p:cNvPr id="69" name="Straight Arrow Connector 68"/>
            <p:cNvCxnSpPr/>
            <p:nvPr/>
          </p:nvCxnSpPr>
          <p:spPr>
            <a:xfrm>
              <a:off x="5926666" y="4038600"/>
              <a:ext cx="626534" cy="72390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67" idx="2"/>
            </p:cNvCxnSpPr>
            <p:nvPr/>
          </p:nvCxnSpPr>
          <p:spPr>
            <a:xfrm flipH="1">
              <a:off x="5334000" y="4038600"/>
              <a:ext cx="601133" cy="723900"/>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5223775" y="4099467"/>
              <a:ext cx="527004" cy="369332"/>
            </a:xfrm>
            <a:prstGeom prst="rect">
              <a:avLst/>
            </a:prstGeom>
            <a:noFill/>
          </p:spPr>
          <p:txBody>
            <a:bodyPr wrap="none" rtlCol="0">
              <a:spAutoFit/>
            </a:bodyPr>
            <a:lstStyle/>
            <a:p>
              <a:r>
                <a:rPr lang="en-US" b="1" dirty="0" smtClean="0">
                  <a:solidFill>
                    <a:schemeClr val="bg1"/>
                  </a:solidFill>
                </a:rPr>
                <a:t>yes</a:t>
              </a:r>
              <a:endParaRPr lang="en-US" b="1" dirty="0">
                <a:solidFill>
                  <a:schemeClr val="bg1"/>
                </a:solidFill>
              </a:endParaRPr>
            </a:p>
          </p:txBody>
        </p:sp>
        <p:sp>
          <p:nvSpPr>
            <p:cNvPr id="75" name="TextBox 74"/>
            <p:cNvSpPr txBox="1"/>
            <p:nvPr/>
          </p:nvSpPr>
          <p:spPr>
            <a:xfrm>
              <a:off x="6239933" y="4215884"/>
              <a:ext cx="470000" cy="369332"/>
            </a:xfrm>
            <a:prstGeom prst="rect">
              <a:avLst/>
            </a:prstGeom>
            <a:noFill/>
          </p:spPr>
          <p:txBody>
            <a:bodyPr wrap="none" rtlCol="0">
              <a:spAutoFit/>
            </a:bodyPr>
            <a:lstStyle/>
            <a:p>
              <a:r>
                <a:rPr lang="en-US" b="1" dirty="0" smtClean="0">
                  <a:solidFill>
                    <a:schemeClr val="bg1"/>
                  </a:solidFill>
                </a:rPr>
                <a:t>no</a:t>
              </a:r>
              <a:endParaRPr lang="en-US" b="1" dirty="0">
                <a:solidFill>
                  <a:schemeClr val="bg1"/>
                </a:solidFill>
              </a:endParaRPr>
            </a:p>
          </p:txBody>
        </p:sp>
        <p:sp>
          <p:nvSpPr>
            <p:cNvPr id="76" name="Rectangle 75"/>
            <p:cNvSpPr/>
            <p:nvPr/>
          </p:nvSpPr>
          <p:spPr>
            <a:xfrm>
              <a:off x="6400800" y="4762500"/>
              <a:ext cx="1447800" cy="8001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t>No cancer alert, to next algorithm (see Fig 2)</a:t>
              </a:r>
              <a:endParaRPr lang="en-US" sz="1200" dirty="0"/>
            </a:p>
          </p:txBody>
        </p:sp>
        <p:sp>
          <p:nvSpPr>
            <p:cNvPr id="78" name="Octagon 77"/>
            <p:cNvSpPr/>
            <p:nvPr/>
          </p:nvSpPr>
          <p:spPr>
            <a:xfrm>
              <a:off x="4610100" y="4667250"/>
              <a:ext cx="990600" cy="990600"/>
            </a:xfrm>
            <a:prstGeom prst="octag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t>Cancer alert</a:t>
              </a:r>
              <a:endParaRPr lang="en-US" sz="1400" dirty="0"/>
            </a:p>
          </p:txBody>
        </p:sp>
      </p:grpSp>
    </p:spTree>
    <p:extLst>
      <p:ext uri="{BB962C8B-B14F-4D97-AF65-F5344CB8AC3E}">
        <p14:creationId xmlns:p14="http://schemas.microsoft.com/office/powerpoint/2010/main" val="3428263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45" name="Title 2"/>
          <p:cNvSpPr txBox="1">
            <a:spLocks/>
          </p:cNvSpPr>
          <p:nvPr/>
        </p:nvSpPr>
        <p:spPr>
          <a:xfrm>
            <a:off x="228600" y="76200"/>
            <a:ext cx="7772400" cy="958850"/>
          </a:xfrm>
          <a:prstGeom prst="rect">
            <a:avLst/>
          </a:prstGeom>
          <a:ln>
            <a:noFill/>
          </a:ln>
        </p:spPr>
        <p:txBody>
          <a:bodyPr vert="horz" lIns="0" tIns="0" rIns="18288" bIns="0" anchor="b">
            <a:normAutofit fontScale="70000" lnSpcReduction="20000"/>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dirty="0" smtClean="0"/>
              <a:t>CCTS: Text Mining vs. Manual Coding</a:t>
            </a:r>
            <a:endParaRPr lang="de-DE" dirty="0" smtClean="0"/>
          </a:p>
        </p:txBody>
      </p:sp>
      <p:graphicFrame>
        <p:nvGraphicFramePr>
          <p:cNvPr id="46" name="Table 45"/>
          <p:cNvGraphicFramePr>
            <a:graphicFrameLocks noGrp="1"/>
          </p:cNvGraphicFramePr>
          <p:nvPr>
            <p:extLst>
              <p:ext uri="{D42A27DB-BD31-4B8C-83A1-F6EECF244321}">
                <p14:modId xmlns:p14="http://schemas.microsoft.com/office/powerpoint/2010/main" val="4010057522"/>
              </p:ext>
            </p:extLst>
          </p:nvPr>
        </p:nvGraphicFramePr>
        <p:xfrm>
          <a:off x="541511" y="5048487"/>
          <a:ext cx="7992889" cy="1428513"/>
        </p:xfrm>
        <a:graphic>
          <a:graphicData uri="http://schemas.openxmlformats.org/drawingml/2006/table">
            <a:tbl>
              <a:tblPr firstRow="1" bandRow="1">
                <a:tableStyleId>{5C22544A-7EE6-4342-B048-85BDC9FD1C3A}</a:tableStyleId>
              </a:tblPr>
              <a:tblGrid>
                <a:gridCol w="1598577"/>
                <a:gridCol w="1513697"/>
                <a:gridCol w="1485404"/>
                <a:gridCol w="919536"/>
                <a:gridCol w="848802"/>
                <a:gridCol w="1626873"/>
              </a:tblGrid>
              <a:tr h="462229">
                <a:tc>
                  <a:txBody>
                    <a:bodyPr/>
                    <a:lstStyle/>
                    <a:p>
                      <a:r>
                        <a:rPr lang="en-US" sz="1800" baseline="0" dirty="0" smtClean="0">
                          <a:solidFill>
                            <a:schemeClr val="tx1"/>
                          </a:solidFill>
                        </a:rPr>
                        <a:t>Coding</a:t>
                      </a:r>
                      <a:endParaRPr lang="de-DE" sz="180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Sensitivity</a:t>
                      </a:r>
                      <a:endParaRPr lang="de-DE" sz="1800" dirty="0" smtClean="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Specificity</a:t>
                      </a:r>
                      <a:endParaRPr lang="de-DE" sz="180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PPV</a:t>
                      </a:r>
                      <a:endParaRPr lang="de-DE" sz="1800" dirty="0">
                        <a:solidFill>
                          <a:schemeClr val="tx1"/>
                        </a:solidFill>
                      </a:endParaRPr>
                    </a:p>
                  </a:txBody>
                  <a:tcPr/>
                </a:tc>
                <a:tc>
                  <a:txBody>
                    <a:bodyPr/>
                    <a:lstStyle/>
                    <a:p>
                      <a:r>
                        <a:rPr lang="en-US" sz="1800" dirty="0" smtClean="0">
                          <a:solidFill>
                            <a:schemeClr val="tx1"/>
                          </a:solidFill>
                        </a:rPr>
                        <a:t>NPV</a:t>
                      </a:r>
                      <a:endParaRPr lang="de-DE" sz="1800" dirty="0">
                        <a:solidFill>
                          <a:schemeClr val="tx1"/>
                        </a:solidFill>
                      </a:endParaRPr>
                    </a:p>
                  </a:txBody>
                  <a:tcPr/>
                </a:tc>
                <a:tc>
                  <a:txBody>
                    <a:bodyPr/>
                    <a:lstStyle/>
                    <a:p>
                      <a:r>
                        <a:rPr lang="en-US" sz="1800" dirty="0" smtClean="0">
                          <a:solidFill>
                            <a:schemeClr val="tx1"/>
                          </a:solidFill>
                        </a:rPr>
                        <a:t>F1-Score</a:t>
                      </a:r>
                      <a:endParaRPr lang="de-DE" sz="1800" dirty="0">
                        <a:solidFill>
                          <a:schemeClr val="tx1"/>
                        </a:solidFill>
                      </a:endParaRPr>
                    </a:p>
                  </a:txBody>
                  <a:tcPr/>
                </a:tc>
              </a:tr>
              <a:tr h="483142">
                <a:tc>
                  <a:txBody>
                    <a:bodyPr/>
                    <a:lstStyle/>
                    <a:p>
                      <a:r>
                        <a:rPr lang="en-US" sz="1800" dirty="0" smtClean="0"/>
                        <a:t>Manual</a:t>
                      </a:r>
                      <a:endParaRPr lang="de-DE" sz="1800" dirty="0"/>
                    </a:p>
                  </a:txBody>
                  <a:tcPr/>
                </a:tc>
                <a:tc>
                  <a:txBody>
                    <a:bodyPr/>
                    <a:lstStyle/>
                    <a:p>
                      <a:pPr algn="r"/>
                      <a:r>
                        <a:rPr lang="en-US" sz="1800" b="1" dirty="0" smtClean="0"/>
                        <a:t>57%</a:t>
                      </a:r>
                      <a:endParaRPr lang="de-DE" sz="1800" dirty="0"/>
                    </a:p>
                  </a:txBody>
                  <a:tcPr/>
                </a:tc>
                <a:tc>
                  <a:txBody>
                    <a:bodyPr/>
                    <a:lstStyle/>
                    <a:p>
                      <a:pPr algn="r"/>
                      <a:r>
                        <a:rPr lang="en-US" sz="1800" dirty="0" smtClean="0"/>
                        <a:t>100%</a:t>
                      </a:r>
                      <a:endParaRPr lang="de-DE" sz="1800" dirty="0"/>
                    </a:p>
                  </a:txBody>
                  <a:tcPr/>
                </a:tc>
                <a:tc>
                  <a:txBody>
                    <a:bodyPr/>
                    <a:lstStyle/>
                    <a:p>
                      <a:pPr algn="r"/>
                      <a:r>
                        <a:rPr lang="en-US" sz="1800" dirty="0" smtClean="0"/>
                        <a:t>100%</a:t>
                      </a:r>
                      <a:endParaRPr lang="de-DE" sz="1800" dirty="0"/>
                    </a:p>
                  </a:txBody>
                  <a:tcPr/>
                </a:tc>
                <a:tc>
                  <a:txBody>
                    <a:bodyPr/>
                    <a:lstStyle/>
                    <a:p>
                      <a:pPr algn="r"/>
                      <a:r>
                        <a:rPr lang="en-US" sz="1800" dirty="0" smtClean="0"/>
                        <a:t>60%</a:t>
                      </a:r>
                      <a:endParaRPr lang="de-DE" sz="1800" dirty="0"/>
                    </a:p>
                  </a:txBody>
                  <a:tcPr/>
                </a:tc>
                <a:tc>
                  <a:txBody>
                    <a:bodyPr/>
                    <a:lstStyle/>
                    <a:p>
                      <a:pPr algn="r"/>
                      <a:r>
                        <a:rPr lang="en-US" sz="1800" dirty="0" smtClean="0"/>
                        <a:t>73%</a:t>
                      </a:r>
                      <a:endParaRPr lang="de-DE" sz="1800" dirty="0"/>
                    </a:p>
                  </a:txBody>
                  <a:tcPr/>
                </a:tc>
              </a:tr>
              <a:tr h="483142">
                <a:tc>
                  <a:txBody>
                    <a:bodyPr/>
                    <a:lstStyle/>
                    <a:p>
                      <a:r>
                        <a:rPr lang="en-US" sz="1800" dirty="0" smtClean="0"/>
                        <a:t>Automated</a:t>
                      </a:r>
                      <a:endParaRPr lang="de-DE" sz="1800" dirty="0"/>
                    </a:p>
                  </a:txBody>
                  <a:tcPr/>
                </a:tc>
                <a:tc>
                  <a:txBody>
                    <a:bodyPr/>
                    <a:lstStyle/>
                    <a:p>
                      <a:pPr algn="r"/>
                      <a:r>
                        <a:rPr lang="en-US" sz="1800" b="1" dirty="0" smtClean="0"/>
                        <a:t>97%</a:t>
                      </a:r>
                      <a:endParaRPr lang="de-DE" sz="1800" dirty="0"/>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smtClean="0"/>
                        <a:t>83%</a:t>
                      </a:r>
                      <a:endParaRPr lang="de-DE" sz="1800" dirty="0" smtClean="0"/>
                    </a:p>
                  </a:txBody>
                  <a:tcPr/>
                </a:tc>
                <a:tc>
                  <a:txBody>
                    <a:bodyPr/>
                    <a:lstStyle/>
                    <a:p>
                      <a:pPr algn="r"/>
                      <a:r>
                        <a:rPr lang="en-US" sz="1800" dirty="0" smtClean="0"/>
                        <a:t>87%</a:t>
                      </a:r>
                      <a:endParaRPr lang="de-DE" sz="1800" dirty="0"/>
                    </a:p>
                  </a:txBody>
                  <a:tcPr/>
                </a:tc>
                <a:tc>
                  <a:txBody>
                    <a:bodyPr/>
                    <a:lstStyle/>
                    <a:p>
                      <a:pPr algn="r"/>
                      <a:r>
                        <a:rPr lang="en-US" sz="1800" dirty="0" smtClean="0"/>
                        <a:t>96%</a:t>
                      </a:r>
                      <a:endParaRPr lang="de-DE" sz="1800" dirty="0"/>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smtClean="0"/>
                        <a:t>92%</a:t>
                      </a:r>
                      <a:endParaRPr lang="de-DE" sz="1800" dirty="0" smtClean="0"/>
                    </a:p>
                  </a:txBody>
                  <a:tcPr/>
                </a:tc>
              </a:tr>
            </a:tbl>
          </a:graphicData>
        </a:graphic>
      </p:graphicFrame>
      <p:sp>
        <p:nvSpPr>
          <p:cNvPr id="47" name="Content Placeholder 3"/>
          <p:cNvSpPr txBox="1">
            <a:spLocks/>
          </p:cNvSpPr>
          <p:nvPr/>
        </p:nvSpPr>
        <p:spPr>
          <a:xfrm>
            <a:off x="381000" y="4384675"/>
            <a:ext cx="8304213" cy="720725"/>
          </a:xfrm>
          <a:prstGeom prst="rect">
            <a:avLst/>
          </a:prstGeom>
        </p:spPr>
        <p:txBody>
          <a:bodyPr>
            <a:normAutofit/>
          </a:bodyPr>
          <a:lstStyle/>
          <a:p>
            <a:pPr fontAlgn="auto">
              <a:spcBef>
                <a:spcPct val="20000"/>
              </a:spcBef>
              <a:spcAft>
                <a:spcPts val="0"/>
              </a:spcAft>
              <a:defRPr/>
            </a:pPr>
            <a:r>
              <a:rPr lang="en-US" sz="2000" b="1" dirty="0">
                <a:latin typeface="+mn-lt"/>
              </a:rPr>
              <a:t>Lung: </a:t>
            </a:r>
            <a:r>
              <a:rPr lang="en-US" sz="2000" b="1" dirty="0" smtClean="0">
                <a:latin typeface="+mn-lt"/>
              </a:rPr>
              <a:t>Results </a:t>
            </a:r>
            <a:r>
              <a:rPr lang="en-US" sz="2000" b="1" dirty="0">
                <a:latin typeface="+mn-lt"/>
              </a:rPr>
              <a:t>based on Expert Review Jul-Aug </a:t>
            </a:r>
            <a:r>
              <a:rPr lang="en-US" sz="2000" b="1" dirty="0" smtClean="0">
                <a:latin typeface="+mn-lt"/>
              </a:rPr>
              <a:t>201 of 421 </a:t>
            </a:r>
            <a:r>
              <a:rPr lang="en-US" sz="2000" b="1" dirty="0">
                <a:latin typeface="+mn-lt"/>
              </a:rPr>
              <a:t>Reports</a:t>
            </a:r>
            <a:endParaRPr lang="de-DE" sz="2000" b="1" dirty="0">
              <a:latin typeface="+mn-lt"/>
            </a:endParaRPr>
          </a:p>
        </p:txBody>
      </p:sp>
      <p:sp>
        <p:nvSpPr>
          <p:cNvPr id="48" name="Content Placeholder 3"/>
          <p:cNvSpPr txBox="1">
            <a:spLocks/>
          </p:cNvSpPr>
          <p:nvPr/>
        </p:nvSpPr>
        <p:spPr>
          <a:xfrm>
            <a:off x="342600" y="1600200"/>
            <a:ext cx="7048800" cy="762000"/>
          </a:xfrm>
          <a:prstGeom prst="rect">
            <a:avLst/>
          </a:prstGeom>
        </p:spPr>
        <p:txBody>
          <a:bodyPr>
            <a:noAutofit/>
          </a:bodyPr>
          <a:lstStyle/>
          <a:p>
            <a:pPr fontAlgn="auto">
              <a:spcBef>
                <a:spcPct val="20000"/>
              </a:spcBef>
              <a:spcAft>
                <a:spcPts val="0"/>
              </a:spcAft>
              <a:defRPr/>
            </a:pPr>
            <a:r>
              <a:rPr lang="en-US" sz="2000" b="1" dirty="0">
                <a:latin typeface="+mn-lt"/>
              </a:rPr>
              <a:t>Liver: </a:t>
            </a:r>
            <a:r>
              <a:rPr lang="en-US" sz="2000" b="1" dirty="0" smtClean="0">
                <a:latin typeface="+mn-lt"/>
              </a:rPr>
              <a:t>Results </a:t>
            </a:r>
            <a:r>
              <a:rPr lang="en-US" sz="2000" b="1" dirty="0">
                <a:latin typeface="+mn-lt"/>
              </a:rPr>
              <a:t>based on Cancer Care Coordinator review of reports from one week in </a:t>
            </a:r>
            <a:r>
              <a:rPr lang="en-US" sz="2000" b="1" dirty="0" smtClean="0">
                <a:latin typeface="+mn-lt"/>
              </a:rPr>
              <a:t>February 2011 of </a:t>
            </a:r>
            <a:r>
              <a:rPr lang="en-US" sz="2000" b="1" dirty="0">
                <a:latin typeface="+mn-lt"/>
              </a:rPr>
              <a:t>100 </a:t>
            </a:r>
            <a:r>
              <a:rPr lang="en-US" sz="2000" b="1" dirty="0"/>
              <a:t>r</a:t>
            </a:r>
            <a:r>
              <a:rPr lang="en-US" sz="2000" b="1" dirty="0" smtClean="0">
                <a:latin typeface="+mn-lt"/>
              </a:rPr>
              <a:t>eports</a:t>
            </a:r>
            <a:endParaRPr lang="de-DE" sz="2000" b="1" dirty="0">
              <a:latin typeface="+mn-lt"/>
            </a:endParaRPr>
          </a:p>
        </p:txBody>
      </p:sp>
      <p:graphicFrame>
        <p:nvGraphicFramePr>
          <p:cNvPr id="49" name="Table 48"/>
          <p:cNvGraphicFramePr>
            <a:graphicFrameLocks noGrp="1"/>
          </p:cNvGraphicFramePr>
          <p:nvPr>
            <p:extLst>
              <p:ext uri="{D42A27DB-BD31-4B8C-83A1-F6EECF244321}">
                <p14:modId xmlns:p14="http://schemas.microsoft.com/office/powerpoint/2010/main" val="2478606728"/>
              </p:ext>
            </p:extLst>
          </p:nvPr>
        </p:nvGraphicFramePr>
        <p:xfrm>
          <a:off x="465311" y="2610087"/>
          <a:ext cx="7992889" cy="1428513"/>
        </p:xfrm>
        <a:graphic>
          <a:graphicData uri="http://schemas.openxmlformats.org/drawingml/2006/table">
            <a:tbl>
              <a:tblPr firstRow="1" bandRow="1">
                <a:tableStyleId>{5C22544A-7EE6-4342-B048-85BDC9FD1C3A}</a:tableStyleId>
              </a:tblPr>
              <a:tblGrid>
                <a:gridCol w="1598577"/>
                <a:gridCol w="1513697"/>
                <a:gridCol w="1485404"/>
                <a:gridCol w="919536"/>
                <a:gridCol w="848802"/>
                <a:gridCol w="1626873"/>
              </a:tblGrid>
              <a:tr h="462229">
                <a:tc>
                  <a:txBody>
                    <a:bodyPr/>
                    <a:lstStyle/>
                    <a:p>
                      <a:r>
                        <a:rPr lang="en-US" sz="1800" baseline="0" dirty="0" smtClean="0">
                          <a:solidFill>
                            <a:schemeClr val="tx1"/>
                          </a:solidFill>
                        </a:rPr>
                        <a:t>Coding</a:t>
                      </a:r>
                      <a:endParaRPr lang="de-DE" sz="180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Sensitivity</a:t>
                      </a:r>
                      <a:endParaRPr lang="de-DE" sz="1800" dirty="0" smtClean="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Specificity</a:t>
                      </a:r>
                      <a:endParaRPr lang="de-DE" sz="180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tx1"/>
                          </a:solidFill>
                        </a:rPr>
                        <a:t>PPV</a:t>
                      </a:r>
                      <a:endParaRPr lang="de-DE" sz="1800" dirty="0">
                        <a:solidFill>
                          <a:schemeClr val="tx1"/>
                        </a:solidFill>
                      </a:endParaRPr>
                    </a:p>
                  </a:txBody>
                  <a:tcPr/>
                </a:tc>
                <a:tc>
                  <a:txBody>
                    <a:bodyPr/>
                    <a:lstStyle/>
                    <a:p>
                      <a:r>
                        <a:rPr lang="en-US" sz="1800" dirty="0" smtClean="0">
                          <a:solidFill>
                            <a:schemeClr val="tx1"/>
                          </a:solidFill>
                        </a:rPr>
                        <a:t>NPV</a:t>
                      </a:r>
                      <a:endParaRPr lang="de-DE" sz="1800" dirty="0">
                        <a:solidFill>
                          <a:schemeClr val="tx1"/>
                        </a:solidFill>
                      </a:endParaRPr>
                    </a:p>
                  </a:txBody>
                  <a:tcPr/>
                </a:tc>
                <a:tc>
                  <a:txBody>
                    <a:bodyPr/>
                    <a:lstStyle/>
                    <a:p>
                      <a:r>
                        <a:rPr lang="en-US" sz="1800" dirty="0" smtClean="0">
                          <a:solidFill>
                            <a:schemeClr val="tx1"/>
                          </a:solidFill>
                        </a:rPr>
                        <a:t>F1-Score</a:t>
                      </a:r>
                      <a:endParaRPr lang="de-DE" sz="1800" dirty="0">
                        <a:solidFill>
                          <a:schemeClr val="tx1"/>
                        </a:solidFill>
                      </a:endParaRPr>
                    </a:p>
                  </a:txBody>
                  <a:tcPr/>
                </a:tc>
              </a:tr>
              <a:tr h="483142">
                <a:tc>
                  <a:txBody>
                    <a:bodyPr/>
                    <a:lstStyle/>
                    <a:p>
                      <a:r>
                        <a:rPr lang="en-US" sz="1800" dirty="0" smtClean="0"/>
                        <a:t>Manual</a:t>
                      </a:r>
                      <a:endParaRPr lang="de-DE" sz="1800" dirty="0"/>
                    </a:p>
                  </a:txBody>
                  <a:tcPr/>
                </a:tc>
                <a:tc>
                  <a:txBody>
                    <a:bodyPr/>
                    <a:lstStyle/>
                    <a:p>
                      <a:pPr algn="r"/>
                      <a:r>
                        <a:rPr lang="en-US" sz="1800" b="1" dirty="0" smtClean="0"/>
                        <a:t>61%</a:t>
                      </a:r>
                      <a:endParaRPr lang="de-DE" sz="1800" dirty="0"/>
                    </a:p>
                  </a:txBody>
                  <a:tcPr/>
                </a:tc>
                <a:tc>
                  <a:txBody>
                    <a:bodyPr/>
                    <a:lstStyle/>
                    <a:p>
                      <a:pPr algn="r"/>
                      <a:r>
                        <a:rPr lang="en-US" sz="1800" dirty="0" smtClean="0"/>
                        <a:t>100%</a:t>
                      </a:r>
                      <a:endParaRPr lang="de-DE" sz="1800" dirty="0"/>
                    </a:p>
                  </a:txBody>
                  <a:tcPr/>
                </a:tc>
                <a:tc>
                  <a:txBody>
                    <a:bodyPr/>
                    <a:lstStyle/>
                    <a:p>
                      <a:pPr algn="r"/>
                      <a:r>
                        <a:rPr lang="en-US" sz="1800" dirty="0" smtClean="0"/>
                        <a:t>100%</a:t>
                      </a:r>
                      <a:endParaRPr lang="de-DE" sz="1800" dirty="0"/>
                    </a:p>
                  </a:txBody>
                  <a:tcPr/>
                </a:tc>
                <a:tc>
                  <a:txBody>
                    <a:bodyPr/>
                    <a:lstStyle/>
                    <a:p>
                      <a:pPr algn="r"/>
                      <a:r>
                        <a:rPr lang="en-US" sz="1800" dirty="0" smtClean="0"/>
                        <a:t>73%</a:t>
                      </a:r>
                      <a:endParaRPr lang="de-DE" sz="1800" dirty="0"/>
                    </a:p>
                  </a:txBody>
                  <a:tcPr/>
                </a:tc>
                <a:tc>
                  <a:txBody>
                    <a:bodyPr/>
                    <a:lstStyle/>
                    <a:p>
                      <a:pPr algn="r"/>
                      <a:r>
                        <a:rPr lang="en-US" sz="1800" dirty="0" smtClean="0"/>
                        <a:t>76%</a:t>
                      </a:r>
                      <a:endParaRPr lang="de-DE" sz="1800" dirty="0"/>
                    </a:p>
                  </a:txBody>
                  <a:tcPr/>
                </a:tc>
              </a:tr>
              <a:tr h="483142">
                <a:tc>
                  <a:txBody>
                    <a:bodyPr/>
                    <a:lstStyle/>
                    <a:p>
                      <a:r>
                        <a:rPr lang="en-US" sz="1800" dirty="0" smtClean="0"/>
                        <a:t>Automated</a:t>
                      </a:r>
                      <a:endParaRPr lang="de-DE" sz="1800" dirty="0"/>
                    </a:p>
                  </a:txBody>
                  <a:tcPr/>
                </a:tc>
                <a:tc>
                  <a:txBody>
                    <a:bodyPr/>
                    <a:lstStyle/>
                    <a:p>
                      <a:pPr algn="r"/>
                      <a:r>
                        <a:rPr lang="en-US" sz="1800" b="1" dirty="0" smtClean="0"/>
                        <a:t>84%</a:t>
                      </a:r>
                      <a:endParaRPr lang="de-DE" sz="1800" dirty="0"/>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smtClean="0"/>
                        <a:t>92%</a:t>
                      </a:r>
                      <a:endParaRPr lang="de-DE" sz="1800" dirty="0" smtClean="0"/>
                    </a:p>
                  </a:txBody>
                  <a:tcPr/>
                </a:tc>
                <a:tc>
                  <a:txBody>
                    <a:bodyPr/>
                    <a:lstStyle/>
                    <a:p>
                      <a:pPr algn="r"/>
                      <a:r>
                        <a:rPr lang="en-US" sz="1800" dirty="0" smtClean="0"/>
                        <a:t>91%</a:t>
                      </a:r>
                      <a:endParaRPr lang="de-DE" sz="1800" dirty="0"/>
                    </a:p>
                  </a:txBody>
                  <a:tcPr/>
                </a:tc>
                <a:tc>
                  <a:txBody>
                    <a:bodyPr/>
                    <a:lstStyle/>
                    <a:p>
                      <a:pPr algn="r"/>
                      <a:r>
                        <a:rPr lang="en-US" sz="1800" dirty="0" smtClean="0"/>
                        <a:t>85%</a:t>
                      </a:r>
                      <a:endParaRPr lang="de-DE" sz="1800" dirty="0"/>
                    </a:p>
                  </a:txBody>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smtClean="0"/>
                        <a:t>87%</a:t>
                      </a:r>
                      <a:endParaRPr lang="de-DE" sz="1800" dirty="0" smtClean="0"/>
                    </a:p>
                  </a:txBody>
                  <a:tcPr/>
                </a:tc>
              </a:tr>
            </a:tbl>
          </a:graphicData>
        </a:graphic>
      </p:graphicFrame>
    </p:spTree>
    <p:extLst>
      <p:ext uri="{BB962C8B-B14F-4D97-AF65-F5344CB8AC3E}">
        <p14:creationId xmlns:p14="http://schemas.microsoft.com/office/powerpoint/2010/main" val="13931475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45" name="Title 2"/>
          <p:cNvSpPr txBox="1">
            <a:spLocks/>
          </p:cNvSpPr>
          <p:nvPr/>
        </p:nvSpPr>
        <p:spPr>
          <a:xfrm>
            <a:off x="228600" y="228600"/>
            <a:ext cx="7772400" cy="730250"/>
          </a:xfrm>
          <a:prstGeom prst="rect">
            <a:avLst/>
          </a:prstGeom>
          <a:ln>
            <a:noFill/>
          </a:ln>
        </p:spPr>
        <p:txBody>
          <a:bodyPr vert="horz" lIns="0" tIns="0" rIns="18288" bIns="0" anchor="b">
            <a:normAutofit fontScale="70000" lnSpcReduction="20000"/>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dirty="0" smtClean="0"/>
              <a:t>CCTS: Text Mining vs. Manual Coding</a:t>
            </a:r>
            <a:endParaRPr lang="de-DE" dirty="0" smtClean="0"/>
          </a:p>
        </p:txBody>
      </p:sp>
      <p:graphicFrame>
        <p:nvGraphicFramePr>
          <p:cNvPr id="16" name="Table 15"/>
          <p:cNvGraphicFramePr>
            <a:graphicFrameLocks noGrp="1"/>
          </p:cNvGraphicFramePr>
          <p:nvPr>
            <p:extLst>
              <p:ext uri="{D42A27DB-BD31-4B8C-83A1-F6EECF244321}">
                <p14:modId xmlns:p14="http://schemas.microsoft.com/office/powerpoint/2010/main" val="2645234292"/>
              </p:ext>
            </p:extLst>
          </p:nvPr>
        </p:nvGraphicFramePr>
        <p:xfrm>
          <a:off x="228599" y="2712720"/>
          <a:ext cx="6172200" cy="1402080"/>
        </p:xfrm>
        <a:graphic>
          <a:graphicData uri="http://schemas.openxmlformats.org/drawingml/2006/table">
            <a:tbl>
              <a:tblPr firstRow="1" firstCol="1" bandRow="1">
                <a:tableStyleId>{5C22544A-7EE6-4342-B048-85BDC9FD1C3A}</a:tableStyleId>
              </a:tblPr>
              <a:tblGrid>
                <a:gridCol w="1234182"/>
                <a:gridCol w="1234182"/>
                <a:gridCol w="1234182"/>
                <a:gridCol w="1234827"/>
                <a:gridCol w="1234827"/>
              </a:tblGrid>
              <a:tr h="243840">
                <a:tc>
                  <a:txBody>
                    <a:bodyPr/>
                    <a:lstStyle/>
                    <a:p>
                      <a:pPr marL="0" marR="0" algn="ctr">
                        <a:lnSpc>
                          <a:spcPct val="115000"/>
                        </a:lnSpc>
                        <a:spcBef>
                          <a:spcPts val="0"/>
                        </a:spcBef>
                        <a:spcAft>
                          <a:spcPts val="0"/>
                        </a:spcAft>
                      </a:pPr>
                      <a:r>
                        <a:rPr lang="en-US" sz="1600" dirty="0">
                          <a:effectLst/>
                        </a:rPr>
                        <a:t> </a:t>
                      </a:r>
                      <a:endParaRPr lang="en-US" sz="1600" dirty="0">
                        <a:effectLst/>
                        <a:latin typeface="Calibri"/>
                        <a:ea typeface="Calibri"/>
                        <a:cs typeface="Times New Roman"/>
                      </a:endParaRPr>
                    </a:p>
                  </a:txBody>
                  <a:tcPr marL="68580" marR="68580" marT="0" marB="0"/>
                </a:tc>
                <a:tc gridSpan="4">
                  <a:txBody>
                    <a:bodyPr/>
                    <a:lstStyle/>
                    <a:p>
                      <a:pPr marL="0" marR="0" algn="ctr">
                        <a:lnSpc>
                          <a:spcPct val="115000"/>
                        </a:lnSpc>
                        <a:spcBef>
                          <a:spcPts val="0"/>
                        </a:spcBef>
                        <a:spcAft>
                          <a:spcPts val="0"/>
                        </a:spcAft>
                      </a:pPr>
                      <a:r>
                        <a:rPr lang="en-US" sz="1600" dirty="0">
                          <a:effectLst/>
                        </a:rPr>
                        <a:t>Gold Standard</a:t>
                      </a:r>
                      <a:endParaRPr lang="en-US" sz="1600" dirty="0">
                        <a:effectLst/>
                        <a:latin typeface="Calibri"/>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243840">
                <a:tc rowSpan="4">
                  <a:txBody>
                    <a:bodyPr/>
                    <a:lstStyle/>
                    <a:p>
                      <a:pPr marL="0" marR="0" algn="ctr">
                        <a:lnSpc>
                          <a:spcPct val="115000"/>
                        </a:lnSpc>
                        <a:spcBef>
                          <a:spcPts val="0"/>
                        </a:spcBef>
                        <a:spcAft>
                          <a:spcPts val="0"/>
                        </a:spcAft>
                      </a:pPr>
                      <a:r>
                        <a:rPr lang="en-US" sz="1600" dirty="0" smtClean="0">
                          <a:effectLst/>
                        </a:rPr>
                        <a:t>NLP Coding </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600">
                          <a:effectLst/>
                        </a:rPr>
                        <a:t> </a:t>
                      </a:r>
                      <a:endParaRPr lang="en-US" sz="16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600" dirty="0">
                          <a:effectLst/>
                        </a:rPr>
                        <a:t>Positive</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600">
                          <a:effectLst/>
                        </a:rPr>
                        <a:t>Negative</a:t>
                      </a:r>
                      <a:endParaRPr lang="en-US" sz="16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600">
                          <a:effectLst/>
                        </a:rPr>
                        <a:t>Total</a:t>
                      </a:r>
                      <a:endParaRPr lang="en-US" sz="1600">
                        <a:effectLst/>
                        <a:latin typeface="Calibri"/>
                        <a:ea typeface="Calibri"/>
                        <a:cs typeface="Times New Roman"/>
                      </a:endParaRPr>
                    </a:p>
                  </a:txBody>
                  <a:tcPr marL="68580" marR="68580" marT="0" marB="0"/>
                </a:tc>
              </a:tr>
              <a:tr h="243840">
                <a:tc vMerge="1">
                  <a:txBody>
                    <a:bodyPr/>
                    <a:lstStyle/>
                    <a:p>
                      <a:endParaRPr lang="en-US"/>
                    </a:p>
                  </a:txBody>
                  <a:tcPr/>
                </a:tc>
                <a:tc>
                  <a:txBody>
                    <a:bodyPr/>
                    <a:lstStyle/>
                    <a:p>
                      <a:pPr marL="0" marR="0" algn="ctr">
                        <a:lnSpc>
                          <a:spcPct val="115000"/>
                        </a:lnSpc>
                        <a:spcBef>
                          <a:spcPts val="0"/>
                        </a:spcBef>
                        <a:spcAft>
                          <a:spcPts val="0"/>
                        </a:spcAft>
                      </a:pPr>
                      <a:r>
                        <a:rPr lang="en-US" sz="1600">
                          <a:effectLst/>
                        </a:rPr>
                        <a:t>Positive</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252</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33</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285</a:t>
                      </a:r>
                      <a:endParaRPr lang="en-US" sz="1600" dirty="0">
                        <a:effectLst/>
                        <a:latin typeface="Calibri"/>
                        <a:ea typeface="Calibri"/>
                        <a:cs typeface="Times New Roman"/>
                      </a:endParaRPr>
                    </a:p>
                  </a:txBody>
                  <a:tcPr marL="68580" marR="68580" marT="0" marB="0"/>
                </a:tc>
              </a:tr>
              <a:tr h="243840">
                <a:tc vMerge="1">
                  <a:txBody>
                    <a:bodyPr/>
                    <a:lstStyle/>
                    <a:p>
                      <a:endParaRPr lang="en-US"/>
                    </a:p>
                  </a:txBody>
                  <a:tcPr/>
                </a:tc>
                <a:tc>
                  <a:txBody>
                    <a:bodyPr/>
                    <a:lstStyle/>
                    <a:p>
                      <a:pPr marL="0" marR="0" algn="ctr">
                        <a:lnSpc>
                          <a:spcPct val="115000"/>
                        </a:lnSpc>
                        <a:spcBef>
                          <a:spcPts val="0"/>
                        </a:spcBef>
                        <a:spcAft>
                          <a:spcPts val="0"/>
                        </a:spcAft>
                      </a:pPr>
                      <a:r>
                        <a:rPr lang="en-US" sz="1600" dirty="0">
                          <a:effectLst/>
                        </a:rPr>
                        <a:t>Negative</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72</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87</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161</a:t>
                      </a:r>
                      <a:endParaRPr lang="en-US" sz="1600">
                        <a:effectLst/>
                        <a:latin typeface="Calibri"/>
                        <a:ea typeface="Calibri"/>
                        <a:cs typeface="Times New Roman"/>
                      </a:endParaRPr>
                    </a:p>
                  </a:txBody>
                  <a:tcPr marL="68580" marR="68580" marT="0" marB="0"/>
                </a:tc>
              </a:tr>
              <a:tr h="243840">
                <a:tc vMerge="1">
                  <a:txBody>
                    <a:bodyPr/>
                    <a:lstStyle/>
                    <a:p>
                      <a:endParaRPr lang="en-US"/>
                    </a:p>
                  </a:txBody>
                  <a:tcPr/>
                </a:tc>
                <a:tc>
                  <a:txBody>
                    <a:bodyPr/>
                    <a:lstStyle/>
                    <a:p>
                      <a:pPr marL="0" marR="0" algn="ctr">
                        <a:lnSpc>
                          <a:spcPct val="115000"/>
                        </a:lnSpc>
                        <a:spcBef>
                          <a:spcPts val="0"/>
                        </a:spcBef>
                        <a:spcAft>
                          <a:spcPts val="0"/>
                        </a:spcAft>
                      </a:pPr>
                      <a:r>
                        <a:rPr lang="en-US" sz="1600" dirty="0">
                          <a:effectLst/>
                        </a:rPr>
                        <a:t>Total</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326</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120</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 </a:t>
                      </a:r>
                      <a:endParaRPr lang="en-US" sz="1600" dirty="0">
                        <a:effectLst/>
                        <a:latin typeface="Calibri"/>
                        <a:ea typeface="Calibri"/>
                        <a:cs typeface="Times New Roman"/>
                      </a:endParaRPr>
                    </a:p>
                  </a:txBody>
                  <a:tcPr marL="68580" marR="68580" marT="0" marB="0"/>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4168739820"/>
              </p:ext>
            </p:extLst>
          </p:nvPr>
        </p:nvGraphicFramePr>
        <p:xfrm>
          <a:off x="228600" y="4541520"/>
          <a:ext cx="6129649" cy="1402080"/>
        </p:xfrm>
        <a:graphic>
          <a:graphicData uri="http://schemas.openxmlformats.org/drawingml/2006/table">
            <a:tbl>
              <a:tblPr firstRow="1" firstCol="1" bandRow="1">
                <a:tableStyleId>{5C22544A-7EE6-4342-B048-85BDC9FD1C3A}</a:tableStyleId>
              </a:tblPr>
              <a:tblGrid>
                <a:gridCol w="1225673"/>
                <a:gridCol w="1225673"/>
                <a:gridCol w="1225673"/>
                <a:gridCol w="1226315"/>
                <a:gridCol w="1226315"/>
              </a:tblGrid>
              <a:tr h="269748">
                <a:tc>
                  <a:txBody>
                    <a:bodyPr/>
                    <a:lstStyle/>
                    <a:p>
                      <a:pPr marL="0" marR="0" algn="ctr">
                        <a:lnSpc>
                          <a:spcPct val="115000"/>
                        </a:lnSpc>
                        <a:spcBef>
                          <a:spcPts val="0"/>
                        </a:spcBef>
                        <a:spcAft>
                          <a:spcPts val="0"/>
                        </a:spcAft>
                      </a:pPr>
                      <a:r>
                        <a:rPr lang="en-US" sz="1600" dirty="0">
                          <a:effectLst/>
                        </a:rPr>
                        <a:t> </a:t>
                      </a:r>
                      <a:endParaRPr lang="en-US" sz="1600" dirty="0">
                        <a:effectLst/>
                        <a:latin typeface="Calibri"/>
                        <a:ea typeface="Calibri"/>
                        <a:cs typeface="Times New Roman"/>
                      </a:endParaRPr>
                    </a:p>
                  </a:txBody>
                  <a:tcPr marL="68580" marR="68580" marT="0" marB="0"/>
                </a:tc>
                <a:tc gridSpan="4">
                  <a:txBody>
                    <a:bodyPr/>
                    <a:lstStyle/>
                    <a:p>
                      <a:pPr marL="0" marR="0" algn="ctr">
                        <a:lnSpc>
                          <a:spcPct val="115000"/>
                        </a:lnSpc>
                        <a:spcBef>
                          <a:spcPts val="0"/>
                        </a:spcBef>
                        <a:spcAft>
                          <a:spcPts val="0"/>
                        </a:spcAft>
                      </a:pPr>
                      <a:r>
                        <a:rPr lang="en-US" sz="1600" dirty="0">
                          <a:effectLst/>
                        </a:rPr>
                        <a:t>Gold Standard</a:t>
                      </a:r>
                      <a:endParaRPr lang="en-US" sz="1600" dirty="0">
                        <a:effectLst/>
                        <a:latin typeface="Calibri"/>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r>
              <a:tr h="269748">
                <a:tc rowSpan="4">
                  <a:txBody>
                    <a:bodyPr/>
                    <a:lstStyle/>
                    <a:p>
                      <a:pPr marL="0" marR="0" algn="ctr">
                        <a:lnSpc>
                          <a:spcPct val="115000"/>
                        </a:lnSpc>
                        <a:spcBef>
                          <a:spcPts val="0"/>
                        </a:spcBef>
                        <a:spcAft>
                          <a:spcPts val="0"/>
                        </a:spcAft>
                      </a:pPr>
                      <a:r>
                        <a:rPr lang="en-US" sz="1600" dirty="0" smtClean="0">
                          <a:effectLst/>
                        </a:rPr>
                        <a:t>Manual </a:t>
                      </a:r>
                      <a:r>
                        <a:rPr lang="en-US" sz="1600" dirty="0">
                          <a:effectLst/>
                        </a:rPr>
                        <a:t>Coding</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600">
                          <a:effectLst/>
                        </a:rPr>
                        <a:t> </a:t>
                      </a:r>
                      <a:endParaRPr lang="en-US" sz="16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600">
                          <a:effectLst/>
                        </a:rPr>
                        <a:t>Positive</a:t>
                      </a:r>
                      <a:endParaRPr lang="en-US" sz="16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600" dirty="0">
                          <a:effectLst/>
                        </a:rPr>
                        <a:t>Negative</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600" dirty="0">
                          <a:effectLst/>
                        </a:rPr>
                        <a:t>Total</a:t>
                      </a:r>
                      <a:endParaRPr lang="en-US" sz="1600" dirty="0">
                        <a:effectLst/>
                        <a:latin typeface="Calibri"/>
                        <a:ea typeface="Calibri"/>
                        <a:cs typeface="Times New Roman"/>
                      </a:endParaRPr>
                    </a:p>
                  </a:txBody>
                  <a:tcPr marL="68580" marR="68580" marT="0" marB="0"/>
                </a:tc>
              </a:tr>
              <a:tr h="269748">
                <a:tc vMerge="1">
                  <a:txBody>
                    <a:bodyPr/>
                    <a:lstStyle/>
                    <a:p>
                      <a:endParaRPr lang="en-US"/>
                    </a:p>
                  </a:txBody>
                  <a:tcPr/>
                </a:tc>
                <a:tc>
                  <a:txBody>
                    <a:bodyPr/>
                    <a:lstStyle/>
                    <a:p>
                      <a:pPr marL="0" marR="0" algn="ctr">
                        <a:lnSpc>
                          <a:spcPct val="115000"/>
                        </a:lnSpc>
                        <a:spcBef>
                          <a:spcPts val="0"/>
                        </a:spcBef>
                        <a:spcAft>
                          <a:spcPts val="0"/>
                        </a:spcAft>
                      </a:pPr>
                      <a:r>
                        <a:rPr lang="en-US" sz="1600" dirty="0">
                          <a:effectLst/>
                        </a:rPr>
                        <a:t>Positive</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168</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21</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189</a:t>
                      </a:r>
                      <a:endParaRPr lang="en-US" sz="1600">
                        <a:effectLst/>
                        <a:latin typeface="Calibri"/>
                        <a:ea typeface="Calibri"/>
                        <a:cs typeface="Times New Roman"/>
                      </a:endParaRPr>
                    </a:p>
                  </a:txBody>
                  <a:tcPr marL="68580" marR="68580" marT="0" marB="0"/>
                </a:tc>
              </a:tr>
              <a:tr h="269748">
                <a:tc vMerge="1">
                  <a:txBody>
                    <a:bodyPr/>
                    <a:lstStyle/>
                    <a:p>
                      <a:endParaRPr lang="en-US"/>
                    </a:p>
                  </a:txBody>
                  <a:tcPr/>
                </a:tc>
                <a:tc>
                  <a:txBody>
                    <a:bodyPr/>
                    <a:lstStyle/>
                    <a:p>
                      <a:pPr marL="0" marR="0" algn="ctr">
                        <a:lnSpc>
                          <a:spcPct val="115000"/>
                        </a:lnSpc>
                        <a:spcBef>
                          <a:spcPts val="0"/>
                        </a:spcBef>
                        <a:spcAft>
                          <a:spcPts val="0"/>
                        </a:spcAft>
                      </a:pPr>
                      <a:r>
                        <a:rPr lang="en-US" sz="1600">
                          <a:effectLst/>
                        </a:rPr>
                        <a:t>Negative</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158</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99</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257</a:t>
                      </a:r>
                      <a:endParaRPr lang="en-US" sz="1600">
                        <a:effectLst/>
                        <a:latin typeface="Calibri"/>
                        <a:ea typeface="Calibri"/>
                        <a:cs typeface="Times New Roman"/>
                      </a:endParaRPr>
                    </a:p>
                  </a:txBody>
                  <a:tcPr marL="68580" marR="68580" marT="0" marB="0"/>
                </a:tc>
              </a:tr>
              <a:tr h="269748">
                <a:tc vMerge="1">
                  <a:txBody>
                    <a:bodyPr/>
                    <a:lstStyle/>
                    <a:p>
                      <a:endParaRPr lang="en-US"/>
                    </a:p>
                  </a:txBody>
                  <a:tcPr/>
                </a:tc>
                <a:tc>
                  <a:txBody>
                    <a:bodyPr/>
                    <a:lstStyle/>
                    <a:p>
                      <a:pPr marL="0" marR="0" algn="ctr">
                        <a:lnSpc>
                          <a:spcPct val="115000"/>
                        </a:lnSpc>
                        <a:spcBef>
                          <a:spcPts val="0"/>
                        </a:spcBef>
                        <a:spcAft>
                          <a:spcPts val="0"/>
                        </a:spcAft>
                      </a:pPr>
                      <a:r>
                        <a:rPr lang="en-US" sz="1600">
                          <a:effectLst/>
                        </a:rPr>
                        <a:t>Total</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326</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120</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 </a:t>
                      </a:r>
                      <a:endParaRPr lang="en-US" sz="1600" dirty="0">
                        <a:effectLst/>
                        <a:latin typeface="Calibri"/>
                        <a:ea typeface="Calibri"/>
                        <a:cs typeface="Times New Roman"/>
                      </a:endParaRPr>
                    </a:p>
                  </a:txBody>
                  <a:tcPr marL="68580" marR="68580" marT="0" marB="0"/>
                </a:tc>
              </a:tr>
            </a:tbl>
          </a:graphicData>
        </a:graphic>
      </p:graphicFrame>
      <p:sp>
        <p:nvSpPr>
          <p:cNvPr id="3" name="Rectangle 2"/>
          <p:cNvSpPr/>
          <p:nvPr/>
        </p:nvSpPr>
        <p:spPr>
          <a:xfrm>
            <a:off x="228600" y="1346537"/>
            <a:ext cx="6553200" cy="1015663"/>
          </a:xfrm>
          <a:prstGeom prst="rect">
            <a:avLst/>
          </a:prstGeom>
        </p:spPr>
        <p:txBody>
          <a:bodyPr wrap="square">
            <a:spAutoFit/>
          </a:bodyPr>
          <a:lstStyle/>
          <a:p>
            <a:pPr lvl="0" algn="ctr"/>
            <a:r>
              <a:rPr lang="en-US" sz="2000" b="1" dirty="0"/>
              <a:t>Distribution of reads: NLP coding vs Gold Standard M</a:t>
            </a:r>
            <a:r>
              <a:rPr lang="en-US" sz="2000" b="1" dirty="0" smtClean="0"/>
              <a:t>anual </a:t>
            </a:r>
            <a:r>
              <a:rPr lang="en-US" sz="2000" b="1" dirty="0"/>
              <a:t>coding vs Gold Standard   </a:t>
            </a:r>
            <a:endParaRPr lang="en-US" sz="2000" b="1" dirty="0" smtClean="0"/>
          </a:p>
          <a:p>
            <a:pPr lvl="0" algn="ctr"/>
            <a:r>
              <a:rPr lang="en-US" sz="2000" b="1" dirty="0" smtClean="0"/>
              <a:t>Roxanne </a:t>
            </a:r>
            <a:r>
              <a:rPr lang="en-US" sz="2000" b="1" dirty="0"/>
              <a:t>J </a:t>
            </a:r>
            <a:r>
              <a:rPr lang="en-US" sz="2000" b="1" dirty="0" err="1"/>
              <a:t>Wadia</a:t>
            </a:r>
            <a:r>
              <a:rPr lang="en-US" sz="2000" b="1" dirty="0"/>
              <a:t> MD manuscript in preparation</a:t>
            </a:r>
          </a:p>
        </p:txBody>
      </p:sp>
    </p:spTree>
    <p:extLst>
      <p:ext uri="{BB962C8B-B14F-4D97-AF65-F5344CB8AC3E}">
        <p14:creationId xmlns:p14="http://schemas.microsoft.com/office/powerpoint/2010/main" val="32549604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45" name="Title 2"/>
          <p:cNvSpPr txBox="1">
            <a:spLocks/>
          </p:cNvSpPr>
          <p:nvPr/>
        </p:nvSpPr>
        <p:spPr>
          <a:xfrm>
            <a:off x="228600" y="228600"/>
            <a:ext cx="7772400" cy="730250"/>
          </a:xfrm>
          <a:prstGeom prst="rect">
            <a:avLst/>
          </a:prstGeom>
          <a:ln>
            <a:noFill/>
          </a:ln>
        </p:spPr>
        <p:txBody>
          <a:bodyPr vert="horz" lIns="0" tIns="0" rIns="18288" bIns="0" anchor="b">
            <a:normAutofit fontScale="70000" lnSpcReduction="20000"/>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dirty="0" smtClean="0"/>
              <a:t>CCTS: Text Mining vs. Manual Coding</a:t>
            </a:r>
            <a:endParaRPr lang="de-DE" dirty="0" smtClean="0"/>
          </a:p>
        </p:txBody>
      </p:sp>
      <p:graphicFrame>
        <p:nvGraphicFramePr>
          <p:cNvPr id="19" name="Table 18"/>
          <p:cNvGraphicFramePr>
            <a:graphicFrameLocks noGrp="1"/>
          </p:cNvGraphicFramePr>
          <p:nvPr>
            <p:extLst>
              <p:ext uri="{D42A27DB-BD31-4B8C-83A1-F6EECF244321}">
                <p14:modId xmlns:p14="http://schemas.microsoft.com/office/powerpoint/2010/main" val="1649374244"/>
              </p:ext>
            </p:extLst>
          </p:nvPr>
        </p:nvGraphicFramePr>
        <p:xfrm>
          <a:off x="228600" y="2435352"/>
          <a:ext cx="6080760" cy="841248"/>
        </p:xfrm>
        <a:graphic>
          <a:graphicData uri="http://schemas.openxmlformats.org/drawingml/2006/table">
            <a:tbl>
              <a:tblPr firstRow="1" firstCol="1" bandRow="1">
                <a:tableStyleId>{5C22544A-7EE6-4342-B048-85BDC9FD1C3A}</a:tableStyleId>
              </a:tblPr>
              <a:tblGrid>
                <a:gridCol w="1216025"/>
                <a:gridCol w="1216025"/>
                <a:gridCol w="1216025"/>
                <a:gridCol w="1216025"/>
                <a:gridCol w="1216660"/>
              </a:tblGrid>
              <a:tr h="0">
                <a:tc>
                  <a:txBody>
                    <a:bodyPr/>
                    <a:lstStyle/>
                    <a:p>
                      <a:pPr marL="0" marR="0">
                        <a:lnSpc>
                          <a:spcPct val="115000"/>
                        </a:lnSpc>
                        <a:spcBef>
                          <a:spcPts val="0"/>
                        </a:spcBef>
                        <a:spcAft>
                          <a:spcPts val="0"/>
                        </a:spcAft>
                      </a:pPr>
                      <a:r>
                        <a:rPr lang="en-US" sz="1600" dirty="0">
                          <a:effectLst/>
                        </a:rPr>
                        <a:t>Coding</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Sensitivity</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Specificity</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PPV</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NPV</a:t>
                      </a:r>
                      <a:endParaRPr lang="en-US" sz="1600" dirty="0">
                        <a:effectLst/>
                        <a:latin typeface="Calibri"/>
                        <a:ea typeface="Calibri"/>
                        <a:cs typeface="Times New Roman"/>
                      </a:endParaRPr>
                    </a:p>
                  </a:txBody>
                  <a:tcPr marL="68580" marR="68580" marT="0" marB="0"/>
                </a:tc>
              </a:tr>
              <a:tr h="0">
                <a:tc>
                  <a:txBody>
                    <a:bodyPr/>
                    <a:lstStyle/>
                    <a:p>
                      <a:pPr marL="0" marR="0">
                        <a:lnSpc>
                          <a:spcPct val="115000"/>
                        </a:lnSpc>
                        <a:spcBef>
                          <a:spcPts val="0"/>
                        </a:spcBef>
                        <a:spcAft>
                          <a:spcPts val="0"/>
                        </a:spcAft>
                      </a:pPr>
                      <a:r>
                        <a:rPr lang="en-US" sz="1600" dirty="0">
                          <a:effectLst/>
                        </a:rPr>
                        <a:t>NLP</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77.3%</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72.5%</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88.4%</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54%</a:t>
                      </a:r>
                      <a:endParaRPr lang="en-US" sz="1600">
                        <a:effectLst/>
                        <a:latin typeface="Calibri"/>
                        <a:ea typeface="Calibri"/>
                        <a:cs typeface="Times New Roman"/>
                      </a:endParaRPr>
                    </a:p>
                  </a:txBody>
                  <a:tcPr marL="68580" marR="68580" marT="0" marB="0"/>
                </a:tc>
              </a:tr>
              <a:tr h="0">
                <a:tc>
                  <a:txBody>
                    <a:bodyPr/>
                    <a:lstStyle/>
                    <a:p>
                      <a:pPr marL="0" marR="0">
                        <a:lnSpc>
                          <a:spcPct val="115000"/>
                        </a:lnSpc>
                        <a:spcBef>
                          <a:spcPts val="0"/>
                        </a:spcBef>
                        <a:spcAft>
                          <a:spcPts val="0"/>
                        </a:spcAft>
                      </a:pPr>
                      <a:r>
                        <a:rPr lang="en-US" sz="1600">
                          <a:effectLst/>
                        </a:rPr>
                        <a:t>Manual</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51.5%</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82.5%</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88.9%</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38.5%</a:t>
                      </a:r>
                      <a:endParaRPr lang="en-US" sz="1600" dirty="0">
                        <a:effectLst/>
                        <a:latin typeface="Calibri"/>
                        <a:ea typeface="Calibri"/>
                        <a:cs typeface="Times New Roman"/>
                      </a:endParaRPr>
                    </a:p>
                  </a:txBody>
                  <a:tcPr marL="68580" marR="68580" marT="0" marB="0"/>
                </a:tc>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256343393"/>
              </p:ext>
            </p:extLst>
          </p:nvPr>
        </p:nvGraphicFramePr>
        <p:xfrm>
          <a:off x="228600" y="3806952"/>
          <a:ext cx="6080760" cy="841248"/>
        </p:xfrm>
        <a:graphic>
          <a:graphicData uri="http://schemas.openxmlformats.org/drawingml/2006/table">
            <a:tbl>
              <a:tblPr firstRow="1" firstCol="1" bandRow="1">
                <a:tableStyleId>{5C22544A-7EE6-4342-B048-85BDC9FD1C3A}</a:tableStyleId>
              </a:tblPr>
              <a:tblGrid>
                <a:gridCol w="1216025"/>
                <a:gridCol w="1216025"/>
                <a:gridCol w="1216025"/>
                <a:gridCol w="1216025"/>
                <a:gridCol w="1216660"/>
              </a:tblGrid>
              <a:tr h="0">
                <a:tc>
                  <a:txBody>
                    <a:bodyPr/>
                    <a:lstStyle/>
                    <a:p>
                      <a:pPr marL="0" marR="0">
                        <a:lnSpc>
                          <a:spcPct val="115000"/>
                        </a:lnSpc>
                        <a:spcBef>
                          <a:spcPts val="0"/>
                        </a:spcBef>
                        <a:spcAft>
                          <a:spcPts val="0"/>
                        </a:spcAft>
                      </a:pPr>
                      <a:r>
                        <a:rPr lang="en-US" sz="1600" dirty="0">
                          <a:effectLst/>
                        </a:rPr>
                        <a:t>Coding</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Sensitivity</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Specificity</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PPV</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NPV</a:t>
                      </a:r>
                      <a:endParaRPr lang="en-US" sz="1600" dirty="0">
                        <a:effectLst/>
                        <a:latin typeface="Calibri"/>
                        <a:ea typeface="Calibri"/>
                        <a:cs typeface="Times New Roman"/>
                      </a:endParaRPr>
                    </a:p>
                  </a:txBody>
                  <a:tcPr marL="68580" marR="68580" marT="0" marB="0"/>
                </a:tc>
              </a:tr>
              <a:tr h="0">
                <a:tc>
                  <a:txBody>
                    <a:bodyPr/>
                    <a:lstStyle/>
                    <a:p>
                      <a:pPr marL="0" marR="0">
                        <a:lnSpc>
                          <a:spcPct val="115000"/>
                        </a:lnSpc>
                        <a:spcBef>
                          <a:spcPts val="0"/>
                        </a:spcBef>
                        <a:spcAft>
                          <a:spcPts val="0"/>
                        </a:spcAft>
                      </a:pPr>
                      <a:r>
                        <a:rPr lang="en-US" sz="1600" dirty="0">
                          <a:effectLst/>
                        </a:rPr>
                        <a:t>NLP</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79.1%</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60%</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90%</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38.7%</a:t>
                      </a:r>
                      <a:endParaRPr lang="en-US" sz="1600">
                        <a:effectLst/>
                        <a:latin typeface="Calibri"/>
                        <a:ea typeface="Calibri"/>
                        <a:cs typeface="Times New Roman"/>
                      </a:endParaRPr>
                    </a:p>
                  </a:txBody>
                  <a:tcPr marL="68580" marR="68580" marT="0" marB="0"/>
                </a:tc>
              </a:tr>
              <a:tr h="0">
                <a:tc>
                  <a:txBody>
                    <a:bodyPr/>
                    <a:lstStyle/>
                    <a:p>
                      <a:pPr marL="0" marR="0">
                        <a:lnSpc>
                          <a:spcPct val="115000"/>
                        </a:lnSpc>
                        <a:spcBef>
                          <a:spcPts val="0"/>
                        </a:spcBef>
                        <a:spcAft>
                          <a:spcPts val="0"/>
                        </a:spcAft>
                      </a:pPr>
                      <a:r>
                        <a:rPr lang="en-US" sz="1600" dirty="0">
                          <a:effectLst/>
                        </a:rPr>
                        <a:t>Manual</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54.9%</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73.3%</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90.4%</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26.3%</a:t>
                      </a:r>
                      <a:endParaRPr lang="en-US" sz="1600" dirty="0">
                        <a:effectLst/>
                        <a:latin typeface="Calibri"/>
                        <a:ea typeface="Calibri"/>
                        <a:cs typeface="Times New Roman"/>
                      </a:endParaRPr>
                    </a:p>
                  </a:txBody>
                  <a:tcPr marL="68580" marR="68580" marT="0" marB="0"/>
                </a:tc>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3938648776"/>
              </p:ext>
            </p:extLst>
          </p:nvPr>
        </p:nvGraphicFramePr>
        <p:xfrm>
          <a:off x="228600" y="5254752"/>
          <a:ext cx="6080760" cy="841248"/>
        </p:xfrm>
        <a:graphic>
          <a:graphicData uri="http://schemas.openxmlformats.org/drawingml/2006/table">
            <a:tbl>
              <a:tblPr firstRow="1" firstCol="1" bandRow="1">
                <a:tableStyleId>{5C22544A-7EE6-4342-B048-85BDC9FD1C3A}</a:tableStyleId>
              </a:tblPr>
              <a:tblGrid>
                <a:gridCol w="1216025"/>
                <a:gridCol w="1216025"/>
                <a:gridCol w="1216025"/>
                <a:gridCol w="1216025"/>
                <a:gridCol w="1216660"/>
              </a:tblGrid>
              <a:tr h="0">
                <a:tc>
                  <a:txBody>
                    <a:bodyPr/>
                    <a:lstStyle/>
                    <a:p>
                      <a:pPr marL="0" marR="0">
                        <a:lnSpc>
                          <a:spcPct val="115000"/>
                        </a:lnSpc>
                        <a:spcBef>
                          <a:spcPts val="0"/>
                        </a:spcBef>
                        <a:spcAft>
                          <a:spcPts val="0"/>
                        </a:spcAft>
                      </a:pPr>
                      <a:r>
                        <a:rPr lang="en-US" sz="1600" dirty="0">
                          <a:effectLst/>
                        </a:rPr>
                        <a:t>Coding</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Sensitivity</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Specificity</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PPV</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NPV</a:t>
                      </a:r>
                      <a:endParaRPr lang="en-US" sz="1600" dirty="0">
                        <a:effectLst/>
                        <a:latin typeface="Calibri"/>
                        <a:ea typeface="Calibri"/>
                        <a:cs typeface="Times New Roman"/>
                      </a:endParaRPr>
                    </a:p>
                  </a:txBody>
                  <a:tcPr marL="68580" marR="68580" marT="0" marB="0"/>
                </a:tc>
              </a:tr>
              <a:tr h="0">
                <a:tc>
                  <a:txBody>
                    <a:bodyPr/>
                    <a:lstStyle/>
                    <a:p>
                      <a:pPr marL="0" marR="0">
                        <a:lnSpc>
                          <a:spcPct val="115000"/>
                        </a:lnSpc>
                        <a:spcBef>
                          <a:spcPts val="0"/>
                        </a:spcBef>
                        <a:spcAft>
                          <a:spcPts val="0"/>
                        </a:spcAft>
                      </a:pPr>
                      <a:r>
                        <a:rPr lang="en-US" sz="1600">
                          <a:effectLst/>
                        </a:rPr>
                        <a:t>NLP</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71.1%</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86%</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80%</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79%</a:t>
                      </a:r>
                      <a:endParaRPr lang="en-US" sz="1600">
                        <a:effectLst/>
                        <a:latin typeface="Calibri"/>
                        <a:ea typeface="Calibri"/>
                        <a:cs typeface="Times New Roman"/>
                      </a:endParaRPr>
                    </a:p>
                  </a:txBody>
                  <a:tcPr marL="68580" marR="68580" marT="0" marB="0"/>
                </a:tc>
              </a:tr>
              <a:tr h="0">
                <a:tc>
                  <a:txBody>
                    <a:bodyPr/>
                    <a:lstStyle/>
                    <a:p>
                      <a:pPr marL="0" marR="0">
                        <a:lnSpc>
                          <a:spcPct val="115000"/>
                        </a:lnSpc>
                        <a:spcBef>
                          <a:spcPts val="0"/>
                        </a:spcBef>
                        <a:spcAft>
                          <a:spcPts val="0"/>
                        </a:spcAft>
                      </a:pPr>
                      <a:r>
                        <a:rPr lang="en-US" sz="1600">
                          <a:effectLst/>
                        </a:rPr>
                        <a:t>Manual</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37.8%</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91.2%</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a:effectLst/>
                        </a:rPr>
                        <a:t>77.3%</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600" dirty="0">
                          <a:effectLst/>
                        </a:rPr>
                        <a:t>65%</a:t>
                      </a:r>
                      <a:endParaRPr lang="en-US" sz="1600" dirty="0">
                        <a:effectLst/>
                        <a:latin typeface="Calibri"/>
                        <a:ea typeface="Calibri"/>
                        <a:cs typeface="Times New Roman"/>
                      </a:endParaRPr>
                    </a:p>
                  </a:txBody>
                  <a:tcPr marL="68580" marR="68580" marT="0" marB="0"/>
                </a:tc>
              </a:tr>
            </a:tbl>
          </a:graphicData>
        </a:graphic>
      </p:graphicFrame>
      <p:sp>
        <p:nvSpPr>
          <p:cNvPr id="22" name="Rectangle 21"/>
          <p:cNvSpPr/>
          <p:nvPr/>
        </p:nvSpPr>
        <p:spPr>
          <a:xfrm>
            <a:off x="6324600" y="2362200"/>
            <a:ext cx="2819401" cy="954107"/>
          </a:xfrm>
          <a:prstGeom prst="rect">
            <a:avLst/>
          </a:prstGeom>
        </p:spPr>
        <p:txBody>
          <a:bodyPr wrap="square">
            <a:spAutoFit/>
          </a:bodyPr>
          <a:lstStyle/>
          <a:p>
            <a:r>
              <a:rPr lang="en-US" sz="1400" b="1" dirty="0" smtClean="0"/>
              <a:t>Sensitivity</a:t>
            </a:r>
            <a:r>
              <a:rPr lang="en-US" sz="1400" b="1" dirty="0"/>
              <a:t>, Specificity, Positive Predictive Value (PPV) and Negative Predictive Value (NPV) NLP vs manual coding </a:t>
            </a:r>
          </a:p>
        </p:txBody>
      </p:sp>
      <p:sp>
        <p:nvSpPr>
          <p:cNvPr id="23" name="Rectangle 22"/>
          <p:cNvSpPr/>
          <p:nvPr/>
        </p:nvSpPr>
        <p:spPr>
          <a:xfrm>
            <a:off x="6414654" y="3810000"/>
            <a:ext cx="2571008" cy="738664"/>
          </a:xfrm>
          <a:prstGeom prst="rect">
            <a:avLst/>
          </a:prstGeom>
        </p:spPr>
        <p:txBody>
          <a:bodyPr wrap="square">
            <a:spAutoFit/>
          </a:bodyPr>
          <a:lstStyle/>
          <a:p>
            <a:r>
              <a:rPr lang="en-US" sz="1400" b="1" dirty="0" smtClean="0"/>
              <a:t>Subgroup </a:t>
            </a:r>
            <a:r>
              <a:rPr lang="en-US" sz="1400" b="1" dirty="0"/>
              <a:t>Analysis of Reads ordered for Cancer-Related Indications</a:t>
            </a:r>
          </a:p>
        </p:txBody>
      </p:sp>
      <p:sp>
        <p:nvSpPr>
          <p:cNvPr id="24" name="Rectangle 23"/>
          <p:cNvSpPr/>
          <p:nvPr/>
        </p:nvSpPr>
        <p:spPr>
          <a:xfrm>
            <a:off x="6400800" y="5257800"/>
            <a:ext cx="2586842" cy="738664"/>
          </a:xfrm>
          <a:prstGeom prst="rect">
            <a:avLst/>
          </a:prstGeom>
        </p:spPr>
        <p:txBody>
          <a:bodyPr wrap="square">
            <a:spAutoFit/>
          </a:bodyPr>
          <a:lstStyle/>
          <a:p>
            <a:r>
              <a:rPr lang="en-US" sz="1400" b="1" dirty="0"/>
              <a:t>Subgroup Analysis of Reads ordered for Non-Cancer-Related indications</a:t>
            </a:r>
          </a:p>
        </p:txBody>
      </p:sp>
      <p:sp>
        <p:nvSpPr>
          <p:cNvPr id="25" name="Rectangle 24"/>
          <p:cNvSpPr/>
          <p:nvPr/>
        </p:nvSpPr>
        <p:spPr>
          <a:xfrm>
            <a:off x="609600" y="1143000"/>
            <a:ext cx="5805054" cy="461665"/>
          </a:xfrm>
          <a:prstGeom prst="rect">
            <a:avLst/>
          </a:prstGeom>
        </p:spPr>
        <p:txBody>
          <a:bodyPr wrap="square">
            <a:spAutoFit/>
          </a:bodyPr>
          <a:lstStyle/>
          <a:p>
            <a:pPr algn="ctr"/>
            <a:r>
              <a:rPr lang="en-US" sz="2400" b="1" dirty="0" smtClean="0"/>
              <a:t>Roxanne </a:t>
            </a:r>
            <a:r>
              <a:rPr lang="en-US" sz="2400" b="1" dirty="0"/>
              <a:t>J </a:t>
            </a:r>
            <a:r>
              <a:rPr lang="en-US" sz="2400" b="1" dirty="0" err="1"/>
              <a:t>Wadia</a:t>
            </a:r>
            <a:r>
              <a:rPr lang="en-US" sz="2400" b="1" dirty="0"/>
              <a:t> </a:t>
            </a:r>
            <a:r>
              <a:rPr lang="en-US" sz="2400" b="1" dirty="0" smtClean="0"/>
              <a:t>MD</a:t>
            </a:r>
            <a:endParaRPr lang="en-US" sz="2400" b="1" dirty="0"/>
          </a:p>
        </p:txBody>
      </p:sp>
    </p:spTree>
    <p:extLst>
      <p:ext uri="{BB962C8B-B14F-4D97-AF65-F5344CB8AC3E}">
        <p14:creationId xmlns:p14="http://schemas.microsoft.com/office/powerpoint/2010/main" val="21469583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Content Placeholder 7"/>
          <p:cNvGraphicFramePr>
            <a:graphicFrameLocks noGrp="1"/>
          </p:cNvGraphicFramePr>
          <p:nvPr>
            <p:ph sz="half" idx="1"/>
            <p:extLst>
              <p:ext uri="{D42A27DB-BD31-4B8C-83A1-F6EECF244321}">
                <p14:modId xmlns:p14="http://schemas.microsoft.com/office/powerpoint/2010/main" val="3454509376"/>
              </p:ext>
            </p:extLst>
          </p:nvPr>
        </p:nvGraphicFramePr>
        <p:xfrm>
          <a:off x="228600" y="1263650"/>
          <a:ext cx="4361794" cy="401451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ontent Placeholder 8"/>
          <p:cNvGraphicFramePr>
            <a:graphicFrameLocks noGrp="1"/>
          </p:cNvGraphicFramePr>
          <p:nvPr>
            <p:ph sz="half" idx="2"/>
            <p:extLst>
              <p:ext uri="{D42A27DB-BD31-4B8C-83A1-F6EECF244321}">
                <p14:modId xmlns:p14="http://schemas.microsoft.com/office/powerpoint/2010/main" val="2297036759"/>
              </p:ext>
            </p:extLst>
          </p:nvPr>
        </p:nvGraphicFramePr>
        <p:xfrm>
          <a:off x="4572000" y="1263650"/>
          <a:ext cx="4267200" cy="4090714"/>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p:cNvSpPr txBox="1"/>
          <p:nvPr/>
        </p:nvSpPr>
        <p:spPr>
          <a:xfrm>
            <a:off x="551794" y="5435025"/>
            <a:ext cx="7701456" cy="830997"/>
          </a:xfrm>
          <a:prstGeom prst="rect">
            <a:avLst/>
          </a:prstGeom>
          <a:noFill/>
          <a:ln w="25400">
            <a:solidFill>
              <a:schemeClr val="bg1"/>
            </a:solidFill>
          </a:ln>
        </p:spPr>
        <p:txBody>
          <a:bodyPr wrap="square" rtlCol="0">
            <a:spAutoFit/>
          </a:bodyPr>
          <a:lstStyle/>
          <a:p>
            <a:pPr algn="ctr"/>
            <a:r>
              <a:rPr lang="en-US" sz="1600" b="1" dirty="0" smtClean="0">
                <a:solidFill>
                  <a:schemeClr val="bg1"/>
                </a:solidFill>
              </a:rPr>
              <a:t>Lung (2015 vs. 2010): 22% more Stage I &amp; II cases; 17% less  Stage III &amp; IV cases</a:t>
            </a:r>
          </a:p>
          <a:p>
            <a:pPr algn="ctr"/>
            <a:r>
              <a:rPr lang="en-US" sz="1600" b="1" dirty="0" smtClean="0">
                <a:solidFill>
                  <a:schemeClr val="bg1"/>
                </a:solidFill>
              </a:rPr>
              <a:t>Liver (2015 vs. 2010): 7% more Stage I &amp; II cases; 1% less Stage III &amp; IV cases</a:t>
            </a:r>
          </a:p>
          <a:p>
            <a:pPr algn="ctr"/>
            <a:r>
              <a:rPr lang="en-US" sz="1600" b="1" dirty="0" smtClean="0">
                <a:solidFill>
                  <a:schemeClr val="bg1"/>
                </a:solidFill>
              </a:rPr>
              <a:t>Tamar </a:t>
            </a:r>
            <a:r>
              <a:rPr lang="en-US" sz="1600" b="1" dirty="0" err="1" smtClean="0">
                <a:solidFill>
                  <a:schemeClr val="bg1"/>
                </a:solidFill>
              </a:rPr>
              <a:t>Taddi</a:t>
            </a:r>
            <a:r>
              <a:rPr lang="en-US" sz="1600" b="1" dirty="0" smtClean="0">
                <a:solidFill>
                  <a:schemeClr val="bg1"/>
                </a:solidFill>
              </a:rPr>
              <a:t> MD</a:t>
            </a:r>
            <a:endParaRPr lang="en-US" sz="1600" b="1" dirty="0">
              <a:solidFill>
                <a:schemeClr val="bg1"/>
              </a:solidFill>
            </a:endParaRPr>
          </a:p>
        </p:txBody>
      </p:sp>
      <p:sp>
        <p:nvSpPr>
          <p:cNvPr id="6" name="Title 2"/>
          <p:cNvSpPr txBox="1">
            <a:spLocks/>
          </p:cNvSpPr>
          <p:nvPr/>
        </p:nvSpPr>
        <p:spPr>
          <a:xfrm>
            <a:off x="304800" y="184150"/>
            <a:ext cx="8534400" cy="958850"/>
          </a:xfrm>
          <a:prstGeom prst="rect">
            <a:avLst/>
          </a:prstGeom>
          <a:ln>
            <a:noFill/>
          </a:ln>
        </p:spPr>
        <p:txBody>
          <a:bodyPr vert="horz" lIns="0" tIns="0" rIns="18288" bIns="0" anchor="b">
            <a:noAutofit/>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pPr algn="ctr"/>
            <a:r>
              <a:rPr lang="en-US" sz="3600" dirty="0" smtClean="0">
                <a:effectLst>
                  <a:outerShdw blurRad="38100" dist="38100" dir="2700000" algn="tl">
                    <a:srgbClr val="000000">
                      <a:alpha val="43137"/>
                    </a:srgbClr>
                  </a:outerShdw>
                </a:effectLst>
              </a:rPr>
              <a:t>CCTS </a:t>
            </a:r>
            <a:r>
              <a:rPr lang="en-US" sz="3600" dirty="0">
                <a:effectLst>
                  <a:outerShdw blurRad="38100" dist="38100" dir="2700000" algn="tl">
                    <a:srgbClr val="000000">
                      <a:alpha val="43137"/>
                    </a:srgbClr>
                  </a:outerShdw>
                </a:effectLst>
              </a:rPr>
              <a:t>implementation </a:t>
            </a:r>
            <a:r>
              <a:rPr lang="en-US" sz="3600" dirty="0" smtClean="0">
                <a:effectLst>
                  <a:outerShdw blurRad="38100" dist="38100" dir="2700000" algn="tl">
                    <a:srgbClr val="000000">
                      <a:alpha val="43137"/>
                    </a:srgbClr>
                  </a:outerShdw>
                </a:effectLst>
              </a:rPr>
              <a:t>impact VA CT: </a:t>
            </a:r>
            <a:r>
              <a:rPr lang="en-US" sz="3600" dirty="0">
                <a:effectLst>
                  <a:outerShdw blurRad="38100" dist="38100" dir="2700000" algn="tl">
                    <a:srgbClr val="000000">
                      <a:alpha val="43137"/>
                    </a:srgbClr>
                  </a:outerShdw>
                </a:effectLst>
              </a:rPr>
              <a:t>Finding Cancer at Earlier </a:t>
            </a:r>
            <a:r>
              <a:rPr lang="en-US" sz="3600" dirty="0" smtClean="0">
                <a:effectLst>
                  <a:outerShdw blurRad="38100" dist="38100" dir="2700000" algn="tl">
                    <a:srgbClr val="000000">
                      <a:alpha val="43137"/>
                    </a:srgbClr>
                  </a:outerShdw>
                </a:effectLst>
              </a:rPr>
              <a:t>Stages</a:t>
            </a:r>
            <a:endParaRPr lang="de-DE" sz="3200" dirty="0" smtClean="0"/>
          </a:p>
        </p:txBody>
      </p:sp>
    </p:spTree>
    <p:extLst>
      <p:ext uri="{BB962C8B-B14F-4D97-AF65-F5344CB8AC3E}">
        <p14:creationId xmlns:p14="http://schemas.microsoft.com/office/powerpoint/2010/main" val="42918237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vhaconerdosj\Desktop\nlp_conference\cdw_logo_update_p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Content Placeholder 3"/>
          <p:cNvGraphicFramePr>
            <a:graphicFrameLocks noGrp="1"/>
          </p:cNvGraphicFramePr>
          <p:nvPr>
            <p:ph sz="half" idx="2"/>
            <p:extLst>
              <p:ext uri="{D42A27DB-BD31-4B8C-83A1-F6EECF244321}">
                <p14:modId xmlns:p14="http://schemas.microsoft.com/office/powerpoint/2010/main" val="1471011988"/>
              </p:ext>
            </p:extLst>
          </p:nvPr>
        </p:nvGraphicFramePr>
        <p:xfrm>
          <a:off x="208344" y="2161473"/>
          <a:ext cx="8610600" cy="3973513"/>
        </p:xfrm>
        <a:graphic>
          <a:graphicData uri="http://schemas.openxmlformats.org/drawingml/2006/chart">
            <c:chart xmlns:c="http://schemas.openxmlformats.org/drawingml/2006/chart" xmlns:r="http://schemas.openxmlformats.org/officeDocument/2006/relationships" r:id="rId4"/>
          </a:graphicData>
        </a:graphic>
      </p:graphicFrame>
      <p:sp>
        <p:nvSpPr>
          <p:cNvPr id="5" name="Rectangle 4"/>
          <p:cNvSpPr/>
          <p:nvPr/>
        </p:nvSpPr>
        <p:spPr>
          <a:xfrm>
            <a:off x="1600200" y="1447800"/>
            <a:ext cx="5105400" cy="1323439"/>
          </a:xfrm>
          <a:prstGeom prst="rect">
            <a:avLst/>
          </a:prstGeom>
        </p:spPr>
        <p:txBody>
          <a:bodyPr wrap="square">
            <a:spAutoFit/>
          </a:bodyPr>
          <a:lstStyle/>
          <a:p>
            <a:pPr algn="ctr">
              <a:defRPr sz="1800" b="1" i="0" u="none" strike="noStrike" kern="1200" baseline="0">
                <a:solidFill>
                  <a:prstClr val="black"/>
                </a:solidFill>
                <a:latin typeface="+mn-lt"/>
                <a:ea typeface="+mn-ea"/>
                <a:cs typeface="+mn-cs"/>
              </a:defRPr>
            </a:pPr>
            <a:r>
              <a:rPr lang="en-US" sz="2000" dirty="0">
                <a:solidFill>
                  <a:schemeClr val="bg1"/>
                </a:solidFill>
              </a:rPr>
              <a:t>Liver BCLC  Stage Migration - West Haven</a:t>
            </a:r>
            <a:br>
              <a:rPr lang="en-US" sz="2000" dirty="0">
                <a:solidFill>
                  <a:schemeClr val="bg1"/>
                </a:solidFill>
              </a:rPr>
            </a:br>
            <a:r>
              <a:rPr lang="en-US" sz="2000" dirty="0" smtClean="0">
                <a:solidFill>
                  <a:schemeClr val="bg1"/>
                </a:solidFill>
              </a:rPr>
              <a:t>Percent Distribution by BCLC Stage</a:t>
            </a:r>
          </a:p>
          <a:p>
            <a:pPr algn="ctr">
              <a:defRPr sz="1800" b="1" i="0" u="none" strike="noStrike" kern="1200" baseline="0">
                <a:solidFill>
                  <a:prstClr val="black"/>
                </a:solidFill>
                <a:latin typeface="+mn-lt"/>
                <a:ea typeface="+mn-ea"/>
                <a:cs typeface="+mn-cs"/>
              </a:defRPr>
            </a:pPr>
            <a:r>
              <a:rPr lang="en-US" sz="2000" b="1" dirty="0">
                <a:solidFill>
                  <a:schemeClr val="bg1"/>
                </a:solidFill>
              </a:rPr>
              <a:t>Tamar </a:t>
            </a:r>
            <a:r>
              <a:rPr lang="en-US" sz="2000" b="1" dirty="0" err="1">
                <a:solidFill>
                  <a:schemeClr val="bg1"/>
                </a:solidFill>
              </a:rPr>
              <a:t>Taddi</a:t>
            </a:r>
            <a:r>
              <a:rPr lang="en-US" sz="2000" b="1" dirty="0">
                <a:solidFill>
                  <a:schemeClr val="bg1"/>
                </a:solidFill>
              </a:rPr>
              <a:t> MD</a:t>
            </a:r>
          </a:p>
          <a:p>
            <a:pPr algn="ctr">
              <a:defRPr sz="1800" b="1" i="0" u="none" strike="noStrike" kern="1200" baseline="0">
                <a:solidFill>
                  <a:prstClr val="black"/>
                </a:solidFill>
                <a:latin typeface="+mn-lt"/>
                <a:ea typeface="+mn-ea"/>
                <a:cs typeface="+mn-cs"/>
              </a:defRPr>
            </a:pPr>
            <a:endParaRPr lang="en-US" sz="2000" dirty="0">
              <a:solidFill>
                <a:schemeClr val="bg1"/>
              </a:solidFill>
            </a:endParaRPr>
          </a:p>
        </p:txBody>
      </p:sp>
      <p:sp>
        <p:nvSpPr>
          <p:cNvPr id="6" name="Title 2"/>
          <p:cNvSpPr txBox="1">
            <a:spLocks/>
          </p:cNvSpPr>
          <p:nvPr/>
        </p:nvSpPr>
        <p:spPr>
          <a:xfrm>
            <a:off x="228600" y="152400"/>
            <a:ext cx="8305800" cy="1219200"/>
          </a:xfrm>
          <a:prstGeom prst="rect">
            <a:avLst/>
          </a:prstGeom>
          <a:ln>
            <a:noFill/>
          </a:ln>
        </p:spPr>
        <p:txBody>
          <a:bodyPr vert="horz" lIns="0" tIns="0" rIns="18288" bIns="0" anchor="b">
            <a:noAutofit/>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pPr algn="ctr"/>
            <a:r>
              <a:rPr lang="en-US" sz="3600" dirty="0" smtClean="0">
                <a:effectLst>
                  <a:outerShdw blurRad="38100" dist="38100" dir="2700000" algn="tl">
                    <a:srgbClr val="000000">
                      <a:alpha val="43137"/>
                    </a:srgbClr>
                  </a:outerShdw>
                </a:effectLst>
              </a:rPr>
              <a:t>CCTS implementation impact VA CT: </a:t>
            </a:r>
            <a:r>
              <a:rPr lang="en-US" sz="3600" dirty="0">
                <a:effectLst>
                  <a:outerShdw blurRad="38100" dist="38100" dir="2700000" algn="tl">
                    <a:srgbClr val="000000">
                      <a:alpha val="43137"/>
                    </a:srgbClr>
                  </a:outerShdw>
                </a:effectLst>
              </a:rPr>
              <a:t>Liver Cancer </a:t>
            </a:r>
            <a:r>
              <a:rPr lang="en-US" sz="3600" dirty="0" smtClean="0">
                <a:effectLst>
                  <a:outerShdw blurRad="38100" dist="38100" dir="2700000" algn="tl">
                    <a:srgbClr val="000000">
                      <a:alpha val="43137"/>
                    </a:srgbClr>
                  </a:outerShdw>
                </a:effectLst>
              </a:rPr>
              <a:t>Stage Migration</a:t>
            </a:r>
            <a:endParaRPr lang="de-DE" sz="3600" dirty="0" smtClean="0"/>
          </a:p>
        </p:txBody>
      </p:sp>
    </p:spTree>
    <p:extLst>
      <p:ext uri="{BB962C8B-B14F-4D97-AF65-F5344CB8AC3E}">
        <p14:creationId xmlns:p14="http://schemas.microsoft.com/office/powerpoint/2010/main" val="12797151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Content Placeholder 10"/>
          <p:cNvGraphicFramePr>
            <a:graphicFrameLocks noGrp="1"/>
          </p:cNvGraphicFramePr>
          <p:nvPr>
            <p:ph sz="half" idx="1"/>
            <p:extLst>
              <p:ext uri="{D42A27DB-BD31-4B8C-83A1-F6EECF244321}">
                <p14:modId xmlns:p14="http://schemas.microsoft.com/office/powerpoint/2010/main" val="3600486252"/>
              </p:ext>
            </p:extLst>
          </p:nvPr>
        </p:nvGraphicFramePr>
        <p:xfrm>
          <a:off x="533400" y="2362200"/>
          <a:ext cx="8077200" cy="4049713"/>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p:cNvSpPr/>
          <p:nvPr/>
        </p:nvSpPr>
        <p:spPr>
          <a:xfrm>
            <a:off x="1066800" y="1524000"/>
            <a:ext cx="6858000" cy="1323439"/>
          </a:xfrm>
          <a:prstGeom prst="rect">
            <a:avLst/>
          </a:prstGeom>
        </p:spPr>
        <p:txBody>
          <a:bodyPr wrap="square">
            <a:spAutoFit/>
          </a:bodyPr>
          <a:lstStyle/>
          <a:p>
            <a:pPr algn="ctr">
              <a:defRPr sz="1800" b="1" i="0" u="none" strike="noStrike" kern="1200" baseline="0">
                <a:solidFill>
                  <a:prstClr val="black"/>
                </a:solidFill>
                <a:latin typeface="+mn-lt"/>
                <a:ea typeface="+mn-ea"/>
                <a:cs typeface="+mn-cs"/>
              </a:defRPr>
            </a:pPr>
            <a:r>
              <a:rPr lang="en-US" sz="2000" dirty="0" smtClean="0">
                <a:solidFill>
                  <a:schemeClr val="bg1"/>
                </a:solidFill>
              </a:rPr>
              <a:t>Percent Stage I &amp; II Liver Cancer Cases</a:t>
            </a:r>
          </a:p>
          <a:p>
            <a:pPr algn="ctr">
              <a:defRPr sz="1800" b="1" i="0" u="none" strike="noStrike" kern="1200" baseline="0">
                <a:solidFill>
                  <a:prstClr val="black"/>
                </a:solidFill>
                <a:latin typeface="+mn-lt"/>
                <a:ea typeface="+mn-ea"/>
                <a:cs typeface="+mn-cs"/>
              </a:defRPr>
            </a:pPr>
            <a:r>
              <a:rPr lang="en-US" sz="2000" dirty="0" smtClean="0">
                <a:solidFill>
                  <a:schemeClr val="bg1"/>
                </a:solidFill>
              </a:rPr>
              <a:t>VA Connecticut  vs National Cancer Database (NCDB)</a:t>
            </a:r>
          </a:p>
          <a:p>
            <a:pPr algn="ctr">
              <a:defRPr sz="1800" b="1" i="0" u="none" strike="noStrike" kern="1200" baseline="0">
                <a:solidFill>
                  <a:prstClr val="black"/>
                </a:solidFill>
                <a:latin typeface="+mn-lt"/>
                <a:ea typeface="+mn-ea"/>
                <a:cs typeface="+mn-cs"/>
              </a:defRPr>
            </a:pPr>
            <a:r>
              <a:rPr lang="en-US" sz="2000" b="1" dirty="0">
                <a:solidFill>
                  <a:schemeClr val="bg1"/>
                </a:solidFill>
              </a:rPr>
              <a:t>Tamar </a:t>
            </a:r>
            <a:r>
              <a:rPr lang="en-US" sz="2000" b="1" dirty="0" err="1">
                <a:solidFill>
                  <a:schemeClr val="bg1"/>
                </a:solidFill>
              </a:rPr>
              <a:t>Taddi</a:t>
            </a:r>
            <a:r>
              <a:rPr lang="en-US" sz="2000" b="1" dirty="0">
                <a:solidFill>
                  <a:schemeClr val="bg1"/>
                </a:solidFill>
              </a:rPr>
              <a:t> MD</a:t>
            </a:r>
          </a:p>
          <a:p>
            <a:pPr algn="ctr">
              <a:defRPr sz="1800" b="1" i="0" u="none" strike="noStrike" kern="1200" baseline="0">
                <a:solidFill>
                  <a:prstClr val="black"/>
                </a:solidFill>
                <a:latin typeface="+mn-lt"/>
                <a:ea typeface="+mn-ea"/>
                <a:cs typeface="+mn-cs"/>
              </a:defRPr>
            </a:pPr>
            <a:endParaRPr lang="en-US" sz="2000" dirty="0">
              <a:solidFill>
                <a:schemeClr val="bg1"/>
              </a:solidFill>
            </a:endParaRPr>
          </a:p>
        </p:txBody>
      </p:sp>
      <p:sp>
        <p:nvSpPr>
          <p:cNvPr id="7" name="Title 2"/>
          <p:cNvSpPr txBox="1">
            <a:spLocks/>
          </p:cNvSpPr>
          <p:nvPr/>
        </p:nvSpPr>
        <p:spPr>
          <a:xfrm>
            <a:off x="76200" y="228600"/>
            <a:ext cx="8953500" cy="1143000"/>
          </a:xfrm>
          <a:prstGeom prst="rect">
            <a:avLst/>
          </a:prstGeom>
          <a:ln>
            <a:noFill/>
          </a:ln>
        </p:spPr>
        <p:txBody>
          <a:bodyPr vert="horz" lIns="0" tIns="0" rIns="18288" bIns="0" anchor="b">
            <a:noAutofit/>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pPr algn="ctr"/>
            <a:r>
              <a:rPr lang="en-US" sz="3600" dirty="0">
                <a:effectLst>
                  <a:outerShdw blurRad="38100" dist="38100" dir="2700000" algn="tl">
                    <a:srgbClr val="000000">
                      <a:alpha val="43137"/>
                    </a:srgbClr>
                  </a:outerShdw>
                </a:effectLst>
              </a:rPr>
              <a:t>CCTS implementation impact </a:t>
            </a:r>
            <a:r>
              <a:rPr lang="en-US" sz="3600" dirty="0" smtClean="0">
                <a:effectLst>
                  <a:outerShdw blurRad="38100" dist="38100" dir="2700000" algn="tl">
                    <a:srgbClr val="000000">
                      <a:alpha val="43137"/>
                    </a:srgbClr>
                  </a:outerShdw>
                </a:effectLst>
              </a:rPr>
              <a:t>VA CT</a:t>
            </a:r>
            <a:r>
              <a:rPr lang="en-US" sz="3600" dirty="0" smtClean="0"/>
              <a:t>: </a:t>
            </a:r>
            <a:r>
              <a:rPr lang="en-US" sz="3600" dirty="0"/>
              <a:t>Earlier </a:t>
            </a:r>
            <a:r>
              <a:rPr lang="en-US" sz="3600" dirty="0" smtClean="0"/>
              <a:t>Stages </a:t>
            </a:r>
            <a:r>
              <a:rPr lang="en-US" sz="3600" dirty="0"/>
              <a:t>C</a:t>
            </a:r>
            <a:r>
              <a:rPr lang="en-US" sz="3600" dirty="0" smtClean="0"/>
              <a:t>ompared </a:t>
            </a:r>
            <a:r>
              <a:rPr lang="en-US" sz="3600" dirty="0"/>
              <a:t>to National </a:t>
            </a:r>
            <a:r>
              <a:rPr lang="en-US" sz="3600" dirty="0" smtClean="0"/>
              <a:t>Data</a:t>
            </a:r>
            <a:endParaRPr lang="de-DE" sz="3600" dirty="0" smtClean="0"/>
          </a:p>
        </p:txBody>
      </p:sp>
    </p:spTree>
    <p:extLst>
      <p:ext uri="{BB962C8B-B14F-4D97-AF65-F5344CB8AC3E}">
        <p14:creationId xmlns:p14="http://schemas.microsoft.com/office/powerpoint/2010/main" val="29704058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Content Placeholder 10"/>
          <p:cNvGraphicFramePr>
            <a:graphicFrameLocks noGrp="1"/>
          </p:cNvGraphicFramePr>
          <p:nvPr>
            <p:ph sz="half" idx="1"/>
            <p:extLst>
              <p:ext uri="{D42A27DB-BD31-4B8C-83A1-F6EECF244321}">
                <p14:modId xmlns:p14="http://schemas.microsoft.com/office/powerpoint/2010/main" val="2562107378"/>
              </p:ext>
            </p:extLst>
          </p:nvPr>
        </p:nvGraphicFramePr>
        <p:xfrm>
          <a:off x="419100" y="1905000"/>
          <a:ext cx="8305800" cy="4553635"/>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p:cNvSpPr/>
          <p:nvPr/>
        </p:nvSpPr>
        <p:spPr>
          <a:xfrm>
            <a:off x="1143000" y="1295400"/>
            <a:ext cx="6629400" cy="1015663"/>
          </a:xfrm>
          <a:prstGeom prst="rect">
            <a:avLst/>
          </a:prstGeom>
        </p:spPr>
        <p:txBody>
          <a:bodyPr wrap="square">
            <a:spAutoFit/>
          </a:bodyPr>
          <a:lstStyle/>
          <a:p>
            <a:pPr algn="ctr">
              <a:defRPr sz="1800" b="1" i="0" u="none" strike="noStrike" kern="1200" baseline="0">
                <a:solidFill>
                  <a:prstClr val="black"/>
                </a:solidFill>
                <a:latin typeface="+mn-lt"/>
                <a:ea typeface="+mn-ea"/>
                <a:cs typeface="+mn-cs"/>
              </a:defRPr>
            </a:pPr>
            <a:r>
              <a:rPr lang="en-US" sz="2000" dirty="0">
                <a:solidFill>
                  <a:schemeClr val="bg1"/>
                </a:solidFill>
              </a:rPr>
              <a:t>Percent Stage I &amp; II </a:t>
            </a:r>
            <a:r>
              <a:rPr lang="en-US" sz="2000" dirty="0" smtClean="0">
                <a:solidFill>
                  <a:schemeClr val="bg1"/>
                </a:solidFill>
              </a:rPr>
              <a:t>Lung </a:t>
            </a:r>
            <a:r>
              <a:rPr lang="en-US" sz="2000" dirty="0">
                <a:solidFill>
                  <a:schemeClr val="bg1"/>
                </a:solidFill>
              </a:rPr>
              <a:t>Cancer Cases</a:t>
            </a:r>
          </a:p>
          <a:p>
            <a:pPr algn="ctr">
              <a:defRPr sz="1800" b="1" i="0" u="none" strike="noStrike" kern="1200" baseline="0">
                <a:solidFill>
                  <a:prstClr val="black"/>
                </a:solidFill>
                <a:latin typeface="+mn-lt"/>
                <a:ea typeface="+mn-ea"/>
                <a:cs typeface="+mn-cs"/>
              </a:defRPr>
            </a:pPr>
            <a:r>
              <a:rPr lang="en-US" sz="2000" dirty="0">
                <a:solidFill>
                  <a:schemeClr val="bg1"/>
                </a:solidFill>
              </a:rPr>
              <a:t>VA Connecticut  vs National Cancer Database (NCDB</a:t>
            </a:r>
            <a:r>
              <a:rPr lang="en-US" sz="2000" dirty="0" smtClean="0">
                <a:solidFill>
                  <a:schemeClr val="bg1"/>
                </a:solidFill>
              </a:rPr>
              <a:t>)</a:t>
            </a:r>
          </a:p>
          <a:p>
            <a:pPr algn="ctr">
              <a:defRPr sz="1800" b="1" i="0" u="none" strike="noStrike" kern="1200" baseline="0">
                <a:solidFill>
                  <a:prstClr val="black"/>
                </a:solidFill>
                <a:latin typeface="+mn-lt"/>
                <a:ea typeface="+mn-ea"/>
                <a:cs typeface="+mn-cs"/>
              </a:defRPr>
            </a:pPr>
            <a:r>
              <a:rPr lang="en-US" sz="2000" dirty="0" smtClean="0">
                <a:solidFill>
                  <a:schemeClr val="bg1"/>
                </a:solidFill>
              </a:rPr>
              <a:t>Tamar </a:t>
            </a:r>
            <a:r>
              <a:rPr lang="en-US" sz="2000" dirty="0" err="1" smtClean="0">
                <a:solidFill>
                  <a:schemeClr val="bg1"/>
                </a:solidFill>
              </a:rPr>
              <a:t>Taddi</a:t>
            </a:r>
            <a:r>
              <a:rPr lang="en-US" sz="2000" dirty="0" smtClean="0">
                <a:solidFill>
                  <a:schemeClr val="bg1"/>
                </a:solidFill>
              </a:rPr>
              <a:t> MD</a:t>
            </a:r>
            <a:endParaRPr lang="en-US" sz="2000" dirty="0">
              <a:solidFill>
                <a:schemeClr val="bg1"/>
              </a:solidFill>
            </a:endParaRPr>
          </a:p>
        </p:txBody>
      </p:sp>
      <p:sp>
        <p:nvSpPr>
          <p:cNvPr id="9" name="Title 2"/>
          <p:cNvSpPr txBox="1">
            <a:spLocks/>
          </p:cNvSpPr>
          <p:nvPr/>
        </p:nvSpPr>
        <p:spPr>
          <a:xfrm>
            <a:off x="152400" y="76200"/>
            <a:ext cx="8839200" cy="1219200"/>
          </a:xfrm>
          <a:prstGeom prst="rect">
            <a:avLst/>
          </a:prstGeom>
          <a:ln>
            <a:noFill/>
          </a:ln>
        </p:spPr>
        <p:txBody>
          <a:bodyPr vert="horz" lIns="0" tIns="0" rIns="18288" bIns="0" anchor="b">
            <a:noAutofit/>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pPr algn="ctr"/>
            <a:r>
              <a:rPr lang="en-US" sz="3600" dirty="0" smtClean="0"/>
              <a:t>CCTS implementation impact VA CT: </a:t>
            </a:r>
            <a:r>
              <a:rPr lang="en-US" sz="3600" dirty="0"/>
              <a:t>Earlier </a:t>
            </a:r>
            <a:r>
              <a:rPr lang="en-US" sz="3600" dirty="0" smtClean="0"/>
              <a:t>Stages at VA CT Compared </a:t>
            </a:r>
            <a:r>
              <a:rPr lang="en-US" sz="3600" dirty="0"/>
              <a:t>to National </a:t>
            </a:r>
            <a:r>
              <a:rPr lang="en-US" sz="3600" dirty="0" smtClean="0"/>
              <a:t>Data</a:t>
            </a:r>
            <a:endParaRPr lang="de-DE" sz="3600" dirty="0" smtClean="0"/>
          </a:p>
        </p:txBody>
      </p:sp>
    </p:spTree>
    <p:extLst>
      <p:ext uri="{BB962C8B-B14F-4D97-AF65-F5344CB8AC3E}">
        <p14:creationId xmlns:p14="http://schemas.microsoft.com/office/powerpoint/2010/main" val="8471803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vhaconerdosj\Desktop\nlp_conference\cdw_logo_update_p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Content Placeholder 4"/>
          <p:cNvGraphicFramePr>
            <a:graphicFrameLocks noGrp="1"/>
          </p:cNvGraphicFramePr>
          <p:nvPr>
            <p:ph idx="1"/>
            <p:extLst>
              <p:ext uri="{D42A27DB-BD31-4B8C-83A1-F6EECF244321}">
                <p14:modId xmlns:p14="http://schemas.microsoft.com/office/powerpoint/2010/main" val="4052397453"/>
              </p:ext>
            </p:extLst>
          </p:nvPr>
        </p:nvGraphicFramePr>
        <p:xfrm>
          <a:off x="288471" y="1935163"/>
          <a:ext cx="8567058" cy="419100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p:cNvSpPr txBox="1"/>
          <p:nvPr/>
        </p:nvSpPr>
        <p:spPr>
          <a:xfrm>
            <a:off x="5438216" y="6172562"/>
            <a:ext cx="2791662" cy="369332"/>
          </a:xfrm>
          <a:prstGeom prst="rect">
            <a:avLst/>
          </a:prstGeom>
          <a:noFill/>
        </p:spPr>
        <p:txBody>
          <a:bodyPr wrap="none" rtlCol="0">
            <a:spAutoFit/>
          </a:bodyPr>
          <a:lstStyle/>
          <a:p>
            <a:r>
              <a:rPr lang="en-US" i="1" dirty="0" smtClean="0">
                <a:solidFill>
                  <a:schemeClr val="bg1"/>
                </a:solidFill>
              </a:rPr>
              <a:t>* No changes implemented</a:t>
            </a:r>
            <a:endParaRPr lang="en-US" i="1" dirty="0">
              <a:solidFill>
                <a:schemeClr val="bg1"/>
              </a:solidFill>
            </a:endParaRPr>
          </a:p>
        </p:txBody>
      </p:sp>
      <p:sp>
        <p:nvSpPr>
          <p:cNvPr id="6" name="Title 2"/>
          <p:cNvSpPr txBox="1">
            <a:spLocks/>
          </p:cNvSpPr>
          <p:nvPr/>
        </p:nvSpPr>
        <p:spPr>
          <a:xfrm>
            <a:off x="76200" y="152400"/>
            <a:ext cx="9067800" cy="1676400"/>
          </a:xfrm>
          <a:prstGeom prst="rect">
            <a:avLst/>
          </a:prstGeom>
          <a:ln>
            <a:noFill/>
          </a:ln>
        </p:spPr>
        <p:txBody>
          <a:bodyPr vert="horz" lIns="0" tIns="0" rIns="18288" bIns="0" anchor="b">
            <a:noAutofit/>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pPr algn="ctr"/>
            <a:r>
              <a:rPr lang="en-US" sz="3600" dirty="0" smtClean="0">
                <a:latin typeface="Georgia" panose="02040502050405020303" pitchFamily="18" charset="0"/>
                <a:ea typeface="Calibri" pitchFamily="34" charset="0"/>
                <a:cs typeface="Calibri" pitchFamily="34" charset="0"/>
              </a:rPr>
              <a:t>CCTS implementation VISN </a:t>
            </a:r>
            <a:r>
              <a:rPr lang="en-US" sz="3600" dirty="0">
                <a:latin typeface="Georgia" panose="02040502050405020303" pitchFamily="18" charset="0"/>
                <a:ea typeface="Calibri" pitchFamily="34" charset="0"/>
                <a:cs typeface="Calibri" pitchFamily="34" charset="0"/>
              </a:rPr>
              <a:t>2S: </a:t>
            </a:r>
            <a:br>
              <a:rPr lang="en-US" sz="3600" dirty="0">
                <a:latin typeface="Georgia" panose="02040502050405020303" pitchFamily="18" charset="0"/>
                <a:ea typeface="Calibri" pitchFamily="34" charset="0"/>
                <a:cs typeface="Calibri" pitchFamily="34" charset="0"/>
              </a:rPr>
            </a:br>
            <a:r>
              <a:rPr lang="en-US" sz="3600" dirty="0">
                <a:latin typeface="Georgia" panose="02040502050405020303" pitchFamily="18" charset="0"/>
                <a:ea typeface="Calibri" pitchFamily="34" charset="0"/>
                <a:cs typeface="Calibri" pitchFamily="34" charset="0"/>
              </a:rPr>
              <a:t>Decreased time between diagnosis &amp; treatment of Liver </a:t>
            </a:r>
            <a:r>
              <a:rPr lang="en-US" sz="3600" dirty="0" smtClean="0">
                <a:latin typeface="Georgia" panose="02040502050405020303" pitchFamily="18" charset="0"/>
                <a:ea typeface="Calibri" pitchFamily="34" charset="0"/>
                <a:cs typeface="Calibri" pitchFamily="34" charset="0"/>
              </a:rPr>
              <a:t>Cancer</a:t>
            </a:r>
            <a:endParaRPr lang="de-DE" sz="3600" dirty="0" smtClean="0"/>
          </a:p>
        </p:txBody>
      </p:sp>
    </p:spTree>
    <p:extLst>
      <p:ext uri="{BB962C8B-B14F-4D97-AF65-F5344CB8AC3E}">
        <p14:creationId xmlns:p14="http://schemas.microsoft.com/office/powerpoint/2010/main" val="41437132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76200" y="76200"/>
            <a:ext cx="8915400" cy="838200"/>
          </a:xfrm>
        </p:spPr>
        <p:txBody>
          <a:bodyPr>
            <a:noAutofit/>
          </a:bodyPr>
          <a:lstStyle/>
          <a:p>
            <a:pPr algn="ctr"/>
            <a:r>
              <a:rPr lang="en-US" sz="4000" dirty="0" smtClean="0"/>
              <a:t>VA CT NLP Cancer Care </a:t>
            </a:r>
            <a:r>
              <a:rPr lang="en-US" sz="4000" dirty="0"/>
              <a:t>T</a:t>
            </a:r>
            <a:r>
              <a:rPr lang="en-US" sz="4000" dirty="0" smtClean="0"/>
              <a:t>racking System</a:t>
            </a:r>
            <a:endParaRPr lang="en-US" sz="4000" dirty="0"/>
          </a:p>
        </p:txBody>
      </p:sp>
      <p:sp>
        <p:nvSpPr>
          <p:cNvPr id="50" name="TextBox 49"/>
          <p:cNvSpPr txBox="1"/>
          <p:nvPr/>
        </p:nvSpPr>
        <p:spPr>
          <a:xfrm>
            <a:off x="457200" y="990600"/>
            <a:ext cx="6009462" cy="461665"/>
          </a:xfrm>
          <a:prstGeom prst="rect">
            <a:avLst/>
          </a:prstGeom>
          <a:solidFill>
            <a:schemeClr val="accent1"/>
          </a:solidFill>
          <a:ln w="38100">
            <a:solidFill>
              <a:schemeClr val="bg1"/>
            </a:solidFill>
          </a:ln>
        </p:spPr>
        <p:txBody>
          <a:bodyPr wrap="square" rtlCol="0">
            <a:spAutoFit/>
          </a:bodyPr>
          <a:lstStyle/>
          <a:p>
            <a:pPr algn="ctr"/>
            <a:r>
              <a:rPr lang="en-US" sz="2400" b="1" dirty="0" smtClean="0"/>
              <a:t>Multiple Site VISTA Cache</a:t>
            </a:r>
            <a:endParaRPr lang="en-US" sz="2000" b="1" dirty="0"/>
          </a:p>
        </p:txBody>
      </p:sp>
      <p:sp>
        <p:nvSpPr>
          <p:cNvPr id="76" name="TextBox 75"/>
          <p:cNvSpPr txBox="1"/>
          <p:nvPr/>
        </p:nvSpPr>
        <p:spPr>
          <a:xfrm>
            <a:off x="3787181" y="2554069"/>
            <a:ext cx="1048270" cy="646331"/>
          </a:xfrm>
          <a:prstGeom prst="rect">
            <a:avLst/>
          </a:prstGeom>
          <a:solidFill>
            <a:srgbClr val="FF0000"/>
          </a:solidFill>
          <a:ln w="38100">
            <a:solidFill>
              <a:schemeClr val="bg1"/>
            </a:solidFill>
          </a:ln>
        </p:spPr>
        <p:txBody>
          <a:bodyPr wrap="square" rtlCol="0">
            <a:spAutoFit/>
          </a:bodyPr>
          <a:lstStyle/>
          <a:p>
            <a:pPr algn="ctr"/>
            <a:r>
              <a:rPr lang="en-US" b="1" dirty="0" smtClean="0"/>
              <a:t>SQL </a:t>
            </a:r>
          </a:p>
          <a:p>
            <a:pPr algn="ctr"/>
            <a:r>
              <a:rPr lang="en-US" b="1" dirty="0" smtClean="0"/>
              <a:t>Server  </a:t>
            </a:r>
            <a:endParaRPr lang="en-US" b="1" dirty="0"/>
          </a:p>
        </p:txBody>
      </p:sp>
      <p:sp>
        <p:nvSpPr>
          <p:cNvPr id="28" name="Left-Right Arrow 27"/>
          <p:cNvSpPr/>
          <p:nvPr/>
        </p:nvSpPr>
        <p:spPr>
          <a:xfrm rot="16200000">
            <a:off x="3750149" y="1921349"/>
            <a:ext cx="1003622"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33" name="Rectangle 32"/>
          <p:cNvSpPr/>
          <p:nvPr/>
        </p:nvSpPr>
        <p:spPr>
          <a:xfrm>
            <a:off x="99019" y="1510977"/>
            <a:ext cx="2706002" cy="5194623"/>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a:p>
            <a:pPr algn="ctr"/>
            <a:r>
              <a:rPr lang="en-US" b="1" dirty="0" smtClean="0"/>
              <a:t>NLP App Server</a:t>
            </a:r>
          </a:p>
          <a:p>
            <a:pPr marL="285750" indent="-285750">
              <a:buFont typeface="Arial" panose="020B0604020202020204" pitchFamily="34" charset="0"/>
              <a:buChar char="•"/>
            </a:pPr>
            <a:r>
              <a:rPr lang="en-US" sz="1600" b="1" dirty="0"/>
              <a:t>West Haven</a:t>
            </a:r>
          </a:p>
          <a:p>
            <a:pPr marL="285750" indent="-285750">
              <a:buFont typeface="Arial" panose="020B0604020202020204" pitchFamily="34" charset="0"/>
              <a:buChar char="•"/>
            </a:pPr>
            <a:r>
              <a:rPr lang="en-US" sz="1600" b="1" dirty="0"/>
              <a:t>Providence</a:t>
            </a:r>
          </a:p>
          <a:p>
            <a:pPr marL="285750" indent="-285750">
              <a:buFont typeface="Arial" panose="020B0604020202020204" pitchFamily="34" charset="0"/>
              <a:buChar char="•"/>
            </a:pPr>
            <a:r>
              <a:rPr lang="en-US" sz="1600" b="1" dirty="0"/>
              <a:t>Bronx</a:t>
            </a:r>
          </a:p>
          <a:p>
            <a:pPr marL="285750" indent="-285750">
              <a:buFont typeface="Arial" panose="020B0604020202020204" pitchFamily="34" charset="0"/>
              <a:buChar char="•"/>
            </a:pPr>
            <a:r>
              <a:rPr lang="en-US" sz="1600" b="1" dirty="0"/>
              <a:t>Manhattan</a:t>
            </a:r>
          </a:p>
          <a:p>
            <a:pPr marL="285750" indent="-285750">
              <a:buFont typeface="Arial" panose="020B0604020202020204" pitchFamily="34" charset="0"/>
              <a:buChar char="•"/>
            </a:pPr>
            <a:r>
              <a:rPr lang="en-US" sz="1600" b="1" dirty="0"/>
              <a:t>Hudson Valley</a:t>
            </a:r>
          </a:p>
          <a:p>
            <a:pPr marL="285750" indent="-285750">
              <a:buFont typeface="Arial" panose="020B0604020202020204" pitchFamily="34" charset="0"/>
              <a:buChar char="•"/>
            </a:pPr>
            <a:r>
              <a:rPr lang="en-US" sz="1600" b="1" dirty="0"/>
              <a:t>Houston </a:t>
            </a:r>
          </a:p>
          <a:p>
            <a:pPr marL="285750" indent="-285750">
              <a:buFont typeface="Arial" panose="020B0604020202020204" pitchFamily="34" charset="0"/>
              <a:buChar char="•"/>
            </a:pPr>
            <a:r>
              <a:rPr lang="en-US" sz="1600" b="1" dirty="0" err="1"/>
              <a:t>Togus</a:t>
            </a:r>
            <a:r>
              <a:rPr lang="en-US" sz="1600" b="1" dirty="0"/>
              <a:t>  </a:t>
            </a:r>
          </a:p>
          <a:p>
            <a:pPr marL="285750" indent="-285750">
              <a:buFont typeface="Arial" panose="020B0604020202020204" pitchFamily="34" charset="0"/>
              <a:buChar char="•"/>
            </a:pPr>
            <a:r>
              <a:rPr lang="en-US" sz="1600" b="1" dirty="0"/>
              <a:t>Manchester</a:t>
            </a:r>
          </a:p>
          <a:p>
            <a:pPr marL="285750" indent="-285750">
              <a:buFont typeface="Arial" panose="020B0604020202020204" pitchFamily="34" charset="0"/>
              <a:buChar char="•"/>
            </a:pPr>
            <a:r>
              <a:rPr lang="en-US" sz="1600" b="1" dirty="0"/>
              <a:t>Providence </a:t>
            </a:r>
          </a:p>
          <a:p>
            <a:pPr marL="285750" indent="-285750">
              <a:buFont typeface="Arial" panose="020B0604020202020204" pitchFamily="34" charset="0"/>
              <a:buChar char="•"/>
            </a:pPr>
            <a:r>
              <a:rPr lang="en-US" sz="1600" b="1" dirty="0"/>
              <a:t>Cleveland </a:t>
            </a:r>
          </a:p>
          <a:p>
            <a:pPr marL="285750" indent="-285750">
              <a:buFont typeface="Arial" panose="020B0604020202020204" pitchFamily="34" charset="0"/>
              <a:buChar char="•"/>
            </a:pPr>
            <a:r>
              <a:rPr lang="en-US" sz="1600" b="1" dirty="0" smtClean="0"/>
              <a:t>Phoenix</a:t>
            </a:r>
          </a:p>
          <a:p>
            <a:r>
              <a:rPr lang="en-US" sz="1600" b="1" dirty="0" smtClean="0">
                <a:solidFill>
                  <a:srgbClr val="FF0000"/>
                </a:solidFill>
              </a:rPr>
              <a:t>Pending Requests</a:t>
            </a:r>
          </a:p>
          <a:p>
            <a:pPr marL="285750" indent="-285750">
              <a:buFont typeface="Arial" panose="020B0604020202020204" pitchFamily="34" charset="0"/>
              <a:buChar char="•"/>
            </a:pPr>
            <a:r>
              <a:rPr lang="en-US" sz="1600" b="1" dirty="0">
                <a:solidFill>
                  <a:srgbClr val="FF0000"/>
                </a:solidFill>
              </a:rPr>
              <a:t>Seattle </a:t>
            </a:r>
            <a:r>
              <a:rPr lang="en-US" sz="1600" b="1" dirty="0" smtClean="0">
                <a:solidFill>
                  <a:srgbClr val="FF0000"/>
                </a:solidFill>
              </a:rPr>
              <a:t>(pending)</a:t>
            </a:r>
            <a:endParaRPr lang="en-US" sz="1600" b="1" dirty="0">
              <a:solidFill>
                <a:srgbClr val="FF0000"/>
              </a:solidFill>
            </a:endParaRPr>
          </a:p>
          <a:p>
            <a:pPr marL="285750" indent="-285750">
              <a:buFont typeface="Arial" panose="020B0604020202020204" pitchFamily="34" charset="0"/>
              <a:buChar char="•"/>
            </a:pPr>
            <a:r>
              <a:rPr lang="en-US" sz="1600" b="1" dirty="0">
                <a:solidFill>
                  <a:srgbClr val="FF0000"/>
                </a:solidFill>
              </a:rPr>
              <a:t>Philadelphia</a:t>
            </a:r>
          </a:p>
          <a:p>
            <a:pPr marL="285750" indent="-285750">
              <a:buFont typeface="Arial" panose="020B0604020202020204" pitchFamily="34" charset="0"/>
              <a:buChar char="•"/>
            </a:pPr>
            <a:r>
              <a:rPr lang="en-US" sz="1600" b="1" dirty="0">
                <a:solidFill>
                  <a:srgbClr val="FF0000"/>
                </a:solidFill>
              </a:rPr>
              <a:t>WRJ </a:t>
            </a:r>
          </a:p>
          <a:p>
            <a:pPr marL="285750" indent="-285750">
              <a:buFont typeface="Arial" panose="020B0604020202020204" pitchFamily="34" charset="0"/>
              <a:buChar char="•"/>
            </a:pPr>
            <a:r>
              <a:rPr lang="en-US" sz="1600" b="1" dirty="0">
                <a:solidFill>
                  <a:srgbClr val="FF0000"/>
                </a:solidFill>
              </a:rPr>
              <a:t>Salisbury</a:t>
            </a:r>
          </a:p>
          <a:p>
            <a:pPr marL="285750" indent="-285750">
              <a:buFont typeface="Arial" panose="020B0604020202020204" pitchFamily="34" charset="0"/>
              <a:buChar char="•"/>
            </a:pPr>
            <a:r>
              <a:rPr lang="en-US" sz="1600" b="1" dirty="0">
                <a:solidFill>
                  <a:srgbClr val="FF0000"/>
                </a:solidFill>
              </a:rPr>
              <a:t>Dayton </a:t>
            </a:r>
          </a:p>
          <a:p>
            <a:pPr marL="285750" indent="-285750">
              <a:buFont typeface="Arial" panose="020B0604020202020204" pitchFamily="34" charset="0"/>
              <a:buChar char="•"/>
            </a:pPr>
            <a:r>
              <a:rPr lang="en-US" sz="1600" b="1" dirty="0">
                <a:solidFill>
                  <a:srgbClr val="FF0000"/>
                </a:solidFill>
              </a:rPr>
              <a:t>Albany</a:t>
            </a:r>
          </a:p>
          <a:p>
            <a:pPr marL="285750" indent="-285750">
              <a:buFont typeface="Arial" panose="020B0604020202020204" pitchFamily="34" charset="0"/>
              <a:buChar char="•"/>
            </a:pPr>
            <a:r>
              <a:rPr lang="en-US" sz="1600" b="1" dirty="0" smtClean="0">
                <a:solidFill>
                  <a:srgbClr val="FF0000"/>
                </a:solidFill>
              </a:rPr>
              <a:t>Charleston</a:t>
            </a:r>
            <a:endParaRPr lang="en-US" b="1" dirty="0">
              <a:solidFill>
                <a:srgbClr val="FF0000"/>
              </a:solidFill>
            </a:endParaRPr>
          </a:p>
          <a:p>
            <a:pPr algn="ctr"/>
            <a:endParaRPr lang="en-US" sz="2000" b="1" dirty="0" smtClean="0"/>
          </a:p>
        </p:txBody>
      </p:sp>
      <p:sp>
        <p:nvSpPr>
          <p:cNvPr id="18" name="Rectangle 17"/>
          <p:cNvSpPr/>
          <p:nvPr/>
        </p:nvSpPr>
        <p:spPr>
          <a:xfrm>
            <a:off x="5943600" y="2133601"/>
            <a:ext cx="1132662" cy="1850682"/>
          </a:xfrm>
          <a:prstGeom prst="rect">
            <a:avLst/>
          </a:prstGeom>
          <a:solidFill>
            <a:srgbClr val="FF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Project DBs  </a:t>
            </a:r>
          </a:p>
          <a:p>
            <a:pPr algn="ctr"/>
            <a:r>
              <a:rPr lang="en-US" b="1" dirty="0" smtClean="0"/>
              <a:t>Multiple Sites</a:t>
            </a:r>
            <a:endParaRPr lang="en-US" sz="1600" b="1" dirty="0"/>
          </a:p>
        </p:txBody>
      </p:sp>
      <p:sp>
        <p:nvSpPr>
          <p:cNvPr id="19" name="Rectangle 18"/>
          <p:cNvSpPr/>
          <p:nvPr/>
        </p:nvSpPr>
        <p:spPr>
          <a:xfrm>
            <a:off x="7076262" y="2438400"/>
            <a:ext cx="1915338" cy="609600"/>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t>Annotation DB</a:t>
            </a:r>
            <a:endParaRPr lang="en-US" sz="1600" b="1" dirty="0"/>
          </a:p>
        </p:txBody>
      </p:sp>
      <p:sp>
        <p:nvSpPr>
          <p:cNvPr id="20" name="Rectangle 19"/>
          <p:cNvSpPr/>
          <p:nvPr/>
        </p:nvSpPr>
        <p:spPr>
          <a:xfrm>
            <a:off x="7076262" y="3200400"/>
            <a:ext cx="1915338" cy="609600"/>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Output DBs</a:t>
            </a:r>
            <a:endParaRPr lang="en-US" sz="1600" b="1" dirty="0"/>
          </a:p>
        </p:txBody>
      </p:sp>
      <p:sp>
        <p:nvSpPr>
          <p:cNvPr id="25" name="Rectangle 24"/>
          <p:cNvSpPr/>
          <p:nvPr/>
        </p:nvSpPr>
        <p:spPr>
          <a:xfrm>
            <a:off x="6985661" y="4201017"/>
            <a:ext cx="1639340" cy="825139"/>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IIS Server</a:t>
            </a:r>
          </a:p>
          <a:p>
            <a:pPr algn="ctr"/>
            <a:r>
              <a:rPr lang="en-US" b="1" dirty="0" smtClean="0"/>
              <a:t>(Workflow)</a:t>
            </a:r>
            <a:endParaRPr lang="en-US" b="1" dirty="0"/>
          </a:p>
        </p:txBody>
      </p:sp>
      <p:grpSp>
        <p:nvGrpSpPr>
          <p:cNvPr id="4" name="Group 3"/>
          <p:cNvGrpSpPr>
            <a:grpSpLocks noChangeAspect="1"/>
          </p:cNvGrpSpPr>
          <p:nvPr/>
        </p:nvGrpSpPr>
        <p:grpSpPr>
          <a:xfrm>
            <a:off x="2796581" y="3200400"/>
            <a:ext cx="685800" cy="698531"/>
            <a:chOff x="3429000" y="3073192"/>
            <a:chExt cx="990600" cy="1029416"/>
          </a:xfrm>
        </p:grpSpPr>
        <p:sp>
          <p:nvSpPr>
            <p:cNvPr id="3" name="Circular Arrow 2"/>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Circular Arrow 28"/>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0" name="Left-Right Arrow 29"/>
          <p:cNvSpPr/>
          <p:nvPr/>
        </p:nvSpPr>
        <p:spPr>
          <a:xfrm>
            <a:off x="2872781" y="2750498"/>
            <a:ext cx="83820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grpSp>
        <p:nvGrpSpPr>
          <p:cNvPr id="31" name="Group 30"/>
          <p:cNvGrpSpPr>
            <a:grpSpLocks noChangeAspect="1"/>
          </p:cNvGrpSpPr>
          <p:nvPr/>
        </p:nvGrpSpPr>
        <p:grpSpPr>
          <a:xfrm>
            <a:off x="2796581" y="3949669"/>
            <a:ext cx="685800" cy="698531"/>
            <a:chOff x="3429000" y="3073192"/>
            <a:chExt cx="990600" cy="1029416"/>
          </a:xfrm>
        </p:grpSpPr>
        <p:sp>
          <p:nvSpPr>
            <p:cNvPr id="32" name="Circular Arrow 31"/>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ircular Arrow 33"/>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5" name="Group 34"/>
          <p:cNvGrpSpPr>
            <a:grpSpLocks noChangeAspect="1"/>
          </p:cNvGrpSpPr>
          <p:nvPr/>
        </p:nvGrpSpPr>
        <p:grpSpPr>
          <a:xfrm>
            <a:off x="2796581" y="4711669"/>
            <a:ext cx="685800" cy="698531"/>
            <a:chOff x="3429000" y="3073192"/>
            <a:chExt cx="990600" cy="1029416"/>
          </a:xfrm>
        </p:grpSpPr>
        <p:sp>
          <p:nvSpPr>
            <p:cNvPr id="36" name="Circular Arrow 35"/>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Circular Arrow 37"/>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TextBox 5"/>
          <p:cNvSpPr txBox="1"/>
          <p:nvPr/>
        </p:nvSpPr>
        <p:spPr>
          <a:xfrm>
            <a:off x="3482381" y="3352800"/>
            <a:ext cx="795411" cy="400110"/>
          </a:xfrm>
          <a:prstGeom prst="rect">
            <a:avLst/>
          </a:prstGeom>
          <a:noFill/>
        </p:spPr>
        <p:txBody>
          <a:bodyPr wrap="none" rtlCol="0">
            <a:spAutoFit/>
          </a:bodyPr>
          <a:lstStyle/>
          <a:p>
            <a:r>
              <a:rPr lang="en-US" sz="2000" b="1" smtClean="0">
                <a:solidFill>
                  <a:srgbClr val="FFFF00"/>
                </a:solidFill>
              </a:rPr>
              <a:t>Lung</a:t>
            </a:r>
            <a:endParaRPr lang="en-US" sz="2000" b="1" dirty="0">
              <a:solidFill>
                <a:srgbClr val="FFFF00"/>
              </a:solidFill>
            </a:endParaRPr>
          </a:p>
        </p:txBody>
      </p:sp>
      <p:sp>
        <p:nvSpPr>
          <p:cNvPr id="39" name="TextBox 38"/>
          <p:cNvSpPr txBox="1"/>
          <p:nvPr/>
        </p:nvSpPr>
        <p:spPr>
          <a:xfrm>
            <a:off x="3482381" y="4095690"/>
            <a:ext cx="789960" cy="400110"/>
          </a:xfrm>
          <a:prstGeom prst="rect">
            <a:avLst/>
          </a:prstGeom>
          <a:noFill/>
        </p:spPr>
        <p:txBody>
          <a:bodyPr wrap="none" rtlCol="0">
            <a:spAutoFit/>
          </a:bodyPr>
          <a:lstStyle/>
          <a:p>
            <a:r>
              <a:rPr lang="en-US" sz="2000" b="1" dirty="0" smtClean="0">
                <a:solidFill>
                  <a:srgbClr val="FFFF00"/>
                </a:solidFill>
              </a:rPr>
              <a:t>Liver</a:t>
            </a:r>
            <a:endParaRPr lang="en-US" sz="2000" b="1" dirty="0">
              <a:solidFill>
                <a:srgbClr val="FFFF00"/>
              </a:solidFill>
            </a:endParaRPr>
          </a:p>
        </p:txBody>
      </p:sp>
      <p:sp>
        <p:nvSpPr>
          <p:cNvPr id="40" name="TextBox 39"/>
          <p:cNvSpPr txBox="1"/>
          <p:nvPr/>
        </p:nvSpPr>
        <p:spPr>
          <a:xfrm>
            <a:off x="3482381" y="4857690"/>
            <a:ext cx="909223" cy="400110"/>
          </a:xfrm>
          <a:prstGeom prst="rect">
            <a:avLst/>
          </a:prstGeom>
          <a:noFill/>
        </p:spPr>
        <p:txBody>
          <a:bodyPr wrap="none" rtlCol="0">
            <a:spAutoFit/>
          </a:bodyPr>
          <a:lstStyle/>
          <a:p>
            <a:r>
              <a:rPr lang="en-US" sz="2000" b="1" dirty="0" smtClean="0">
                <a:solidFill>
                  <a:srgbClr val="FFFF00"/>
                </a:solidFill>
              </a:rPr>
              <a:t>Other</a:t>
            </a:r>
            <a:endParaRPr lang="en-US" sz="2000" b="1" dirty="0">
              <a:solidFill>
                <a:srgbClr val="FFFF00"/>
              </a:solidFill>
            </a:endParaRPr>
          </a:p>
        </p:txBody>
      </p:sp>
      <p:sp>
        <p:nvSpPr>
          <p:cNvPr id="42" name="Left-Right Arrow 41"/>
          <p:cNvSpPr/>
          <p:nvPr/>
        </p:nvSpPr>
        <p:spPr>
          <a:xfrm>
            <a:off x="4930181" y="2742081"/>
            <a:ext cx="83820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3" name="Left-Right Arrow 42"/>
          <p:cNvSpPr/>
          <p:nvPr/>
        </p:nvSpPr>
        <p:spPr>
          <a:xfrm rot="13608998">
            <a:off x="6267925" y="4273530"/>
            <a:ext cx="693133"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37" name="TextBox 36"/>
          <p:cNvSpPr txBox="1"/>
          <p:nvPr/>
        </p:nvSpPr>
        <p:spPr>
          <a:xfrm>
            <a:off x="6629400" y="5228272"/>
            <a:ext cx="2372538" cy="1477328"/>
          </a:xfrm>
          <a:prstGeom prst="rect">
            <a:avLst/>
          </a:prstGeom>
          <a:noFill/>
          <a:ln w="25400">
            <a:solidFill>
              <a:schemeClr val="tx1"/>
            </a:solidFill>
          </a:ln>
        </p:spPr>
        <p:txBody>
          <a:bodyPr wrap="square" rtlCol="0">
            <a:spAutoFit/>
          </a:bodyPr>
          <a:lstStyle/>
          <a:p>
            <a:r>
              <a:rPr lang="en-US" b="1" dirty="0" smtClean="0"/>
              <a:t>Carolyn Taylor MD</a:t>
            </a:r>
          </a:p>
          <a:p>
            <a:r>
              <a:rPr lang="en-US" b="1" dirty="0" smtClean="0"/>
              <a:t>Cynthia Brandt MD</a:t>
            </a:r>
          </a:p>
          <a:p>
            <a:r>
              <a:rPr lang="en-US" b="1" dirty="0" smtClean="0"/>
              <a:t>Donna Vogel MSN</a:t>
            </a:r>
          </a:p>
          <a:p>
            <a:r>
              <a:rPr lang="en-US" b="1" dirty="0"/>
              <a:t>Vijay </a:t>
            </a:r>
            <a:r>
              <a:rPr lang="en-US" b="1" dirty="0" err="1"/>
              <a:t>Garla</a:t>
            </a:r>
            <a:endParaRPr lang="en-US" b="1" dirty="0" smtClean="0"/>
          </a:p>
          <a:p>
            <a:r>
              <a:rPr lang="en-US" b="1" dirty="0" smtClean="0"/>
              <a:t>Woody Levin MSN</a:t>
            </a:r>
          </a:p>
        </p:txBody>
      </p:sp>
      <p:sp>
        <p:nvSpPr>
          <p:cNvPr id="41" name="TextBox 40"/>
          <p:cNvSpPr txBox="1"/>
          <p:nvPr/>
        </p:nvSpPr>
        <p:spPr>
          <a:xfrm>
            <a:off x="2773762" y="2557790"/>
            <a:ext cx="1013419" cy="261610"/>
          </a:xfrm>
          <a:prstGeom prst="rect">
            <a:avLst/>
          </a:prstGeom>
          <a:noFill/>
        </p:spPr>
        <p:txBody>
          <a:bodyPr wrap="none" rtlCol="0">
            <a:spAutoFit/>
          </a:bodyPr>
          <a:lstStyle/>
          <a:p>
            <a:r>
              <a:rPr lang="en-US" sz="1100" b="1" dirty="0" smtClean="0">
                <a:solidFill>
                  <a:srgbClr val="FFFF00"/>
                </a:solidFill>
              </a:rPr>
              <a:t>Annotations</a:t>
            </a:r>
            <a:endParaRPr lang="en-US" sz="1100" b="1" dirty="0">
              <a:solidFill>
                <a:srgbClr val="FFFF00"/>
              </a:solidFill>
            </a:endParaRPr>
          </a:p>
        </p:txBody>
      </p:sp>
      <p:sp>
        <p:nvSpPr>
          <p:cNvPr id="45" name="TextBox 44"/>
          <p:cNvSpPr txBox="1"/>
          <p:nvPr/>
        </p:nvSpPr>
        <p:spPr>
          <a:xfrm>
            <a:off x="4876800" y="2557790"/>
            <a:ext cx="1013419" cy="261610"/>
          </a:xfrm>
          <a:prstGeom prst="rect">
            <a:avLst/>
          </a:prstGeom>
          <a:noFill/>
        </p:spPr>
        <p:txBody>
          <a:bodyPr wrap="none" rtlCol="0">
            <a:spAutoFit/>
          </a:bodyPr>
          <a:lstStyle/>
          <a:p>
            <a:r>
              <a:rPr lang="en-US" sz="1100" b="1" dirty="0" smtClean="0">
                <a:solidFill>
                  <a:srgbClr val="FFFF00"/>
                </a:solidFill>
              </a:rPr>
              <a:t>Annotations</a:t>
            </a:r>
            <a:endParaRPr lang="en-US" sz="1100" b="1" dirty="0">
              <a:solidFill>
                <a:srgbClr val="FFFF00"/>
              </a:solidFill>
            </a:endParaRPr>
          </a:p>
        </p:txBody>
      </p:sp>
    </p:spTree>
    <p:extLst>
      <p:ext uri="{BB962C8B-B14F-4D97-AF65-F5344CB8AC3E}">
        <p14:creationId xmlns:p14="http://schemas.microsoft.com/office/powerpoint/2010/main" val="23197255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ounded Rectangle 73"/>
          <p:cNvSpPr/>
          <p:nvPr/>
        </p:nvSpPr>
        <p:spPr>
          <a:xfrm>
            <a:off x="2727960" y="5867400"/>
            <a:ext cx="1005840" cy="914400"/>
          </a:xfrm>
          <a:prstGeom prst="roundRect">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dirty="0"/>
          </a:p>
        </p:txBody>
      </p:sp>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52400" y="76200"/>
            <a:ext cx="8839200" cy="838200"/>
          </a:xfrm>
        </p:spPr>
        <p:txBody>
          <a:bodyPr>
            <a:noAutofit/>
          </a:bodyPr>
          <a:lstStyle/>
          <a:p>
            <a:pPr algn="ctr"/>
            <a:r>
              <a:rPr lang="en-US" sz="4000" dirty="0" smtClean="0"/>
              <a:t>BISL </a:t>
            </a:r>
            <a:r>
              <a:rPr lang="en-US" sz="4000" dirty="0"/>
              <a:t>E</a:t>
            </a:r>
            <a:r>
              <a:rPr lang="en-US" sz="4000" dirty="0" smtClean="0"/>
              <a:t>nterprise Enclaves </a:t>
            </a:r>
            <a:r>
              <a:rPr lang="en-US" sz="4000" dirty="0"/>
              <a:t>&amp; </a:t>
            </a:r>
            <a:r>
              <a:rPr lang="en-US" sz="4000" dirty="0" smtClean="0"/>
              <a:t>Application</a:t>
            </a:r>
            <a:r>
              <a:rPr lang="en-US" sz="4000" dirty="0"/>
              <a:t>s</a:t>
            </a:r>
          </a:p>
        </p:txBody>
      </p:sp>
      <p:sp>
        <p:nvSpPr>
          <p:cNvPr id="7" name="Oval 6"/>
          <p:cNvSpPr/>
          <p:nvPr/>
        </p:nvSpPr>
        <p:spPr>
          <a:xfrm>
            <a:off x="838200" y="2954178"/>
            <a:ext cx="1143000" cy="6858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8" name="TextBox 7"/>
          <p:cNvSpPr txBox="1"/>
          <p:nvPr/>
        </p:nvSpPr>
        <p:spPr>
          <a:xfrm>
            <a:off x="1151897" y="3027401"/>
            <a:ext cx="550151" cy="553998"/>
          </a:xfrm>
          <a:prstGeom prst="rect">
            <a:avLst/>
          </a:prstGeom>
          <a:noFill/>
        </p:spPr>
        <p:txBody>
          <a:bodyPr wrap="none" rtlCol="0">
            <a:spAutoFit/>
          </a:bodyPr>
          <a:lstStyle/>
          <a:p>
            <a:r>
              <a:rPr lang="en-US" b="1" dirty="0" smtClean="0"/>
              <a:t>GP</a:t>
            </a:r>
          </a:p>
          <a:p>
            <a:pPr algn="ctr"/>
            <a:r>
              <a:rPr lang="en-US" sz="1200" b="1" dirty="0" smtClean="0"/>
              <a:t>(A01)</a:t>
            </a:r>
            <a:endParaRPr lang="en-US" sz="1200" b="1" dirty="0"/>
          </a:p>
        </p:txBody>
      </p:sp>
      <p:sp>
        <p:nvSpPr>
          <p:cNvPr id="9" name="Oval 8"/>
          <p:cNvSpPr/>
          <p:nvPr/>
        </p:nvSpPr>
        <p:spPr>
          <a:xfrm>
            <a:off x="2209800" y="2954178"/>
            <a:ext cx="1143000" cy="6858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0" name="TextBox 9"/>
          <p:cNvSpPr txBox="1"/>
          <p:nvPr/>
        </p:nvSpPr>
        <p:spPr>
          <a:xfrm>
            <a:off x="2408745" y="3047999"/>
            <a:ext cx="732893" cy="553998"/>
          </a:xfrm>
          <a:prstGeom prst="rect">
            <a:avLst/>
          </a:prstGeom>
          <a:noFill/>
        </p:spPr>
        <p:txBody>
          <a:bodyPr wrap="none" rtlCol="0">
            <a:spAutoFit/>
          </a:bodyPr>
          <a:lstStyle/>
          <a:p>
            <a:pPr algn="ctr"/>
            <a:r>
              <a:rPr lang="en-US" b="1" dirty="0" smtClean="0"/>
              <a:t>ER</a:t>
            </a:r>
          </a:p>
          <a:p>
            <a:pPr algn="ctr"/>
            <a:r>
              <a:rPr lang="en-US" sz="1200" b="1" dirty="0" smtClean="0"/>
              <a:t>(SQL12)</a:t>
            </a:r>
            <a:endParaRPr lang="en-US" sz="1200" b="1" dirty="0"/>
          </a:p>
        </p:txBody>
      </p:sp>
      <p:sp>
        <p:nvSpPr>
          <p:cNvPr id="11" name="Oval 10"/>
          <p:cNvSpPr/>
          <p:nvPr/>
        </p:nvSpPr>
        <p:spPr>
          <a:xfrm>
            <a:off x="3581400" y="2954178"/>
            <a:ext cx="1143000" cy="6858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2" name="TextBox 11"/>
          <p:cNvSpPr txBox="1"/>
          <p:nvPr/>
        </p:nvSpPr>
        <p:spPr>
          <a:xfrm>
            <a:off x="3840515" y="3047999"/>
            <a:ext cx="622286" cy="553998"/>
          </a:xfrm>
          <a:prstGeom prst="rect">
            <a:avLst/>
          </a:prstGeom>
          <a:noFill/>
        </p:spPr>
        <p:txBody>
          <a:bodyPr wrap="none" rtlCol="0">
            <a:spAutoFit/>
          </a:bodyPr>
          <a:lstStyle/>
          <a:p>
            <a:pPr algn="ctr"/>
            <a:r>
              <a:rPr lang="en-US" b="1" dirty="0" smtClean="0"/>
              <a:t>FR</a:t>
            </a:r>
          </a:p>
          <a:p>
            <a:pPr algn="ctr"/>
            <a:r>
              <a:rPr lang="en-US" sz="1200" b="1" dirty="0" smtClean="0"/>
              <a:t>(TBD)</a:t>
            </a:r>
            <a:endParaRPr lang="en-US" sz="1200" b="1" dirty="0"/>
          </a:p>
        </p:txBody>
      </p:sp>
      <p:sp>
        <p:nvSpPr>
          <p:cNvPr id="13" name="Oval 12"/>
          <p:cNvSpPr/>
          <p:nvPr/>
        </p:nvSpPr>
        <p:spPr>
          <a:xfrm>
            <a:off x="4953000" y="2954178"/>
            <a:ext cx="1143000" cy="6858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4" name="TextBox 13"/>
          <p:cNvSpPr txBox="1"/>
          <p:nvPr/>
        </p:nvSpPr>
        <p:spPr>
          <a:xfrm>
            <a:off x="5155086" y="3047999"/>
            <a:ext cx="726610" cy="553998"/>
          </a:xfrm>
          <a:prstGeom prst="rect">
            <a:avLst/>
          </a:prstGeom>
          <a:noFill/>
        </p:spPr>
        <p:txBody>
          <a:bodyPr wrap="none" rtlCol="0">
            <a:spAutoFit/>
          </a:bodyPr>
          <a:lstStyle/>
          <a:p>
            <a:pPr algn="ctr"/>
            <a:r>
              <a:rPr lang="en-US" b="1" dirty="0" smtClean="0"/>
              <a:t>AA</a:t>
            </a:r>
          </a:p>
          <a:p>
            <a:pPr algn="ctr"/>
            <a:r>
              <a:rPr lang="en-US" sz="1200" b="1" dirty="0" smtClean="0"/>
              <a:t>(SQL13)</a:t>
            </a:r>
            <a:endParaRPr lang="en-US" sz="1200" b="1" dirty="0"/>
          </a:p>
        </p:txBody>
      </p:sp>
      <p:sp>
        <p:nvSpPr>
          <p:cNvPr id="15" name="Oval 14"/>
          <p:cNvSpPr/>
          <p:nvPr/>
        </p:nvSpPr>
        <p:spPr>
          <a:xfrm>
            <a:off x="6248400" y="2954178"/>
            <a:ext cx="1143000" cy="6858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6" name="TextBox 15"/>
          <p:cNvSpPr txBox="1"/>
          <p:nvPr/>
        </p:nvSpPr>
        <p:spPr>
          <a:xfrm>
            <a:off x="6448948" y="3047999"/>
            <a:ext cx="657552" cy="553998"/>
          </a:xfrm>
          <a:prstGeom prst="rect">
            <a:avLst/>
          </a:prstGeom>
          <a:noFill/>
        </p:spPr>
        <p:txBody>
          <a:bodyPr wrap="none" rtlCol="0">
            <a:spAutoFit/>
          </a:bodyPr>
          <a:lstStyle/>
          <a:p>
            <a:pPr algn="ctr"/>
            <a:r>
              <a:rPr lang="en-US" b="1" dirty="0" smtClean="0"/>
              <a:t>RD</a:t>
            </a:r>
          </a:p>
          <a:p>
            <a:pPr algn="ctr"/>
            <a:r>
              <a:rPr lang="en-US" sz="1200" b="1" dirty="0" smtClean="0"/>
              <a:t>(RB01)</a:t>
            </a:r>
            <a:endParaRPr lang="en-US" sz="1200" b="1" dirty="0"/>
          </a:p>
        </p:txBody>
      </p:sp>
      <p:sp>
        <p:nvSpPr>
          <p:cNvPr id="17" name="Rectangle 16"/>
          <p:cNvSpPr/>
          <p:nvPr/>
        </p:nvSpPr>
        <p:spPr>
          <a:xfrm>
            <a:off x="457200" y="2649378"/>
            <a:ext cx="7315200" cy="12954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8" name="TextBox 17"/>
          <p:cNvSpPr txBox="1"/>
          <p:nvPr/>
        </p:nvSpPr>
        <p:spPr>
          <a:xfrm>
            <a:off x="8208893" y="3124199"/>
            <a:ext cx="747320" cy="646331"/>
          </a:xfrm>
          <a:prstGeom prst="rect">
            <a:avLst/>
          </a:prstGeom>
          <a:noFill/>
        </p:spPr>
        <p:txBody>
          <a:bodyPr wrap="none" rtlCol="0">
            <a:spAutoFit/>
          </a:bodyPr>
          <a:lstStyle/>
          <a:p>
            <a:pPr algn="ctr"/>
            <a:r>
              <a:rPr lang="en-US" b="1" i="1" dirty="0" smtClean="0"/>
              <a:t>Scale</a:t>
            </a:r>
          </a:p>
          <a:p>
            <a:pPr algn="ctr"/>
            <a:r>
              <a:rPr lang="en-US" b="1" i="1" dirty="0" smtClean="0"/>
              <a:t> Out</a:t>
            </a:r>
            <a:endParaRPr lang="en-US" b="1" i="1" dirty="0"/>
          </a:p>
        </p:txBody>
      </p:sp>
      <p:sp>
        <p:nvSpPr>
          <p:cNvPr id="19" name="Right Arrow 18"/>
          <p:cNvSpPr/>
          <p:nvPr/>
        </p:nvSpPr>
        <p:spPr>
          <a:xfrm>
            <a:off x="7543800" y="3054762"/>
            <a:ext cx="60960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0" name="TextBox 19"/>
          <p:cNvSpPr txBox="1"/>
          <p:nvPr/>
        </p:nvSpPr>
        <p:spPr>
          <a:xfrm>
            <a:off x="457200" y="2268378"/>
            <a:ext cx="5185715" cy="461665"/>
          </a:xfrm>
          <a:prstGeom prst="rect">
            <a:avLst/>
          </a:prstGeom>
          <a:noFill/>
        </p:spPr>
        <p:txBody>
          <a:bodyPr wrap="none" rtlCol="0">
            <a:spAutoFit/>
          </a:bodyPr>
          <a:lstStyle/>
          <a:p>
            <a:r>
              <a:rPr lang="en-US" sz="2400" b="1" dirty="0" smtClean="0"/>
              <a:t>Enterprise Data &amp; Project Enclaves</a:t>
            </a:r>
            <a:endParaRPr lang="en-US" sz="2400" b="1" dirty="0"/>
          </a:p>
        </p:txBody>
      </p:sp>
      <p:sp>
        <p:nvSpPr>
          <p:cNvPr id="21" name="Rounded Rectangle 20"/>
          <p:cNvSpPr/>
          <p:nvPr/>
        </p:nvSpPr>
        <p:spPr>
          <a:xfrm>
            <a:off x="76200" y="4574609"/>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22" name="TextBox 21"/>
          <p:cNvSpPr txBox="1"/>
          <p:nvPr/>
        </p:nvSpPr>
        <p:spPr>
          <a:xfrm>
            <a:off x="76200" y="4708644"/>
            <a:ext cx="918419" cy="584775"/>
          </a:xfrm>
          <a:prstGeom prst="rect">
            <a:avLst/>
          </a:prstGeom>
          <a:noFill/>
        </p:spPr>
        <p:txBody>
          <a:bodyPr wrap="square" rtlCol="0">
            <a:spAutoFit/>
          </a:bodyPr>
          <a:lstStyle/>
          <a:p>
            <a:pPr algn="ctr"/>
            <a:r>
              <a:rPr lang="en-US" sz="1600" b="1" dirty="0" smtClean="0"/>
              <a:t>SSIS</a:t>
            </a:r>
          </a:p>
          <a:p>
            <a:pPr algn="ctr"/>
            <a:r>
              <a:rPr lang="en-US" sz="1600" b="1" dirty="0" smtClean="0"/>
              <a:t>Farm</a:t>
            </a:r>
            <a:endParaRPr lang="en-US" sz="1600" b="1" dirty="0"/>
          </a:p>
        </p:txBody>
      </p:sp>
      <p:sp>
        <p:nvSpPr>
          <p:cNvPr id="23" name="Rounded Rectangle 22"/>
          <p:cNvSpPr/>
          <p:nvPr/>
        </p:nvSpPr>
        <p:spPr>
          <a:xfrm>
            <a:off x="6633419" y="4606829"/>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24" name="TextBox 23"/>
          <p:cNvSpPr txBox="1"/>
          <p:nvPr/>
        </p:nvSpPr>
        <p:spPr>
          <a:xfrm>
            <a:off x="6629400" y="4740864"/>
            <a:ext cx="1017117" cy="584775"/>
          </a:xfrm>
          <a:prstGeom prst="rect">
            <a:avLst/>
          </a:prstGeom>
          <a:noFill/>
        </p:spPr>
        <p:txBody>
          <a:bodyPr wrap="square" rtlCol="0">
            <a:spAutoFit/>
          </a:bodyPr>
          <a:lstStyle/>
          <a:p>
            <a:pPr algn="ctr"/>
            <a:r>
              <a:rPr lang="en-US" sz="1600" b="1" dirty="0" smtClean="0"/>
              <a:t>Pyramid</a:t>
            </a:r>
          </a:p>
          <a:p>
            <a:pPr algn="ctr"/>
            <a:r>
              <a:rPr lang="en-US" sz="1600" b="1" dirty="0" smtClean="0"/>
              <a:t>Farm</a:t>
            </a:r>
            <a:endParaRPr lang="en-US" sz="1600" b="1" dirty="0"/>
          </a:p>
        </p:txBody>
      </p:sp>
      <p:sp>
        <p:nvSpPr>
          <p:cNvPr id="25" name="TextBox 24"/>
          <p:cNvSpPr txBox="1"/>
          <p:nvPr/>
        </p:nvSpPr>
        <p:spPr>
          <a:xfrm>
            <a:off x="429491" y="4029422"/>
            <a:ext cx="4430508" cy="461665"/>
          </a:xfrm>
          <a:prstGeom prst="rect">
            <a:avLst/>
          </a:prstGeom>
          <a:noFill/>
        </p:spPr>
        <p:txBody>
          <a:bodyPr wrap="none" rtlCol="0">
            <a:spAutoFit/>
          </a:bodyPr>
          <a:lstStyle/>
          <a:p>
            <a:r>
              <a:rPr lang="en-US" sz="2400" b="1" dirty="0" smtClean="0"/>
              <a:t>Enterprise Application Farms</a:t>
            </a:r>
            <a:endParaRPr lang="en-US" sz="2400" b="1" dirty="0"/>
          </a:p>
        </p:txBody>
      </p:sp>
      <p:sp>
        <p:nvSpPr>
          <p:cNvPr id="29" name="Rounded Rectangle 28"/>
          <p:cNvSpPr/>
          <p:nvPr/>
        </p:nvSpPr>
        <p:spPr>
          <a:xfrm>
            <a:off x="1356360" y="4627701"/>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30" name="TextBox 29"/>
          <p:cNvSpPr txBox="1"/>
          <p:nvPr/>
        </p:nvSpPr>
        <p:spPr>
          <a:xfrm>
            <a:off x="1371600" y="4708644"/>
            <a:ext cx="918419" cy="584775"/>
          </a:xfrm>
          <a:prstGeom prst="rect">
            <a:avLst/>
          </a:prstGeom>
          <a:noFill/>
        </p:spPr>
        <p:txBody>
          <a:bodyPr wrap="square" rtlCol="0">
            <a:spAutoFit/>
          </a:bodyPr>
          <a:lstStyle/>
          <a:p>
            <a:pPr algn="ctr"/>
            <a:r>
              <a:rPr lang="en-US" sz="1600" b="1" dirty="0" smtClean="0"/>
              <a:t>SSAS</a:t>
            </a:r>
          </a:p>
          <a:p>
            <a:pPr algn="ctr"/>
            <a:r>
              <a:rPr lang="en-US" sz="1600" b="1" dirty="0" smtClean="0"/>
              <a:t>Farm</a:t>
            </a:r>
            <a:endParaRPr lang="en-US" sz="1600" b="1" dirty="0"/>
          </a:p>
        </p:txBody>
      </p:sp>
      <p:sp>
        <p:nvSpPr>
          <p:cNvPr id="34" name="Rounded Rectangle 33"/>
          <p:cNvSpPr/>
          <p:nvPr/>
        </p:nvSpPr>
        <p:spPr>
          <a:xfrm>
            <a:off x="2667000" y="4574609"/>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35" name="TextBox 34"/>
          <p:cNvSpPr txBox="1"/>
          <p:nvPr/>
        </p:nvSpPr>
        <p:spPr>
          <a:xfrm>
            <a:off x="2758440" y="4616310"/>
            <a:ext cx="914400" cy="830997"/>
          </a:xfrm>
          <a:prstGeom prst="rect">
            <a:avLst/>
          </a:prstGeom>
          <a:noFill/>
        </p:spPr>
        <p:txBody>
          <a:bodyPr wrap="square" rtlCol="0">
            <a:spAutoFit/>
          </a:bodyPr>
          <a:lstStyle/>
          <a:p>
            <a:pPr algn="ctr"/>
            <a:r>
              <a:rPr lang="en-US" sz="1600" b="1" dirty="0" smtClean="0"/>
              <a:t>Share P0int</a:t>
            </a:r>
          </a:p>
          <a:p>
            <a:pPr algn="ctr"/>
            <a:r>
              <a:rPr lang="en-US" sz="1600" b="1" dirty="0" smtClean="0"/>
              <a:t>Farm</a:t>
            </a:r>
            <a:endParaRPr lang="en-US" sz="1600" b="1" dirty="0"/>
          </a:p>
        </p:txBody>
      </p:sp>
      <p:sp>
        <p:nvSpPr>
          <p:cNvPr id="39" name="Rounded Rectangle 38"/>
          <p:cNvSpPr/>
          <p:nvPr/>
        </p:nvSpPr>
        <p:spPr>
          <a:xfrm>
            <a:off x="4038600" y="4599157"/>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40" name="TextBox 39"/>
          <p:cNvSpPr txBox="1"/>
          <p:nvPr/>
        </p:nvSpPr>
        <p:spPr>
          <a:xfrm>
            <a:off x="2764076" y="6172200"/>
            <a:ext cx="987141" cy="338554"/>
          </a:xfrm>
          <a:prstGeom prst="rect">
            <a:avLst/>
          </a:prstGeom>
          <a:noFill/>
        </p:spPr>
        <p:txBody>
          <a:bodyPr wrap="square" rtlCol="0">
            <a:spAutoFit/>
          </a:bodyPr>
          <a:lstStyle/>
          <a:p>
            <a:pPr algn="ctr"/>
            <a:r>
              <a:rPr lang="en-US" sz="1600" b="1" dirty="0" smtClean="0"/>
              <a:t>NLP</a:t>
            </a:r>
          </a:p>
        </p:txBody>
      </p:sp>
      <p:sp>
        <p:nvSpPr>
          <p:cNvPr id="44" name="Rounded Rectangle 43"/>
          <p:cNvSpPr/>
          <p:nvPr/>
        </p:nvSpPr>
        <p:spPr>
          <a:xfrm>
            <a:off x="5334000" y="4599157"/>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a:p>
        </p:txBody>
      </p:sp>
      <p:sp>
        <p:nvSpPr>
          <p:cNvPr id="45" name="TextBox 44"/>
          <p:cNvSpPr txBox="1"/>
          <p:nvPr/>
        </p:nvSpPr>
        <p:spPr>
          <a:xfrm>
            <a:off x="5334000" y="4732447"/>
            <a:ext cx="1005840" cy="584775"/>
          </a:xfrm>
          <a:prstGeom prst="rect">
            <a:avLst/>
          </a:prstGeom>
          <a:noFill/>
        </p:spPr>
        <p:txBody>
          <a:bodyPr wrap="square" rtlCol="0">
            <a:spAutoFit/>
          </a:bodyPr>
          <a:lstStyle/>
          <a:p>
            <a:pPr algn="ctr"/>
            <a:r>
              <a:rPr lang="en-US" sz="1600" b="1" dirty="0" smtClean="0"/>
              <a:t>SAS </a:t>
            </a:r>
          </a:p>
          <a:p>
            <a:pPr algn="ctr"/>
            <a:r>
              <a:rPr lang="en-US" sz="1600" b="1" dirty="0" smtClean="0"/>
              <a:t>Farm</a:t>
            </a:r>
            <a:endParaRPr lang="en-US" sz="1600" b="1" dirty="0"/>
          </a:p>
        </p:txBody>
      </p:sp>
      <p:sp>
        <p:nvSpPr>
          <p:cNvPr id="49" name="Rectangle 48"/>
          <p:cNvSpPr/>
          <p:nvPr/>
        </p:nvSpPr>
        <p:spPr>
          <a:xfrm>
            <a:off x="457200" y="1143000"/>
            <a:ext cx="5991749" cy="483934"/>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0" name="TextBox 49"/>
          <p:cNvSpPr txBox="1"/>
          <p:nvPr/>
        </p:nvSpPr>
        <p:spPr>
          <a:xfrm>
            <a:off x="439487" y="1143000"/>
            <a:ext cx="6009462" cy="461665"/>
          </a:xfrm>
          <a:prstGeom prst="rect">
            <a:avLst/>
          </a:prstGeom>
          <a:noFill/>
        </p:spPr>
        <p:txBody>
          <a:bodyPr wrap="square" rtlCol="0">
            <a:spAutoFit/>
          </a:bodyPr>
          <a:lstStyle/>
          <a:p>
            <a:pPr algn="ctr"/>
            <a:r>
              <a:rPr lang="en-US" sz="2400" b="1" dirty="0" smtClean="0"/>
              <a:t>VISTA Shadow System(s</a:t>
            </a:r>
            <a:r>
              <a:rPr lang="en-US" sz="2000" b="1" dirty="0" smtClean="0"/>
              <a:t>)</a:t>
            </a:r>
            <a:endParaRPr lang="en-US" sz="2000" b="1" dirty="0"/>
          </a:p>
        </p:txBody>
      </p:sp>
      <p:sp>
        <p:nvSpPr>
          <p:cNvPr id="51" name="Rectangle 50"/>
          <p:cNvSpPr/>
          <p:nvPr/>
        </p:nvSpPr>
        <p:spPr>
          <a:xfrm>
            <a:off x="474914" y="1725865"/>
            <a:ext cx="2637068" cy="48393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2" name="TextBox 51"/>
          <p:cNvSpPr txBox="1"/>
          <p:nvPr/>
        </p:nvSpPr>
        <p:spPr>
          <a:xfrm>
            <a:off x="457200" y="1828799"/>
            <a:ext cx="2654782" cy="369332"/>
          </a:xfrm>
          <a:prstGeom prst="rect">
            <a:avLst/>
          </a:prstGeom>
          <a:noFill/>
        </p:spPr>
        <p:txBody>
          <a:bodyPr wrap="square" rtlCol="0">
            <a:spAutoFit/>
          </a:bodyPr>
          <a:lstStyle/>
          <a:p>
            <a:pPr algn="ctr"/>
            <a:r>
              <a:rPr lang="en-US" b="1" dirty="0" smtClean="0"/>
              <a:t>FDW/RDW</a:t>
            </a:r>
            <a:endParaRPr lang="en-US" b="1" dirty="0"/>
          </a:p>
        </p:txBody>
      </p:sp>
      <p:sp>
        <p:nvSpPr>
          <p:cNvPr id="53" name="Rectangle 52"/>
          <p:cNvSpPr/>
          <p:nvPr/>
        </p:nvSpPr>
        <p:spPr>
          <a:xfrm>
            <a:off x="3318302" y="1750783"/>
            <a:ext cx="2164079" cy="48393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4" name="TextBox 53"/>
          <p:cNvSpPr txBox="1"/>
          <p:nvPr/>
        </p:nvSpPr>
        <p:spPr>
          <a:xfrm>
            <a:off x="3318302" y="1828799"/>
            <a:ext cx="2168098" cy="369332"/>
          </a:xfrm>
          <a:prstGeom prst="rect">
            <a:avLst/>
          </a:prstGeom>
          <a:noFill/>
        </p:spPr>
        <p:txBody>
          <a:bodyPr wrap="square" rtlCol="0">
            <a:spAutoFit/>
          </a:bodyPr>
          <a:lstStyle/>
          <a:p>
            <a:pPr algn="ctr"/>
            <a:r>
              <a:rPr lang="en-US" b="1" dirty="0" smtClean="0"/>
              <a:t>VX-130</a:t>
            </a:r>
            <a:endParaRPr lang="en-US" b="1" dirty="0"/>
          </a:p>
        </p:txBody>
      </p:sp>
      <p:sp>
        <p:nvSpPr>
          <p:cNvPr id="55" name="Rounded Rectangle 54"/>
          <p:cNvSpPr/>
          <p:nvPr/>
        </p:nvSpPr>
        <p:spPr>
          <a:xfrm>
            <a:off x="7909560" y="4616778"/>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dirty="0"/>
          </a:p>
        </p:txBody>
      </p:sp>
      <p:sp>
        <p:nvSpPr>
          <p:cNvPr id="56" name="TextBox 55"/>
          <p:cNvSpPr txBox="1"/>
          <p:nvPr/>
        </p:nvSpPr>
        <p:spPr>
          <a:xfrm>
            <a:off x="7905541" y="4750813"/>
            <a:ext cx="1009859" cy="584775"/>
          </a:xfrm>
          <a:prstGeom prst="rect">
            <a:avLst/>
          </a:prstGeom>
          <a:noFill/>
        </p:spPr>
        <p:txBody>
          <a:bodyPr wrap="square" rtlCol="0">
            <a:spAutoFit/>
          </a:bodyPr>
          <a:lstStyle/>
          <a:p>
            <a:pPr algn="ctr"/>
            <a:r>
              <a:rPr lang="en-US" sz="1600" b="1" dirty="0" smtClean="0"/>
              <a:t>Backup</a:t>
            </a:r>
          </a:p>
          <a:p>
            <a:pPr algn="ctr"/>
            <a:r>
              <a:rPr lang="en-US" sz="1600" b="1" dirty="0" smtClean="0"/>
              <a:t>Farm</a:t>
            </a:r>
          </a:p>
        </p:txBody>
      </p:sp>
      <p:sp>
        <p:nvSpPr>
          <p:cNvPr id="57" name="Rectangle 56"/>
          <p:cNvSpPr/>
          <p:nvPr/>
        </p:nvSpPr>
        <p:spPr>
          <a:xfrm>
            <a:off x="7051128" y="4050268"/>
            <a:ext cx="1178472" cy="369332"/>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8" name="Oval 57"/>
          <p:cNvSpPr/>
          <p:nvPr/>
        </p:nvSpPr>
        <p:spPr>
          <a:xfrm>
            <a:off x="7117080" y="4086344"/>
            <a:ext cx="274320" cy="274320"/>
          </a:xfrm>
          <a:prstGeom prst="ellipse">
            <a:avLst/>
          </a:prstGeom>
          <a:solidFill>
            <a:srgbClr val="FF000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9" name="Oval 58"/>
          <p:cNvSpPr/>
          <p:nvPr/>
        </p:nvSpPr>
        <p:spPr>
          <a:xfrm>
            <a:off x="7498080" y="4086344"/>
            <a:ext cx="274320" cy="274320"/>
          </a:xfrm>
          <a:prstGeom prst="ellipse">
            <a:avLst/>
          </a:prstGeom>
          <a:solidFill>
            <a:srgbClr val="FFFF0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0" name="Oval 59"/>
          <p:cNvSpPr/>
          <p:nvPr/>
        </p:nvSpPr>
        <p:spPr>
          <a:xfrm>
            <a:off x="7879080" y="4086344"/>
            <a:ext cx="274320" cy="274320"/>
          </a:xfrm>
          <a:prstGeom prst="ellipse">
            <a:avLst/>
          </a:prstGeom>
          <a:solidFill>
            <a:srgbClr val="92D05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1" name="TextBox 60"/>
          <p:cNvSpPr txBox="1"/>
          <p:nvPr/>
        </p:nvSpPr>
        <p:spPr>
          <a:xfrm>
            <a:off x="4952447" y="4102790"/>
            <a:ext cx="2170659" cy="338554"/>
          </a:xfrm>
          <a:prstGeom prst="rect">
            <a:avLst/>
          </a:prstGeom>
          <a:noFill/>
        </p:spPr>
        <p:txBody>
          <a:bodyPr wrap="none" rtlCol="0">
            <a:spAutoFit/>
          </a:bodyPr>
          <a:lstStyle/>
          <a:p>
            <a:r>
              <a:rPr lang="en-US" sz="1400" b="1" dirty="0" smtClean="0"/>
              <a:t>Operation </a:t>
            </a:r>
            <a:r>
              <a:rPr lang="en-US" sz="1600" b="1" dirty="0" smtClean="0"/>
              <a:t>Dashboard</a:t>
            </a:r>
            <a:endParaRPr lang="en-US" sz="1400" b="1" dirty="0"/>
          </a:p>
        </p:txBody>
      </p:sp>
      <p:sp>
        <p:nvSpPr>
          <p:cNvPr id="62" name="Rectangle 61"/>
          <p:cNvSpPr/>
          <p:nvPr/>
        </p:nvSpPr>
        <p:spPr>
          <a:xfrm>
            <a:off x="5710983" y="1752599"/>
            <a:ext cx="2061417" cy="48393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3" name="TextBox 62"/>
          <p:cNvSpPr txBox="1"/>
          <p:nvPr/>
        </p:nvSpPr>
        <p:spPr>
          <a:xfrm>
            <a:off x="5710983" y="1830615"/>
            <a:ext cx="2061418" cy="369332"/>
          </a:xfrm>
          <a:prstGeom prst="rect">
            <a:avLst/>
          </a:prstGeom>
          <a:noFill/>
        </p:spPr>
        <p:txBody>
          <a:bodyPr wrap="square" rtlCol="0">
            <a:spAutoFit/>
          </a:bodyPr>
          <a:lstStyle/>
          <a:p>
            <a:pPr algn="ctr"/>
            <a:r>
              <a:rPr lang="en-US" b="1" dirty="0" smtClean="0"/>
              <a:t>Raw</a:t>
            </a:r>
            <a:endParaRPr lang="en-US" b="1" dirty="0"/>
          </a:p>
        </p:txBody>
      </p:sp>
      <p:sp>
        <p:nvSpPr>
          <p:cNvPr id="64" name="Rounded Rectangle 63"/>
          <p:cNvSpPr/>
          <p:nvPr/>
        </p:nvSpPr>
        <p:spPr>
          <a:xfrm>
            <a:off x="76200" y="5867400"/>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dirty="0"/>
          </a:p>
        </p:txBody>
      </p:sp>
      <p:sp>
        <p:nvSpPr>
          <p:cNvPr id="65" name="TextBox 64"/>
          <p:cNvSpPr txBox="1"/>
          <p:nvPr/>
        </p:nvSpPr>
        <p:spPr>
          <a:xfrm>
            <a:off x="76200" y="5983069"/>
            <a:ext cx="1009859" cy="584775"/>
          </a:xfrm>
          <a:prstGeom prst="rect">
            <a:avLst/>
          </a:prstGeom>
          <a:noFill/>
        </p:spPr>
        <p:txBody>
          <a:bodyPr wrap="square" rtlCol="0">
            <a:spAutoFit/>
          </a:bodyPr>
          <a:lstStyle/>
          <a:p>
            <a:pPr algn="ctr"/>
            <a:r>
              <a:rPr lang="en-US" sz="1600" b="1" dirty="0" smtClean="0"/>
              <a:t>TFS</a:t>
            </a:r>
          </a:p>
          <a:p>
            <a:pPr algn="ctr"/>
            <a:r>
              <a:rPr lang="en-US" sz="1600" b="1" dirty="0" smtClean="0"/>
              <a:t>Farm</a:t>
            </a:r>
          </a:p>
        </p:txBody>
      </p:sp>
      <p:sp>
        <p:nvSpPr>
          <p:cNvPr id="66" name="Rounded Rectangle 65"/>
          <p:cNvSpPr/>
          <p:nvPr/>
        </p:nvSpPr>
        <p:spPr>
          <a:xfrm>
            <a:off x="1352341" y="5867400"/>
            <a:ext cx="1005840" cy="914400"/>
          </a:xfrm>
          <a:prstGeom prst="round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600" b="1" dirty="0"/>
          </a:p>
        </p:txBody>
      </p:sp>
      <p:sp>
        <p:nvSpPr>
          <p:cNvPr id="67" name="TextBox 66"/>
          <p:cNvSpPr txBox="1"/>
          <p:nvPr/>
        </p:nvSpPr>
        <p:spPr>
          <a:xfrm>
            <a:off x="1352341" y="5867400"/>
            <a:ext cx="1009859" cy="738664"/>
          </a:xfrm>
          <a:prstGeom prst="rect">
            <a:avLst/>
          </a:prstGeom>
          <a:noFill/>
        </p:spPr>
        <p:txBody>
          <a:bodyPr wrap="square" rtlCol="0">
            <a:spAutoFit/>
          </a:bodyPr>
          <a:lstStyle/>
          <a:p>
            <a:pPr algn="ctr"/>
            <a:r>
              <a:rPr lang="en-US" sz="1400" b="1" dirty="0" smtClean="0"/>
              <a:t>Remote</a:t>
            </a:r>
          </a:p>
          <a:p>
            <a:pPr algn="ctr"/>
            <a:r>
              <a:rPr lang="en-US" sz="1400" b="1" dirty="0" smtClean="0"/>
              <a:t>Desktop Farm</a:t>
            </a:r>
          </a:p>
        </p:txBody>
      </p:sp>
      <p:sp>
        <p:nvSpPr>
          <p:cNvPr id="73" name="TextBox 72"/>
          <p:cNvSpPr txBox="1"/>
          <p:nvPr/>
        </p:nvSpPr>
        <p:spPr>
          <a:xfrm>
            <a:off x="4042059" y="4648200"/>
            <a:ext cx="987141" cy="830997"/>
          </a:xfrm>
          <a:prstGeom prst="rect">
            <a:avLst/>
          </a:prstGeom>
          <a:noFill/>
        </p:spPr>
        <p:txBody>
          <a:bodyPr wrap="square" rtlCol="0">
            <a:spAutoFit/>
          </a:bodyPr>
          <a:lstStyle/>
          <a:p>
            <a:pPr algn="ctr"/>
            <a:r>
              <a:rPr lang="en-US" sz="1600" b="1" dirty="0" smtClean="0"/>
              <a:t>ESRI GIS</a:t>
            </a:r>
          </a:p>
          <a:p>
            <a:pPr algn="ctr"/>
            <a:r>
              <a:rPr lang="en-US" sz="1600" b="1" dirty="0" smtClean="0"/>
              <a:t>Farm</a:t>
            </a:r>
            <a:endParaRPr lang="en-US" sz="1600" b="1" dirty="0"/>
          </a:p>
        </p:txBody>
      </p:sp>
      <p:sp>
        <p:nvSpPr>
          <p:cNvPr id="3" name="Rectangle 2"/>
          <p:cNvSpPr/>
          <p:nvPr/>
        </p:nvSpPr>
        <p:spPr>
          <a:xfrm>
            <a:off x="76200" y="4574608"/>
            <a:ext cx="8991600" cy="2207191"/>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95870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vhaconerdosj\Desktop\nlp_conference\USS-Enterprise_V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62400" y="1639252"/>
            <a:ext cx="3276600" cy="21707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vhaconerdosj\Desktop\nlp_conference\cdw_logo_update_p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76200"/>
            <a:ext cx="7162800" cy="838200"/>
          </a:xfrm>
        </p:spPr>
        <p:txBody>
          <a:bodyPr>
            <a:noAutofit/>
          </a:bodyPr>
          <a:lstStyle/>
          <a:p>
            <a:pPr algn="ctr"/>
            <a:r>
              <a:rPr lang="en-US" sz="4400" dirty="0" smtClean="0"/>
              <a:t>Reflections on Enterprise</a:t>
            </a:r>
            <a:endParaRPr lang="en-US" sz="4400" dirty="0"/>
          </a:p>
        </p:txBody>
      </p:sp>
      <p:pic>
        <p:nvPicPr>
          <p:cNvPr id="1026" name="Picture 2" descr="C:\Users\vhaconerdosj\Desktop\nlp_conference\enterprise ny.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53000" y="4038600"/>
            <a:ext cx="3813757" cy="2585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vhaconerdosj\Desktop\nlp_conference\enterprise_smithsonian.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8600" y="4096788"/>
            <a:ext cx="4480165" cy="2526812"/>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vhaconerdosj\Desktop\Aircraft_carrier_USS_Enterprise_CV-6_Passing_Downtown_New_York_City_on_Hudson_River.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8600" y="1066850"/>
            <a:ext cx="3505200" cy="277945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180515" y="3055203"/>
            <a:ext cx="1963485" cy="830997"/>
          </a:xfrm>
          <a:prstGeom prst="rect">
            <a:avLst/>
          </a:prstGeom>
          <a:noFill/>
          <a:ln w="38100">
            <a:solidFill>
              <a:schemeClr val="tx1"/>
            </a:solidFill>
          </a:ln>
        </p:spPr>
        <p:txBody>
          <a:bodyPr wrap="square" rtlCol="0">
            <a:spAutoFit/>
          </a:bodyPr>
          <a:lstStyle/>
          <a:p>
            <a:r>
              <a:rPr lang="en-US" sz="1200" b="1" dirty="0" smtClean="0"/>
              <a:t>USS Enterprise CV 6</a:t>
            </a:r>
          </a:p>
          <a:p>
            <a:r>
              <a:rPr lang="en-US" sz="1200" b="1" dirty="0"/>
              <a:t>USS Enterprise CV </a:t>
            </a:r>
            <a:r>
              <a:rPr lang="en-US" sz="1200" b="1" dirty="0" smtClean="0"/>
              <a:t>66</a:t>
            </a:r>
          </a:p>
          <a:p>
            <a:r>
              <a:rPr lang="en-US" sz="1200" b="1" dirty="0" smtClean="0"/>
              <a:t>Starship Enterprise</a:t>
            </a:r>
          </a:p>
          <a:p>
            <a:r>
              <a:rPr lang="en-US" sz="1200" b="1" dirty="0" smtClean="0"/>
              <a:t>Space Shuttle Enterprise</a:t>
            </a:r>
            <a:endParaRPr lang="en-US" sz="1200" b="1" dirty="0"/>
          </a:p>
        </p:txBody>
      </p:sp>
    </p:spTree>
    <p:extLst>
      <p:ext uri="{BB962C8B-B14F-4D97-AF65-F5344CB8AC3E}">
        <p14:creationId xmlns:p14="http://schemas.microsoft.com/office/powerpoint/2010/main" val="26040995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C:\Users\vhaconerdosj\Desktop\CVE-74_NehentaBay.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0371" y="1435071"/>
            <a:ext cx="4093029" cy="207012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vhaconerdosj\Desktop\nlp_conference\cdw_logo_update_p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C:\Users\vhaconerdosj\Desktop\nlp_conference\07_uss_enterprise_cv_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850" y="533400"/>
            <a:ext cx="3681550" cy="29809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76200"/>
            <a:ext cx="8534400" cy="838200"/>
          </a:xfrm>
        </p:spPr>
        <p:txBody>
          <a:bodyPr>
            <a:noAutofit/>
          </a:bodyPr>
          <a:lstStyle/>
          <a:p>
            <a:pPr algn="ctr"/>
            <a:r>
              <a:rPr lang="en-US" sz="4400" dirty="0" smtClean="0"/>
              <a:t>USS Enterprise and USS </a:t>
            </a:r>
            <a:r>
              <a:rPr lang="en-US" sz="4400" dirty="0" err="1" smtClean="0"/>
              <a:t>Nehenta</a:t>
            </a:r>
            <a:r>
              <a:rPr lang="en-US" sz="4400" dirty="0" smtClean="0"/>
              <a:t> Bay</a:t>
            </a:r>
            <a:endParaRPr lang="en-US" sz="4400" dirty="0"/>
          </a:p>
        </p:txBody>
      </p:sp>
      <p:sp>
        <p:nvSpPr>
          <p:cNvPr id="3" name="Rectangle 2"/>
          <p:cNvSpPr/>
          <p:nvPr/>
        </p:nvSpPr>
        <p:spPr>
          <a:xfrm>
            <a:off x="161109" y="3962400"/>
            <a:ext cx="8686800" cy="2862322"/>
          </a:xfrm>
          <a:prstGeom prst="rect">
            <a:avLst/>
          </a:prstGeom>
        </p:spPr>
        <p:txBody>
          <a:bodyPr wrap="square">
            <a:spAutoFit/>
          </a:bodyPr>
          <a:lstStyle/>
          <a:p>
            <a:r>
              <a:rPr lang="en-US" b="1" dirty="0"/>
              <a:t> </a:t>
            </a:r>
            <a:r>
              <a:rPr lang="en-US" b="1" dirty="0" smtClean="0"/>
              <a:t>USS </a:t>
            </a:r>
            <a:r>
              <a:rPr lang="en-US" b="1" dirty="0"/>
              <a:t>Enterprise CV6 </a:t>
            </a:r>
            <a:r>
              <a:rPr lang="en-US" b="1" dirty="0" smtClean="0"/>
              <a:t> entered </a:t>
            </a:r>
            <a:r>
              <a:rPr lang="en-US" b="1" dirty="0"/>
              <a:t>World War II on the morning of December 7, 1941, when her scout planes encountered the Japanese squadrons attacking Pearl Harbor. Not until May 14, 1945, when a Kamikaze attack off Kyushu, Japan, left </a:t>
            </a:r>
            <a:r>
              <a:rPr lang="en-US" b="1" dirty="0" smtClean="0"/>
              <a:t> a </a:t>
            </a:r>
            <a:r>
              <a:rPr lang="en-US" b="1" dirty="0"/>
              <a:t>gaping hole in her flight deck, was she forced to leave the war</a:t>
            </a:r>
            <a:r>
              <a:rPr lang="en-US" b="1" dirty="0" smtClean="0"/>
              <a:t>.</a:t>
            </a:r>
            <a:endParaRPr lang="en-US" b="1" dirty="0"/>
          </a:p>
          <a:p>
            <a:r>
              <a:rPr lang="en-US" b="1" dirty="0" smtClean="0"/>
              <a:t> </a:t>
            </a:r>
          </a:p>
          <a:p>
            <a:r>
              <a:rPr lang="en-US" b="1" dirty="0" smtClean="0"/>
              <a:t>Of </a:t>
            </a:r>
            <a:r>
              <a:rPr lang="en-US" b="1" dirty="0"/>
              <a:t>the more than twenty major actions of the Pacific War, </a:t>
            </a:r>
            <a:r>
              <a:rPr lang="en-US" b="1" i="1" dirty="0"/>
              <a:t>Enterprise</a:t>
            </a:r>
            <a:r>
              <a:rPr lang="en-US" b="1" dirty="0"/>
              <a:t> engaged in all but two. Her planes and guns downed 911 enemy planes; her bombers sank 71 ships, and damaged or destroyed 192 more. Her presence inspired both pride and fear: pride in her still unmatched combat record, and fear in the knowledge that </a:t>
            </a:r>
            <a:r>
              <a:rPr lang="en-US" b="1" i="1" dirty="0"/>
              <a:t>Enterprise</a:t>
            </a:r>
            <a:r>
              <a:rPr lang="en-US" b="1" dirty="0"/>
              <a:t> and hard fighting were never far apart</a:t>
            </a:r>
            <a:r>
              <a:rPr lang="en-US" b="1" dirty="0" smtClean="0"/>
              <a:t>.</a:t>
            </a:r>
            <a:endParaRPr lang="en-US" b="1" dirty="0"/>
          </a:p>
        </p:txBody>
      </p:sp>
      <p:sp>
        <p:nvSpPr>
          <p:cNvPr id="6" name="TextBox 5"/>
          <p:cNvSpPr txBox="1"/>
          <p:nvPr/>
        </p:nvSpPr>
        <p:spPr>
          <a:xfrm>
            <a:off x="4953000" y="3581400"/>
            <a:ext cx="2864117" cy="369332"/>
          </a:xfrm>
          <a:prstGeom prst="rect">
            <a:avLst/>
          </a:prstGeom>
          <a:noFill/>
        </p:spPr>
        <p:txBody>
          <a:bodyPr wrap="none" rtlCol="0">
            <a:spAutoFit/>
          </a:bodyPr>
          <a:lstStyle/>
          <a:p>
            <a:r>
              <a:rPr lang="en-US" b="1" dirty="0" smtClean="0"/>
              <a:t>USS </a:t>
            </a:r>
            <a:r>
              <a:rPr lang="en-US" b="1" dirty="0" err="1" smtClean="0"/>
              <a:t>Nehenta</a:t>
            </a:r>
            <a:r>
              <a:rPr lang="en-US" b="1" dirty="0" smtClean="0"/>
              <a:t> Bay CVE-74 </a:t>
            </a:r>
            <a:endParaRPr lang="en-US" b="1" dirty="0"/>
          </a:p>
        </p:txBody>
      </p:sp>
      <p:sp>
        <p:nvSpPr>
          <p:cNvPr id="4" name="Rectangle 3"/>
          <p:cNvSpPr/>
          <p:nvPr/>
        </p:nvSpPr>
        <p:spPr>
          <a:xfrm>
            <a:off x="838200" y="3581400"/>
            <a:ext cx="2339743" cy="369332"/>
          </a:xfrm>
          <a:prstGeom prst="rect">
            <a:avLst/>
          </a:prstGeom>
        </p:spPr>
        <p:txBody>
          <a:bodyPr wrap="none">
            <a:spAutoFit/>
          </a:bodyPr>
          <a:lstStyle/>
          <a:p>
            <a:r>
              <a:rPr lang="en-US" b="1" dirty="0"/>
              <a:t>USS Enterprise CV6 </a:t>
            </a:r>
            <a:endParaRPr lang="en-US" dirty="0"/>
          </a:p>
        </p:txBody>
      </p:sp>
    </p:spTree>
    <p:extLst>
      <p:ext uri="{BB962C8B-B14F-4D97-AF65-F5344CB8AC3E}">
        <p14:creationId xmlns:p14="http://schemas.microsoft.com/office/powerpoint/2010/main" val="18121072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52400" y="0"/>
            <a:ext cx="8839200" cy="609600"/>
          </a:xfrm>
        </p:spPr>
        <p:txBody>
          <a:bodyPr>
            <a:noAutofit/>
          </a:bodyPr>
          <a:lstStyle/>
          <a:p>
            <a:pPr algn="ctr"/>
            <a:r>
              <a:rPr lang="en-US" sz="4000" dirty="0" smtClean="0"/>
              <a:t>BISL </a:t>
            </a:r>
            <a:r>
              <a:rPr lang="en-US" sz="4000" dirty="0"/>
              <a:t>E</a:t>
            </a:r>
            <a:r>
              <a:rPr lang="en-US" sz="4000" dirty="0" smtClean="0"/>
              <a:t>nterprise Domain Development</a:t>
            </a:r>
            <a:endParaRPr lang="en-US" sz="4000" dirty="0"/>
          </a:p>
        </p:txBody>
      </p:sp>
      <p:sp>
        <p:nvSpPr>
          <p:cNvPr id="49" name="Rectangle 48"/>
          <p:cNvSpPr/>
          <p:nvPr/>
        </p:nvSpPr>
        <p:spPr>
          <a:xfrm>
            <a:off x="490928" y="1219200"/>
            <a:ext cx="5991749" cy="483934"/>
          </a:xfrm>
          <a:prstGeom prst="rect">
            <a:avLst/>
          </a:prstGeom>
          <a:solidFill>
            <a:schemeClr val="accent1"/>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smtClean="0">
                <a:solidFill>
                  <a:schemeClr val="tx1"/>
                </a:solidFill>
              </a:rPr>
              <a:t>VistA Shadow Systems</a:t>
            </a:r>
            <a:endParaRPr lang="en-US" sz="2000" b="1" dirty="0">
              <a:solidFill>
                <a:schemeClr val="tx1"/>
              </a:solidFill>
            </a:endParaRPr>
          </a:p>
        </p:txBody>
      </p:sp>
      <p:sp>
        <p:nvSpPr>
          <p:cNvPr id="4" name="Rectangle 3"/>
          <p:cNvSpPr/>
          <p:nvPr/>
        </p:nvSpPr>
        <p:spPr>
          <a:xfrm>
            <a:off x="76201" y="2474212"/>
            <a:ext cx="1371600" cy="49758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FDW  </a:t>
            </a:r>
            <a:endParaRPr lang="en-US" b="1" dirty="0"/>
          </a:p>
        </p:txBody>
      </p:sp>
      <p:sp>
        <p:nvSpPr>
          <p:cNvPr id="68" name="Rectangle 67"/>
          <p:cNvSpPr/>
          <p:nvPr/>
        </p:nvSpPr>
        <p:spPr>
          <a:xfrm>
            <a:off x="837662" y="4159083"/>
            <a:ext cx="1143538" cy="533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NVX 130</a:t>
            </a:r>
            <a:endParaRPr lang="en-US" b="1" dirty="0"/>
          </a:p>
        </p:txBody>
      </p:sp>
      <p:sp>
        <p:nvSpPr>
          <p:cNvPr id="69" name="Rectangle 68"/>
          <p:cNvSpPr/>
          <p:nvPr/>
        </p:nvSpPr>
        <p:spPr>
          <a:xfrm>
            <a:off x="533400" y="3352800"/>
            <a:ext cx="1143538" cy="533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Raw </a:t>
            </a:r>
            <a:endParaRPr lang="en-US" b="1" dirty="0"/>
          </a:p>
        </p:txBody>
      </p:sp>
      <p:sp>
        <p:nvSpPr>
          <p:cNvPr id="70" name="Rectangle 69"/>
          <p:cNvSpPr/>
          <p:nvPr/>
        </p:nvSpPr>
        <p:spPr>
          <a:xfrm>
            <a:off x="556437" y="5029200"/>
            <a:ext cx="1143538" cy="533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CDW </a:t>
            </a:r>
            <a:endParaRPr lang="en-US" b="1" dirty="0"/>
          </a:p>
        </p:txBody>
      </p:sp>
      <p:sp>
        <p:nvSpPr>
          <p:cNvPr id="6" name="TextBox 5"/>
          <p:cNvSpPr txBox="1"/>
          <p:nvPr/>
        </p:nvSpPr>
        <p:spPr>
          <a:xfrm>
            <a:off x="2133599" y="1752600"/>
            <a:ext cx="6858001" cy="5016758"/>
          </a:xfrm>
          <a:prstGeom prst="rect">
            <a:avLst/>
          </a:prstGeom>
          <a:noFill/>
          <a:ln w="25400">
            <a:solidFill>
              <a:schemeClr val="tx1"/>
            </a:solidFill>
          </a:ln>
        </p:spPr>
        <p:txBody>
          <a:bodyPr wrap="square" rtlCol="0">
            <a:spAutoFit/>
          </a:bodyPr>
          <a:lstStyle/>
          <a:p>
            <a:pPr marL="285750" indent="-285750">
              <a:buFont typeface="Arial" panose="020B0604020202020204" pitchFamily="34" charset="0"/>
              <a:buChar char="•"/>
            </a:pPr>
            <a:r>
              <a:rPr lang="en-US" sz="2000" b="1" dirty="0" smtClean="0"/>
              <a:t>FDW shadows with VistA in real time. </a:t>
            </a:r>
            <a:r>
              <a:rPr lang="en-US" sz="2000" b="1" dirty="0"/>
              <a:t> </a:t>
            </a:r>
            <a:r>
              <a:rPr lang="en-US" sz="2000" b="1" dirty="0" smtClean="0"/>
              <a:t>Data is not indexed  or modeled or collapsed into domains. Hardware is optimized for shadowing, ETLs are driven off of the FDW for CDW 24 X 7. </a:t>
            </a:r>
          </a:p>
          <a:p>
            <a:pPr marL="285750" indent="-285750">
              <a:buFont typeface="Arial" panose="020B0604020202020204" pitchFamily="34" charset="0"/>
              <a:buChar char="•"/>
            </a:pPr>
            <a:r>
              <a:rPr lang="en-US" sz="2000" b="1" dirty="0" smtClean="0"/>
              <a:t>VX 130 uses ETL processes to shadow selected fields in FDW and move it into CDW or RDW </a:t>
            </a:r>
            <a:r>
              <a:rPr lang="en-US" sz="2000" b="1" dirty="0" err="1" smtClean="0"/>
              <a:t>DBs.</a:t>
            </a:r>
            <a:r>
              <a:rPr lang="en-US" sz="2000" b="1" dirty="0" smtClean="0"/>
              <a:t> </a:t>
            </a:r>
            <a:r>
              <a:rPr lang="en-US" sz="2000" b="1" dirty="0"/>
              <a:t> </a:t>
            </a:r>
            <a:r>
              <a:rPr lang="en-US" sz="2000" b="1" dirty="0" smtClean="0"/>
              <a:t>Requires work. Some modeling and transformation can happen. Daily updates though ETL. Multiple tables. </a:t>
            </a:r>
          </a:p>
          <a:p>
            <a:pPr marL="285750" indent="-285750">
              <a:buFont typeface="Arial" panose="020B0604020202020204" pitchFamily="34" charset="0"/>
              <a:buChar char="•"/>
            </a:pPr>
            <a:r>
              <a:rPr lang="en-US" sz="2000" b="1" dirty="0" smtClean="0"/>
              <a:t>Raw is extracted from VistA or the VistA shadows on a bi-weekly or monthly schedule with little transformations, indexes, or changes to naming conventions. Multiple tables. </a:t>
            </a:r>
          </a:p>
          <a:p>
            <a:pPr marL="285750" indent="-285750">
              <a:buFont typeface="Arial" panose="020B0604020202020204" pitchFamily="34" charset="0"/>
              <a:buChar char="•"/>
            </a:pPr>
            <a:r>
              <a:rPr lang="en-US" sz="2000" b="1" dirty="0" smtClean="0"/>
              <a:t>CDW is highly modeled and highly indexed with multiple tables collapsed into more logical subject domains. Unique SID for each row allows incremental ETL loading. </a:t>
            </a:r>
            <a:endParaRPr lang="en-US" sz="2000" b="1" dirty="0"/>
          </a:p>
        </p:txBody>
      </p:sp>
      <p:sp>
        <p:nvSpPr>
          <p:cNvPr id="71" name="Rectangle 70"/>
          <p:cNvSpPr/>
          <p:nvPr/>
        </p:nvSpPr>
        <p:spPr>
          <a:xfrm>
            <a:off x="490928" y="609600"/>
            <a:ext cx="5991749" cy="483934"/>
          </a:xfrm>
          <a:prstGeom prst="rect">
            <a:avLst/>
          </a:prstGeom>
          <a:solidFill>
            <a:schemeClr val="accent1"/>
          </a:solidFill>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smtClean="0">
                <a:solidFill>
                  <a:schemeClr val="tx1"/>
                </a:solidFill>
              </a:rPr>
              <a:t>VistA  130 Distinct Systems</a:t>
            </a:r>
            <a:endParaRPr lang="en-US" sz="2000" b="1" dirty="0">
              <a:solidFill>
                <a:schemeClr val="tx1"/>
              </a:solidFill>
            </a:endParaRPr>
          </a:p>
        </p:txBody>
      </p:sp>
      <p:sp>
        <p:nvSpPr>
          <p:cNvPr id="72" name="Left-Right Arrow 71"/>
          <p:cNvSpPr/>
          <p:nvPr/>
        </p:nvSpPr>
        <p:spPr>
          <a:xfrm rot="5400000">
            <a:off x="3299460" y="1089660"/>
            <a:ext cx="22860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75" name="Left-Right Arrow 74"/>
          <p:cNvSpPr/>
          <p:nvPr/>
        </p:nvSpPr>
        <p:spPr>
          <a:xfrm rot="8192300">
            <a:off x="729795" y="2044682"/>
            <a:ext cx="786277"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27" name="Left-Up Arrow 26"/>
          <p:cNvSpPr/>
          <p:nvPr/>
        </p:nvSpPr>
        <p:spPr>
          <a:xfrm rot="5400000">
            <a:off x="-912384" y="4040618"/>
            <a:ext cx="2391132" cy="348036"/>
          </a:xfrm>
          <a:prstGeom prst="leftUpArrow">
            <a:avLst>
              <a:gd name="adj1" fmla="val 25000"/>
              <a:gd name="adj2" fmla="val 26450"/>
              <a:gd name="adj3" fmla="val 25000"/>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Left-Right Arrow 79"/>
          <p:cNvSpPr/>
          <p:nvPr/>
        </p:nvSpPr>
        <p:spPr>
          <a:xfrm rot="5400000">
            <a:off x="906711" y="2476434"/>
            <a:ext cx="141746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81" name="Left-Right Arrow 80"/>
          <p:cNvSpPr/>
          <p:nvPr/>
        </p:nvSpPr>
        <p:spPr>
          <a:xfrm rot="5400000">
            <a:off x="807275" y="2857433"/>
            <a:ext cx="2179458"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16" name="Left-Right Arrow 15"/>
          <p:cNvSpPr/>
          <p:nvPr/>
        </p:nvSpPr>
        <p:spPr>
          <a:xfrm rot="5400000">
            <a:off x="1186145" y="4787182"/>
            <a:ext cx="24899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17" name="Left-Right Arrow 16"/>
          <p:cNvSpPr/>
          <p:nvPr/>
        </p:nvSpPr>
        <p:spPr>
          <a:xfrm rot="5400000">
            <a:off x="180758" y="4371757"/>
            <a:ext cx="979605"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Tree>
    <p:extLst>
      <p:ext uri="{BB962C8B-B14F-4D97-AF65-F5344CB8AC3E}">
        <p14:creationId xmlns:p14="http://schemas.microsoft.com/office/powerpoint/2010/main" val="210842028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0" y="152400"/>
            <a:ext cx="9144000" cy="1828800"/>
          </a:xfrm>
        </p:spPr>
        <p:txBody>
          <a:bodyPr>
            <a:noAutofit/>
          </a:bodyPr>
          <a:lstStyle/>
          <a:p>
            <a:pPr algn="ctr"/>
            <a:r>
              <a:rPr lang="en-US" sz="4000" dirty="0" smtClean="0"/>
              <a:t>BISL </a:t>
            </a:r>
            <a:r>
              <a:rPr lang="en-US" sz="4000" dirty="0"/>
              <a:t>E</a:t>
            </a:r>
            <a:r>
              <a:rPr lang="en-US" sz="4000" dirty="0" smtClean="0"/>
              <a:t>nterprise Radiology Domain Built in Raw and NVX 130 and here is the </a:t>
            </a:r>
            <a:r>
              <a:rPr lang="en-US" sz="4000" dirty="0" smtClean="0"/>
              <a:t>Metadata</a:t>
            </a:r>
            <a:endParaRPr lang="en-US" sz="4000" dirty="0"/>
          </a:p>
        </p:txBody>
      </p:sp>
      <p:graphicFrame>
        <p:nvGraphicFramePr>
          <p:cNvPr id="8" name="Table 7"/>
          <p:cNvGraphicFramePr>
            <a:graphicFrameLocks noGrp="1"/>
          </p:cNvGraphicFramePr>
          <p:nvPr>
            <p:extLst>
              <p:ext uri="{D42A27DB-BD31-4B8C-83A1-F6EECF244321}">
                <p14:modId xmlns:p14="http://schemas.microsoft.com/office/powerpoint/2010/main" val="3499124393"/>
              </p:ext>
            </p:extLst>
          </p:nvPr>
        </p:nvGraphicFramePr>
        <p:xfrm>
          <a:off x="380999" y="2392680"/>
          <a:ext cx="8458201" cy="4147475"/>
        </p:xfrm>
        <a:graphic>
          <a:graphicData uri="http://schemas.openxmlformats.org/drawingml/2006/table">
            <a:tbl>
              <a:tblPr>
                <a:tableStyleId>{5C22544A-7EE6-4342-B048-85BDC9FD1C3A}</a:tableStyleId>
              </a:tblPr>
              <a:tblGrid>
                <a:gridCol w="2133601"/>
                <a:gridCol w="1910161"/>
                <a:gridCol w="2738039"/>
                <a:gridCol w="1676400"/>
              </a:tblGrid>
              <a:tr h="356580">
                <a:tc>
                  <a:txBody>
                    <a:bodyPr/>
                    <a:lstStyle/>
                    <a:p>
                      <a:pPr algn="l" fontAlgn="b"/>
                      <a:r>
                        <a:rPr lang="en-US" sz="1100" u="none" strike="noStrike" dirty="0">
                          <a:effectLst/>
                        </a:rPr>
                        <a:t>PSCI_CCTS Database Table </a:t>
                      </a:r>
                      <a:endParaRPr lang="en-US" sz="1100" b="1" i="0" u="none" strike="noStrike" dirty="0">
                        <a:solidFill>
                          <a:srgbClr val="000000"/>
                        </a:solidFill>
                        <a:effectLst/>
                        <a:latin typeface="Calibri"/>
                      </a:endParaRPr>
                    </a:p>
                  </a:txBody>
                  <a:tcPr marL="8197" marR="8197" marT="8197" marB="0" anchor="b"/>
                </a:tc>
                <a:tc>
                  <a:txBody>
                    <a:bodyPr/>
                    <a:lstStyle/>
                    <a:p>
                      <a:pPr algn="l" fontAlgn="b"/>
                      <a:r>
                        <a:rPr lang="en-US" sz="1100" u="none" strike="noStrike" dirty="0">
                          <a:effectLst/>
                        </a:rPr>
                        <a:t>PSCI_CCTS </a:t>
                      </a:r>
                      <a:r>
                        <a:rPr lang="en-US" sz="1100" u="none" strike="noStrike" dirty="0" err="1">
                          <a:effectLst/>
                        </a:rPr>
                        <a:t>FieldName</a:t>
                      </a:r>
                      <a:endParaRPr lang="en-US" sz="1100" b="1" i="0" u="none" strike="noStrike" dirty="0">
                        <a:solidFill>
                          <a:srgbClr val="000000"/>
                        </a:solidFill>
                        <a:effectLst/>
                        <a:latin typeface="Calibri"/>
                      </a:endParaRPr>
                    </a:p>
                  </a:txBody>
                  <a:tcPr marL="8197" marR="8197" marT="8197" marB="0" anchor="b"/>
                </a:tc>
                <a:tc>
                  <a:txBody>
                    <a:bodyPr/>
                    <a:lstStyle/>
                    <a:p>
                      <a:pPr algn="l" fontAlgn="b"/>
                      <a:r>
                        <a:rPr lang="en-US" sz="1100" u="none" strike="noStrike">
                          <a:effectLst/>
                        </a:rPr>
                        <a:t>PSCI_CCTS Fields and datatype</a:t>
                      </a:r>
                      <a:endParaRPr lang="en-US" sz="1100" b="1"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Vista Field from CDWRAW</a:t>
                      </a:r>
                      <a:endParaRPr lang="en-US" sz="1100" b="1" i="0" u="none" strike="noStrike">
                        <a:solidFill>
                          <a:srgbClr val="000000"/>
                        </a:solidFill>
                        <a:effectLst/>
                        <a:latin typeface="Calibri"/>
                      </a:endParaRPr>
                    </a:p>
                  </a:txBody>
                  <a:tcPr marL="8197" marR="8197" marT="8197" marB="0" anchor="b"/>
                </a:tc>
              </a:tr>
              <a:tr h="356580">
                <a:tc>
                  <a:txBody>
                    <a:bodyPr/>
                    <a:lstStyle/>
                    <a:p>
                      <a:pPr algn="l" fontAlgn="b"/>
                      <a:r>
                        <a:rPr lang="en-US" sz="1100" u="none" strike="noStrike">
                          <a:effectLst/>
                        </a:rPr>
                        <a:t>[Radiology].[RADNUC_MED_PROCEDURES_71]</a:t>
                      </a:r>
                      <a:endParaRPr lang="en-US" sz="1100" b="0" i="0" u="none" strike="noStrike">
                        <a:solidFill>
                          <a:srgbClr val="000000"/>
                        </a:solidFill>
                        <a:effectLst/>
                        <a:latin typeface="Calibri"/>
                      </a:endParaRPr>
                    </a:p>
                  </a:txBody>
                  <a:tcPr marL="8197" marR="8197" marT="8197" marB="0" anchor="b"/>
                </a:tc>
                <a:tc>
                  <a:txBody>
                    <a:bodyPr/>
                    <a:lstStyle/>
                    <a:p>
                      <a:pPr algn="l" fontAlgn="b"/>
                      <a:endParaRPr lang="en-US" sz="1100" b="0" i="0" u="none" strike="noStrike" dirty="0">
                        <a:solidFill>
                          <a:srgbClr val="000000"/>
                        </a:solidFill>
                        <a:effectLst/>
                        <a:latin typeface="Calibri"/>
                      </a:endParaRPr>
                    </a:p>
                  </a:txBody>
                  <a:tcPr marL="8197" marR="8197" marT="8197" marB="0" anchor="b"/>
                </a:tc>
                <a:tc>
                  <a:txBody>
                    <a:bodyPr/>
                    <a:lstStyle/>
                    <a:p>
                      <a:pPr algn="l" fontAlgn="b"/>
                      <a:endParaRPr lang="en-US" sz="1100" b="0" i="0" u="none" strike="noStrike" dirty="0">
                        <a:solidFill>
                          <a:srgbClr val="000000"/>
                        </a:solidFill>
                        <a:effectLst/>
                        <a:latin typeface="Calibri"/>
                      </a:endParaRPr>
                    </a:p>
                  </a:txBody>
                  <a:tcPr marL="8197" marR="8197" marT="8197" marB="0" anchor="b"/>
                </a:tc>
                <a:tc>
                  <a:txBody>
                    <a:bodyPr/>
                    <a:lstStyle/>
                    <a:p>
                      <a:pPr algn="l" fontAlgn="b"/>
                      <a:endParaRPr lang="en-US" sz="1100" b="0" i="0" u="none" strike="noStrike">
                        <a:solidFill>
                          <a:srgbClr val="000000"/>
                        </a:solidFill>
                        <a:effectLst/>
                        <a:latin typeface="Calibri"/>
                      </a:endParaRPr>
                    </a:p>
                  </a:txBody>
                  <a:tcPr marL="8197" marR="8197" marT="8197" marB="0" anchor="b"/>
                </a:tc>
              </a:tr>
              <a:tr h="182545">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Sta3n</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dirty="0">
                          <a:effectLst/>
                        </a:rPr>
                        <a:t>[Sta3n] [</a:t>
                      </a:r>
                      <a:r>
                        <a:rPr lang="en-US" sz="1100" u="none" strike="noStrike" dirty="0" err="1">
                          <a:effectLst/>
                        </a:rPr>
                        <a:t>int</a:t>
                      </a:r>
                      <a:r>
                        <a:rPr lang="en-US" sz="1100" u="none" strike="noStrike" dirty="0">
                          <a:effectLst/>
                        </a:rPr>
                        <a:t>] NOT NULL</a:t>
                      </a:r>
                      <a:endParaRPr lang="en-US" sz="1100" b="0" i="0" u="none" strike="noStrike" dirty="0">
                        <a:solidFill>
                          <a:srgbClr val="000000"/>
                        </a:solidFill>
                        <a:effectLst/>
                        <a:latin typeface="Calibri"/>
                      </a:endParaRPr>
                    </a:p>
                  </a:txBody>
                  <a:tcPr marL="8197" marR="8197" marT="8197" marB="0" anchor="b"/>
                </a:tc>
                <a:tc>
                  <a:txBody>
                    <a:bodyPr/>
                    <a:lstStyle/>
                    <a:p>
                      <a:pPr algn="l" fontAlgn="b"/>
                      <a:r>
                        <a:rPr lang="en-US" sz="1100" u="none" strike="noStrike">
                          <a:effectLst/>
                        </a:rPr>
                        <a:t>station__no</a:t>
                      </a:r>
                      <a:endParaRPr lang="en-US" sz="1100" b="0" i="0" u="none" strike="noStrike">
                        <a:solidFill>
                          <a:srgbClr val="000000"/>
                        </a:solidFill>
                        <a:effectLst/>
                        <a:latin typeface="Calibri"/>
                      </a:endParaRPr>
                    </a:p>
                  </a:txBody>
                  <a:tcPr marL="8197" marR="8197" marT="8197" marB="0" anchor="b"/>
                </a:tc>
              </a:tr>
              <a:tr h="182545">
                <a:tc>
                  <a:txBody>
                    <a:bodyPr/>
                    <a:lstStyle/>
                    <a:p>
                      <a:pPr algn="l" fontAlgn="b"/>
                      <a:endParaRPr lang="en-US" sz="1100" b="0" i="0" u="none" strike="noStrike" dirty="0">
                        <a:solidFill>
                          <a:srgbClr val="000000"/>
                        </a:solidFill>
                        <a:effectLst/>
                        <a:latin typeface="Calibri"/>
                      </a:endParaRPr>
                    </a:p>
                  </a:txBody>
                  <a:tcPr marL="8197" marR="8197" marT="8197" marB="0" anchor="b"/>
                </a:tc>
                <a:tc>
                  <a:txBody>
                    <a:bodyPr/>
                    <a:lstStyle/>
                    <a:p>
                      <a:pPr algn="l" fontAlgn="b"/>
                      <a:r>
                        <a:rPr lang="en-US" sz="1100" u="none" strike="noStrike">
                          <a:effectLst/>
                        </a:rPr>
                        <a:t>RowID</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[RowID] [int] NULL</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row_id</a:t>
                      </a:r>
                      <a:endParaRPr lang="en-US" sz="1100" b="0" i="0" u="none" strike="noStrike">
                        <a:solidFill>
                          <a:srgbClr val="000000"/>
                        </a:solidFill>
                        <a:effectLst/>
                        <a:latin typeface="Calibri"/>
                      </a:endParaRPr>
                    </a:p>
                  </a:txBody>
                  <a:tcPr marL="8197" marR="8197" marT="8197" marB="0" anchor="b"/>
                </a:tc>
              </a:tr>
              <a:tr h="182545">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dirty="0">
                          <a:effectLst/>
                        </a:rPr>
                        <a:t>Name</a:t>
                      </a:r>
                      <a:endParaRPr lang="en-US" sz="1100" b="0" i="0" u="none" strike="noStrike" dirty="0">
                        <a:solidFill>
                          <a:srgbClr val="000000"/>
                        </a:solidFill>
                        <a:effectLst/>
                        <a:latin typeface="Calibri"/>
                      </a:endParaRPr>
                    </a:p>
                  </a:txBody>
                  <a:tcPr marL="8197" marR="8197" marT="8197" marB="0" anchor="b"/>
                </a:tc>
                <a:tc>
                  <a:txBody>
                    <a:bodyPr/>
                    <a:lstStyle/>
                    <a:p>
                      <a:pPr algn="l" fontAlgn="b"/>
                      <a:r>
                        <a:rPr lang="en-US" sz="1100" u="none" strike="noStrike">
                          <a:effectLst/>
                        </a:rPr>
                        <a:t>[Name] [varchar](250) NULL</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name</a:t>
                      </a:r>
                      <a:endParaRPr lang="en-US" sz="1100" b="0" i="0" u="none" strike="noStrike">
                        <a:solidFill>
                          <a:srgbClr val="000000"/>
                        </a:solidFill>
                        <a:effectLst/>
                        <a:latin typeface="Calibri"/>
                      </a:endParaRPr>
                    </a:p>
                  </a:txBody>
                  <a:tcPr marL="8197" marR="8197" marT="8197" marB="0" anchor="b"/>
                </a:tc>
              </a:tr>
              <a:tr h="182545">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CptCodeIEN</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[CptCodeIEN] [varchar](30) NULL</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cpt_code</a:t>
                      </a:r>
                      <a:endParaRPr lang="en-US" sz="1100" b="0" i="0" u="none" strike="noStrike">
                        <a:solidFill>
                          <a:srgbClr val="000000"/>
                        </a:solidFill>
                        <a:effectLst/>
                        <a:latin typeface="Calibri"/>
                      </a:endParaRPr>
                    </a:p>
                  </a:txBody>
                  <a:tcPr marL="8197" marR="8197" marT="8197" marB="0" anchor="b"/>
                </a:tc>
              </a:tr>
              <a:tr h="182545">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CptCodeName</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[CptCodeName] [varchar](256) NULL</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cptcodex</a:t>
                      </a:r>
                      <a:endParaRPr lang="en-US" sz="1100" b="0" i="0" u="none" strike="noStrike">
                        <a:solidFill>
                          <a:srgbClr val="000000"/>
                        </a:solidFill>
                        <a:effectLst/>
                        <a:latin typeface="Calibri"/>
                      </a:endParaRPr>
                    </a:p>
                  </a:txBody>
                  <a:tcPr marL="8197" marR="8197" marT="8197" marB="0" anchor="b"/>
                </a:tc>
              </a:tr>
              <a:tr h="182545">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Inactivation_Date</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[Inactivation_Date] [datetime2](0) NULL</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inactivation_date</a:t>
                      </a:r>
                      <a:endParaRPr lang="en-US" sz="1100" b="0" i="0" u="none" strike="noStrike">
                        <a:solidFill>
                          <a:srgbClr val="000000"/>
                        </a:solidFill>
                        <a:effectLst/>
                        <a:latin typeface="Calibri"/>
                      </a:endParaRPr>
                    </a:p>
                  </a:txBody>
                  <a:tcPr marL="8197" marR="8197" marT="8197" marB="0" anchor="b"/>
                </a:tc>
              </a:tr>
              <a:tr h="182545">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endParaRPr lang="en-US" sz="1100" b="0" i="0" u="none" strike="noStrike">
                        <a:solidFill>
                          <a:srgbClr val="000000"/>
                        </a:solidFill>
                        <a:effectLst/>
                        <a:latin typeface="Calibri"/>
                      </a:endParaRPr>
                    </a:p>
                  </a:txBody>
                  <a:tcPr marL="8197" marR="8197" marT="8197" marB="0" anchor="b"/>
                </a:tc>
              </a:tr>
              <a:tr h="356580">
                <a:tc>
                  <a:txBody>
                    <a:bodyPr/>
                    <a:lstStyle/>
                    <a:p>
                      <a:pPr algn="l" fontAlgn="b"/>
                      <a:r>
                        <a:rPr lang="en-US" sz="1100" u="none" strike="noStrike">
                          <a:effectLst/>
                        </a:rPr>
                        <a:t>[Radiology].[RADXX_SECONDARY_DIAGNOST_70_14]</a:t>
                      </a:r>
                      <a:endParaRPr lang="en-US" sz="1100" b="0" i="0" u="none" strike="noStrike">
                        <a:solidFill>
                          <a:srgbClr val="000000"/>
                        </a:solidFill>
                        <a:effectLst/>
                        <a:latin typeface="Calibri"/>
                      </a:endParaRPr>
                    </a:p>
                  </a:txBody>
                  <a:tcPr marL="8197" marR="8197" marT="8197" marB="0" anchor="b"/>
                </a:tc>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endParaRPr lang="en-US" sz="1100" b="0" i="0" u="none" strike="noStrike">
                        <a:solidFill>
                          <a:srgbClr val="000000"/>
                        </a:solidFill>
                        <a:effectLst/>
                        <a:latin typeface="Calibri"/>
                      </a:endParaRPr>
                    </a:p>
                  </a:txBody>
                  <a:tcPr marL="8197" marR="8197" marT="8197" marB="0" anchor="b"/>
                </a:tc>
              </a:tr>
              <a:tr h="182545">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Sta3n</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[Sta3n] [int] NOT NULL</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station__no</a:t>
                      </a:r>
                      <a:endParaRPr lang="en-US" sz="1100" b="0" i="0" u="none" strike="noStrike">
                        <a:solidFill>
                          <a:srgbClr val="000000"/>
                        </a:solidFill>
                        <a:effectLst/>
                        <a:latin typeface="Calibri"/>
                      </a:endParaRPr>
                    </a:p>
                  </a:txBody>
                  <a:tcPr marL="8197" marR="8197" marT="8197" marB="0" anchor="b"/>
                </a:tc>
              </a:tr>
              <a:tr h="182545">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RowID</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[RowID] [varchar](256) NULL</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Row_id</a:t>
                      </a:r>
                      <a:endParaRPr lang="en-US" sz="1100" b="0" i="0" u="none" strike="noStrike">
                        <a:solidFill>
                          <a:srgbClr val="000000"/>
                        </a:solidFill>
                        <a:effectLst/>
                        <a:latin typeface="Calibri"/>
                      </a:endParaRPr>
                    </a:p>
                  </a:txBody>
                  <a:tcPr marL="8197" marR="8197" marT="8197" marB="0" anchor="b"/>
                </a:tc>
              </a:tr>
              <a:tr h="182545">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SubExaminations</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[SubExaminations] [varchar](256) NULL</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sub_examinations</a:t>
                      </a:r>
                      <a:endParaRPr lang="en-US" sz="1100" b="0" i="0" u="none" strike="noStrike">
                        <a:solidFill>
                          <a:srgbClr val="000000"/>
                        </a:solidFill>
                        <a:effectLst/>
                        <a:latin typeface="Calibri"/>
                      </a:endParaRPr>
                    </a:p>
                  </a:txBody>
                  <a:tcPr marL="8197" marR="8197" marT="8197" marB="0" anchor="b"/>
                </a:tc>
              </a:tr>
              <a:tr h="356580">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SecondaryDiagnosticCodeIEN</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[SecondaryDiagnosticCodeIEN] [int] NULL</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secondary_diagnostic_code</a:t>
                      </a:r>
                      <a:endParaRPr lang="en-US" sz="1100" b="0" i="0" u="none" strike="noStrike">
                        <a:solidFill>
                          <a:srgbClr val="000000"/>
                        </a:solidFill>
                        <a:effectLst/>
                        <a:latin typeface="Calibri"/>
                      </a:endParaRPr>
                    </a:p>
                  </a:txBody>
                  <a:tcPr marL="8197" marR="8197" marT="8197" marB="0" anchor="b"/>
                </a:tc>
              </a:tr>
              <a:tr h="356580">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SecondaryDiagnosticCode</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[SecondaryDiagnosticCode] [varchar](256) NULL</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secondarydiagnosticcodex</a:t>
                      </a:r>
                      <a:endParaRPr lang="en-US" sz="1100" b="0" i="0" u="none" strike="noStrike">
                        <a:solidFill>
                          <a:srgbClr val="000000"/>
                        </a:solidFill>
                        <a:effectLst/>
                        <a:latin typeface="Calibri"/>
                      </a:endParaRPr>
                    </a:p>
                  </a:txBody>
                  <a:tcPr marL="8197" marR="8197" marT="8197" marB="0" anchor="b"/>
                </a:tc>
              </a:tr>
              <a:tr h="356580">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SecondaryDxPrintDate</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[SecondaryDxPrintDate] [datetime2](0) NULL</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secondary_dx_print_date</a:t>
                      </a:r>
                      <a:endParaRPr lang="en-US" sz="1100" b="0" i="0" u="none" strike="noStrike">
                        <a:solidFill>
                          <a:srgbClr val="000000"/>
                        </a:solidFill>
                        <a:effectLst/>
                        <a:latin typeface="Calibri"/>
                      </a:endParaRPr>
                    </a:p>
                  </a:txBody>
                  <a:tcPr marL="8197" marR="8197" marT="8197" marB="0" anchor="b"/>
                </a:tc>
              </a:tr>
              <a:tr h="182545">
                <a:tc>
                  <a:txBody>
                    <a:bodyPr/>
                    <a:lstStyle/>
                    <a:p>
                      <a:pPr algn="l" fontAlgn="b"/>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LastUpdate</a:t>
                      </a:r>
                      <a:endParaRPr lang="en-US" sz="1100" b="0" i="0" u="none" strike="noStrike">
                        <a:solidFill>
                          <a:srgbClr val="000000"/>
                        </a:solidFill>
                        <a:effectLst/>
                        <a:latin typeface="Calibri"/>
                      </a:endParaRPr>
                    </a:p>
                  </a:txBody>
                  <a:tcPr marL="8197" marR="8197" marT="8197" marB="0" anchor="b"/>
                </a:tc>
                <a:tc>
                  <a:txBody>
                    <a:bodyPr/>
                    <a:lstStyle/>
                    <a:p>
                      <a:pPr algn="l" fontAlgn="b"/>
                      <a:r>
                        <a:rPr lang="en-US" sz="1100" u="none" strike="noStrike">
                          <a:effectLst/>
                        </a:rPr>
                        <a:t>[LastUpdate] [datetime2](0) NULL</a:t>
                      </a:r>
                      <a:endParaRPr lang="en-US" sz="1100" b="0" i="0" u="none" strike="noStrike">
                        <a:solidFill>
                          <a:srgbClr val="000000"/>
                        </a:solidFill>
                        <a:effectLst/>
                        <a:latin typeface="Calibri"/>
                      </a:endParaRPr>
                    </a:p>
                  </a:txBody>
                  <a:tcPr marL="8197" marR="8197" marT="8197" marB="0" anchor="b"/>
                </a:tc>
                <a:tc>
                  <a:txBody>
                    <a:bodyPr/>
                    <a:lstStyle/>
                    <a:p>
                      <a:pPr algn="l" fontAlgn="b"/>
                      <a:endParaRPr lang="en-US" sz="1100" b="0" i="0" u="none" strike="noStrike" dirty="0">
                        <a:solidFill>
                          <a:srgbClr val="000000"/>
                        </a:solidFill>
                        <a:effectLst/>
                        <a:latin typeface="Calibri"/>
                      </a:endParaRPr>
                    </a:p>
                  </a:txBody>
                  <a:tcPr marL="8197" marR="8197" marT="8197" marB="0" anchor="b"/>
                </a:tc>
              </a:tr>
            </a:tbl>
          </a:graphicData>
        </a:graphic>
      </p:graphicFrame>
      <p:sp>
        <p:nvSpPr>
          <p:cNvPr id="4" name="TextBox 3"/>
          <p:cNvSpPr txBox="1"/>
          <p:nvPr/>
        </p:nvSpPr>
        <p:spPr>
          <a:xfrm>
            <a:off x="1435037" y="1981200"/>
            <a:ext cx="6184963" cy="369332"/>
          </a:xfrm>
          <a:prstGeom prst="rect">
            <a:avLst/>
          </a:prstGeom>
          <a:noFill/>
        </p:spPr>
        <p:txBody>
          <a:bodyPr wrap="none" rtlCol="0">
            <a:spAutoFit/>
          </a:bodyPr>
          <a:lstStyle/>
          <a:p>
            <a:r>
              <a:rPr lang="en-US" b="1" dirty="0"/>
              <a:t>Rob Woody, Donna Reagan, Beth </a:t>
            </a:r>
            <a:r>
              <a:rPr lang="en-US" b="1" dirty="0" smtClean="0"/>
              <a:t>Gibson, NVX 130 Team</a:t>
            </a:r>
            <a:endParaRPr lang="en-US" b="1" dirty="0"/>
          </a:p>
        </p:txBody>
      </p:sp>
    </p:spTree>
    <p:extLst>
      <p:ext uri="{BB962C8B-B14F-4D97-AF65-F5344CB8AC3E}">
        <p14:creationId xmlns:p14="http://schemas.microsoft.com/office/powerpoint/2010/main" val="42788456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52400" y="0"/>
            <a:ext cx="8839200" cy="914400"/>
          </a:xfrm>
        </p:spPr>
        <p:txBody>
          <a:bodyPr>
            <a:noAutofit/>
          </a:bodyPr>
          <a:lstStyle/>
          <a:p>
            <a:pPr algn="ctr"/>
            <a:r>
              <a:rPr lang="en-US" sz="4000" dirty="0" smtClean="0"/>
              <a:t>BISL </a:t>
            </a:r>
            <a:r>
              <a:rPr lang="en-US" sz="4000" dirty="0"/>
              <a:t>E</a:t>
            </a:r>
            <a:r>
              <a:rPr lang="en-US" sz="4000" dirty="0" smtClean="0"/>
              <a:t>nterprise Radiology Domain</a:t>
            </a:r>
            <a:endParaRPr lang="en-US" sz="4000" dirty="0"/>
          </a:p>
        </p:txBody>
      </p:sp>
      <p:graphicFrame>
        <p:nvGraphicFramePr>
          <p:cNvPr id="4" name="Table 3"/>
          <p:cNvGraphicFramePr>
            <a:graphicFrameLocks noGrp="1"/>
          </p:cNvGraphicFramePr>
          <p:nvPr>
            <p:extLst>
              <p:ext uri="{D42A27DB-BD31-4B8C-83A1-F6EECF244321}">
                <p14:modId xmlns:p14="http://schemas.microsoft.com/office/powerpoint/2010/main" val="1838693240"/>
              </p:ext>
            </p:extLst>
          </p:nvPr>
        </p:nvGraphicFramePr>
        <p:xfrm>
          <a:off x="304800" y="1460578"/>
          <a:ext cx="8610600" cy="5016422"/>
        </p:xfrm>
        <a:graphic>
          <a:graphicData uri="http://schemas.openxmlformats.org/drawingml/2006/table">
            <a:tbl>
              <a:tblPr>
                <a:tableStyleId>{5C22544A-7EE6-4342-B048-85BDC9FD1C3A}</a:tableStyleId>
              </a:tblPr>
              <a:tblGrid>
                <a:gridCol w="2256197"/>
                <a:gridCol w="1611569"/>
                <a:gridCol w="2970400"/>
                <a:gridCol w="1772434"/>
              </a:tblGrid>
              <a:tr h="154395">
                <a:tc>
                  <a:txBody>
                    <a:bodyPr/>
                    <a:lstStyle/>
                    <a:p>
                      <a:pPr algn="l" fontAlgn="b"/>
                      <a:r>
                        <a:rPr lang="en-US" sz="1050" u="none" strike="noStrike" dirty="0">
                          <a:effectLst/>
                        </a:rPr>
                        <a:t>PSCI_CCTS Database Table </a:t>
                      </a:r>
                      <a:endParaRPr lang="en-US" sz="1050" b="1" i="0" u="none" strike="noStrike" dirty="0">
                        <a:solidFill>
                          <a:srgbClr val="000000"/>
                        </a:solidFill>
                        <a:effectLst/>
                        <a:latin typeface="Calibri"/>
                      </a:endParaRPr>
                    </a:p>
                  </a:txBody>
                  <a:tcPr marL="7720" marR="7720" marT="7720" marB="0" anchor="b"/>
                </a:tc>
                <a:tc>
                  <a:txBody>
                    <a:bodyPr/>
                    <a:lstStyle/>
                    <a:p>
                      <a:pPr algn="l" fontAlgn="b"/>
                      <a:r>
                        <a:rPr lang="en-US" sz="1050" u="none" strike="noStrike" dirty="0">
                          <a:effectLst/>
                        </a:rPr>
                        <a:t>PSCI_CCTS </a:t>
                      </a:r>
                      <a:r>
                        <a:rPr lang="en-US" sz="1050" u="none" strike="noStrike" dirty="0" err="1">
                          <a:effectLst/>
                        </a:rPr>
                        <a:t>FieldName</a:t>
                      </a:r>
                      <a:endParaRPr lang="en-US" sz="1050" b="1" i="0" u="none" strike="noStrike" dirty="0">
                        <a:solidFill>
                          <a:srgbClr val="000000"/>
                        </a:solidFill>
                        <a:effectLst/>
                        <a:latin typeface="Calibri"/>
                      </a:endParaRPr>
                    </a:p>
                  </a:txBody>
                  <a:tcPr marL="7720" marR="7720" marT="7720" marB="0" anchor="b"/>
                </a:tc>
                <a:tc>
                  <a:txBody>
                    <a:bodyPr/>
                    <a:lstStyle/>
                    <a:p>
                      <a:pPr algn="l" fontAlgn="b"/>
                      <a:r>
                        <a:rPr lang="en-US" sz="1050" u="none" strike="noStrike">
                          <a:effectLst/>
                        </a:rPr>
                        <a:t>PSCI_CCTS Fields and datatype</a:t>
                      </a:r>
                      <a:endParaRPr lang="en-US" sz="1050" b="1"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Vista Field from CDWRAW</a:t>
                      </a:r>
                      <a:endParaRPr lang="en-US" sz="1050" b="1" i="0" u="none" strike="noStrike">
                        <a:solidFill>
                          <a:srgbClr val="000000"/>
                        </a:solidFill>
                        <a:effectLst/>
                        <a:latin typeface="Calibri"/>
                      </a:endParaRPr>
                    </a:p>
                  </a:txBody>
                  <a:tcPr marL="7720" marR="7720" marT="7720" marB="0" anchor="b"/>
                </a:tc>
              </a:tr>
              <a:tr h="154395">
                <a:tc>
                  <a:txBody>
                    <a:bodyPr/>
                    <a:lstStyle/>
                    <a:p>
                      <a:pPr algn="l" fontAlgn="b"/>
                      <a:r>
                        <a:rPr lang="en-US" sz="1050" u="none" strike="noStrike">
                          <a:effectLst/>
                        </a:rPr>
                        <a:t> [Radiology].[RADNUC_MED_REPORTS_74]</a:t>
                      </a:r>
                      <a:endParaRPr lang="en-US" sz="1050" b="0" i="0" u="none" strike="noStrike">
                        <a:solidFill>
                          <a:srgbClr val="000000"/>
                        </a:solidFill>
                        <a:effectLst/>
                        <a:latin typeface="Calibri"/>
                      </a:endParaRPr>
                    </a:p>
                  </a:txBody>
                  <a:tcPr marL="7720" marR="7720" marT="7720" marB="0" anchor="b"/>
                </a:tc>
                <a:tc>
                  <a:txBody>
                    <a:bodyPr/>
                    <a:lstStyle/>
                    <a:p>
                      <a:pPr algn="l" fontAlgn="b"/>
                      <a:endParaRPr lang="en-US" sz="1050" b="0" i="0" u="none" strike="noStrike" dirty="0">
                        <a:solidFill>
                          <a:srgbClr val="000000"/>
                        </a:solidFill>
                        <a:effectLst/>
                        <a:latin typeface="Calibri"/>
                      </a:endParaRPr>
                    </a:p>
                  </a:txBody>
                  <a:tcPr marL="7720" marR="7720" marT="7720" marB="0" anchor="b"/>
                </a:tc>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Sta3n</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[Sta3n] [int] NOT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station__no</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RowID</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[RowID] [bigint] NOT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row_id</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DayCase</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[DayCase] [varchar](256)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DayCase</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dirty="0">
                        <a:solidFill>
                          <a:srgbClr val="000000"/>
                        </a:solidFill>
                        <a:effectLst/>
                        <a:latin typeface="Calibri"/>
                      </a:endParaRPr>
                    </a:p>
                  </a:txBody>
                  <a:tcPr marL="7720" marR="7720" marT="7720" marB="0" anchor="b"/>
                </a:tc>
                <a:tc>
                  <a:txBody>
                    <a:bodyPr/>
                    <a:lstStyle/>
                    <a:p>
                      <a:pPr algn="l" fontAlgn="b"/>
                      <a:r>
                        <a:rPr lang="en-US" sz="1050" u="none" strike="noStrike">
                          <a:effectLst/>
                        </a:rPr>
                        <a:t>PatientIEN</a:t>
                      </a:r>
                      <a:endParaRPr lang="en-US" sz="1050" b="0" i="0" u="none" strike="noStrike">
                        <a:solidFill>
                          <a:srgbClr val="000000"/>
                        </a:solidFill>
                        <a:effectLst/>
                        <a:latin typeface="Calibri"/>
                      </a:endParaRPr>
                    </a:p>
                  </a:txBody>
                  <a:tcPr marL="7720" marR="7720" marT="7720" marB="0" anchor="b"/>
                </a:tc>
                <a:tc>
                  <a:txBody>
                    <a:bodyPr/>
                    <a:lstStyle/>
                    <a:p>
                      <a:pPr algn="l" fontAlgn="b"/>
                      <a:r>
                        <a:rPr lang="sv-SE" sz="1050" u="none" strike="noStrike">
                          <a:effectLst/>
                        </a:rPr>
                        <a:t>[PatientIEN] [varchar](50) NOT NULL</a:t>
                      </a:r>
                      <a:endParaRPr lang="sv-SE"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patient_name</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PatientName</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[PatientName] [varchar](100)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patientnamex</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ExamDateTime</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[ExamDateTime] [datetime2](7)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exam_datetime</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ReportStatus</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[ReportStatus] [varchar](30)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report_status</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VerifyingPhysicianIEN</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[VerifyingPhysicianIEN] [varchar](50)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verifying_physician</a:t>
                      </a:r>
                      <a:endParaRPr lang="en-US" sz="1050" b="0" i="0" u="none" strike="noStrike">
                        <a:solidFill>
                          <a:srgbClr val="000000"/>
                        </a:solidFill>
                        <a:effectLst/>
                        <a:latin typeface="Calibri"/>
                      </a:endParaRPr>
                    </a:p>
                  </a:txBody>
                  <a:tcPr marL="7720" marR="7720" marT="7720" marB="0" anchor="b"/>
                </a:tc>
              </a:tr>
              <a:tr h="279454">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VerifyingPhysicianName</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[VerifyingPhysicianName] [varchar](100)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verifyingphysicianx</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procedure102</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[procedure102] [varchar](256)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procedure102</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ExamStatus</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[ExamStatus] [varchar](256)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exam_status</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CategoryofExam</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[CategoryofExam] [varchar](256)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category_of_exam</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Ward</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[Ward] [varchar](256)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ward</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Service</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[Service] [varchar](256)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service</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PrincipalClinic</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[PrincipalClinic] [varchar](256)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principal_clinic</a:t>
                      </a:r>
                      <a:endParaRPr lang="en-US" sz="1050" b="0" i="0" u="none" strike="noStrike">
                        <a:solidFill>
                          <a:srgbClr val="000000"/>
                        </a:solidFill>
                        <a:effectLst/>
                        <a:latin typeface="Calibri"/>
                      </a:endParaRPr>
                    </a:p>
                  </a:txBody>
                  <a:tcPr marL="7720" marR="7720" marT="7720" marB="0" anchor="b"/>
                </a:tc>
              </a:tr>
              <a:tr h="279454">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PrimaryDiagnosticCode</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[PrimaryDiagnosticCode] [varchar](256)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primary_diagnostic_code</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RequestingPhysician</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[RequestingPhysician] [varchar](100)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requesting_physician</a:t>
                      </a:r>
                      <a:endParaRPr lang="en-US" sz="1050" b="0" i="0" u="none" strike="noStrike">
                        <a:solidFill>
                          <a:srgbClr val="000000"/>
                        </a:solidFill>
                        <a:effectLst/>
                        <a:latin typeface="Calibri"/>
                      </a:endParaRPr>
                    </a:p>
                  </a:txBody>
                  <a:tcPr marL="7720" marR="7720" marT="7720" marB="0" anchor="b"/>
                </a:tc>
              </a:tr>
              <a:tr h="279454">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PrimaryCameraequiprm</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[PrimaryCameraequiprm] [varchar](256)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primary_cameraequiprm</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BedSection</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[BedSection] [varchar](256)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bedsection</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ReportTextwp</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[ReportTextwp] [varchar](max)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reporttextwp</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ImpressionTextwp</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[ImpressionTextwp] [varchar](max) NULL</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impressiontextwp</a:t>
                      </a:r>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PatientSID</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[PatientSID] [bigint] NOT NULL</a:t>
                      </a:r>
                      <a:endParaRPr lang="en-US" sz="1050" b="0" i="0" u="none" strike="noStrike">
                        <a:solidFill>
                          <a:srgbClr val="000000"/>
                        </a:solidFill>
                        <a:effectLst/>
                        <a:latin typeface="Calibri"/>
                      </a:endParaRPr>
                    </a:p>
                  </a:txBody>
                  <a:tcPr marL="7720" marR="7720" marT="7720" marB="0" anchor="b"/>
                </a:tc>
                <a:tc>
                  <a:txBody>
                    <a:bodyPr/>
                    <a:lstStyle/>
                    <a:p>
                      <a:pPr algn="l" fontAlgn="b"/>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VerifyingPhysicianSID</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[VerifyingPhysicianSID] [bigint] NULL</a:t>
                      </a:r>
                      <a:endParaRPr lang="en-US" sz="1050" b="0" i="0" u="none" strike="noStrike">
                        <a:solidFill>
                          <a:srgbClr val="000000"/>
                        </a:solidFill>
                        <a:effectLst/>
                        <a:latin typeface="Calibri"/>
                      </a:endParaRPr>
                    </a:p>
                  </a:txBody>
                  <a:tcPr marL="7720" marR="7720" marT="7720" marB="0" anchor="b"/>
                </a:tc>
                <a:tc>
                  <a:txBody>
                    <a:bodyPr/>
                    <a:lstStyle/>
                    <a:p>
                      <a:pPr algn="l" fontAlgn="b"/>
                      <a:endParaRPr lang="en-US" sz="1050" b="0" i="0" u="none" strike="noStrike">
                        <a:solidFill>
                          <a:srgbClr val="000000"/>
                        </a:solidFill>
                        <a:effectLst/>
                        <a:latin typeface="Calibri"/>
                      </a:endParaRPr>
                    </a:p>
                  </a:txBody>
                  <a:tcPr marL="7720" marR="7720" marT="7720" marB="0" anchor="b"/>
                </a:tc>
              </a:tr>
              <a:tr h="154395">
                <a:tc>
                  <a:txBody>
                    <a:bodyPr/>
                    <a:lstStyle/>
                    <a:p>
                      <a:pPr algn="l" fontAlgn="b"/>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LastUpdate</a:t>
                      </a:r>
                      <a:endParaRPr lang="en-US" sz="1050" b="0" i="0" u="none" strike="noStrike">
                        <a:solidFill>
                          <a:srgbClr val="000000"/>
                        </a:solidFill>
                        <a:effectLst/>
                        <a:latin typeface="Calibri"/>
                      </a:endParaRPr>
                    </a:p>
                  </a:txBody>
                  <a:tcPr marL="7720" marR="7720" marT="7720" marB="0" anchor="b"/>
                </a:tc>
                <a:tc>
                  <a:txBody>
                    <a:bodyPr/>
                    <a:lstStyle/>
                    <a:p>
                      <a:pPr algn="l" fontAlgn="b"/>
                      <a:r>
                        <a:rPr lang="en-US" sz="1050" u="none" strike="noStrike">
                          <a:effectLst/>
                        </a:rPr>
                        <a:t>[LastUpdate] [datetime2](0) NULL</a:t>
                      </a:r>
                      <a:endParaRPr lang="en-US" sz="1050" b="0" i="0" u="none" strike="noStrike">
                        <a:solidFill>
                          <a:srgbClr val="000000"/>
                        </a:solidFill>
                        <a:effectLst/>
                        <a:latin typeface="Calibri"/>
                      </a:endParaRPr>
                    </a:p>
                  </a:txBody>
                  <a:tcPr marL="7720" marR="7720" marT="7720" marB="0" anchor="b"/>
                </a:tc>
                <a:tc>
                  <a:txBody>
                    <a:bodyPr/>
                    <a:lstStyle/>
                    <a:p>
                      <a:pPr algn="l" fontAlgn="b"/>
                      <a:endParaRPr lang="en-US" sz="1050" b="0" i="0" u="none" strike="noStrike" dirty="0">
                        <a:solidFill>
                          <a:srgbClr val="000000"/>
                        </a:solidFill>
                        <a:effectLst/>
                        <a:latin typeface="Calibri"/>
                      </a:endParaRPr>
                    </a:p>
                  </a:txBody>
                  <a:tcPr marL="7720" marR="7720" marT="7720" marB="0" anchor="b"/>
                </a:tc>
              </a:tr>
            </a:tbl>
          </a:graphicData>
        </a:graphic>
      </p:graphicFrame>
      <p:sp>
        <p:nvSpPr>
          <p:cNvPr id="6" name="TextBox 5"/>
          <p:cNvSpPr txBox="1"/>
          <p:nvPr/>
        </p:nvSpPr>
        <p:spPr>
          <a:xfrm>
            <a:off x="990600" y="990600"/>
            <a:ext cx="6184963" cy="369332"/>
          </a:xfrm>
          <a:prstGeom prst="rect">
            <a:avLst/>
          </a:prstGeom>
          <a:noFill/>
        </p:spPr>
        <p:txBody>
          <a:bodyPr wrap="none" rtlCol="0">
            <a:spAutoFit/>
          </a:bodyPr>
          <a:lstStyle/>
          <a:p>
            <a:r>
              <a:rPr lang="en-US" b="1" dirty="0"/>
              <a:t>Rob Woody, Donna Reagan, Beth </a:t>
            </a:r>
            <a:r>
              <a:rPr lang="en-US" b="1" dirty="0" smtClean="0"/>
              <a:t>Gibson, NVX 130 Team</a:t>
            </a:r>
            <a:endParaRPr lang="en-US" b="1" dirty="0"/>
          </a:p>
        </p:txBody>
      </p:sp>
    </p:spTree>
    <p:extLst>
      <p:ext uri="{BB962C8B-B14F-4D97-AF65-F5344CB8AC3E}">
        <p14:creationId xmlns:p14="http://schemas.microsoft.com/office/powerpoint/2010/main" val="80179491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52400" y="0"/>
            <a:ext cx="8839200" cy="762000"/>
          </a:xfrm>
        </p:spPr>
        <p:txBody>
          <a:bodyPr>
            <a:noAutofit/>
          </a:bodyPr>
          <a:lstStyle/>
          <a:p>
            <a:pPr algn="ctr"/>
            <a:r>
              <a:rPr lang="en-US" sz="4000" dirty="0" smtClean="0"/>
              <a:t>BISL </a:t>
            </a:r>
            <a:r>
              <a:rPr lang="en-US" sz="4000" dirty="0"/>
              <a:t>E</a:t>
            </a:r>
            <a:r>
              <a:rPr lang="en-US" sz="4000" dirty="0" smtClean="0"/>
              <a:t>nterprise Radiology Domain</a:t>
            </a:r>
            <a:endParaRPr lang="en-US" sz="4000" dirty="0"/>
          </a:p>
        </p:txBody>
      </p:sp>
      <p:graphicFrame>
        <p:nvGraphicFramePr>
          <p:cNvPr id="3" name="Table 2"/>
          <p:cNvGraphicFramePr>
            <a:graphicFrameLocks noGrp="1"/>
          </p:cNvGraphicFramePr>
          <p:nvPr>
            <p:extLst>
              <p:ext uri="{D42A27DB-BD31-4B8C-83A1-F6EECF244321}">
                <p14:modId xmlns:p14="http://schemas.microsoft.com/office/powerpoint/2010/main" val="1936453753"/>
              </p:ext>
            </p:extLst>
          </p:nvPr>
        </p:nvGraphicFramePr>
        <p:xfrm>
          <a:off x="457198" y="1182563"/>
          <a:ext cx="8229601" cy="5523037"/>
        </p:xfrm>
        <a:graphic>
          <a:graphicData uri="http://schemas.openxmlformats.org/drawingml/2006/table">
            <a:tbl>
              <a:tblPr>
                <a:tableStyleId>{5C22544A-7EE6-4342-B048-85BDC9FD1C3A}</a:tableStyleId>
              </a:tblPr>
              <a:tblGrid>
                <a:gridCol w="1981202"/>
                <a:gridCol w="1676400"/>
                <a:gridCol w="2877991"/>
                <a:gridCol w="1694008"/>
              </a:tblGrid>
              <a:tr h="133580">
                <a:tc>
                  <a:txBody>
                    <a:bodyPr/>
                    <a:lstStyle/>
                    <a:p>
                      <a:pPr algn="l" fontAlgn="b"/>
                      <a:r>
                        <a:rPr lang="en-US" sz="1050" u="none" strike="noStrike" dirty="0">
                          <a:effectLst/>
                        </a:rPr>
                        <a:t>PSCI_CCTS Database Table </a:t>
                      </a:r>
                      <a:endParaRPr lang="en-US" sz="1050" b="1" i="0" u="none" strike="noStrike" dirty="0">
                        <a:solidFill>
                          <a:srgbClr val="000000"/>
                        </a:solidFill>
                        <a:effectLst/>
                        <a:latin typeface="Calibri"/>
                      </a:endParaRPr>
                    </a:p>
                  </a:txBody>
                  <a:tcPr marL="6679" marR="6679" marT="6679" marB="0" anchor="b"/>
                </a:tc>
                <a:tc>
                  <a:txBody>
                    <a:bodyPr/>
                    <a:lstStyle/>
                    <a:p>
                      <a:pPr algn="l" fontAlgn="b"/>
                      <a:r>
                        <a:rPr lang="en-US" sz="1050" u="none" strike="noStrike">
                          <a:effectLst/>
                        </a:rPr>
                        <a:t>PSCI_CCTS FieldName</a:t>
                      </a:r>
                      <a:endParaRPr lang="en-US" sz="1050" b="1"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PSCI_CCTS Fields and datatype</a:t>
                      </a:r>
                      <a:endParaRPr lang="en-US" sz="1050" b="1"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Vista Field from CDWRAW</a:t>
                      </a:r>
                      <a:endParaRPr lang="en-US" sz="1050" b="1" i="0" u="none" strike="noStrike">
                        <a:solidFill>
                          <a:srgbClr val="000000"/>
                        </a:solidFill>
                        <a:effectLst/>
                        <a:latin typeface="Calibri"/>
                      </a:endParaRPr>
                    </a:p>
                  </a:txBody>
                  <a:tcPr marL="6679" marR="6679" marT="6679" marB="0" anchor="b"/>
                </a:tc>
              </a:tr>
              <a:tr h="133580">
                <a:tc>
                  <a:txBody>
                    <a:bodyPr/>
                    <a:lstStyle/>
                    <a:p>
                      <a:pPr algn="l" fontAlgn="b"/>
                      <a:r>
                        <a:rPr lang="en-US" sz="1050" u="none" strike="noStrike">
                          <a:effectLst/>
                        </a:rPr>
                        <a:t> [Radiology].[RADX_EXAMINATIONS_70_03]</a:t>
                      </a:r>
                      <a:endParaRPr lang="en-US" sz="1050" b="0" i="0" u="none" strike="noStrike">
                        <a:solidFill>
                          <a:srgbClr val="000000"/>
                        </a:solidFill>
                        <a:effectLst/>
                        <a:latin typeface="Calibri"/>
                      </a:endParaRPr>
                    </a:p>
                  </a:txBody>
                  <a:tcPr marL="6679" marR="6679" marT="6679" marB="0" anchor="b"/>
                </a:tc>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endParaRPr lang="en-US" sz="1050" b="0" i="0" u="none" strike="noStrike" dirty="0">
                        <a:solidFill>
                          <a:srgbClr val="000000"/>
                        </a:solidFill>
                        <a:effectLst/>
                        <a:latin typeface="Calibri"/>
                      </a:endParaRPr>
                    </a:p>
                  </a:txBody>
                  <a:tcPr marL="6679" marR="6679" marT="6679" marB="0" anchor="b"/>
                </a:tc>
                <a:tc>
                  <a:txBody>
                    <a:bodyPr/>
                    <a:lstStyle/>
                    <a:p>
                      <a:pPr algn="l" fontAlgn="b"/>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Sta3n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[Sta3n] [int] NOT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 station__no</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RowID</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[RowID] [varchar](256)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row_id</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SubRegisteredExams</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[SubRegisteredExams] [varchar](256)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sub_registered_exams</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ExamDate</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[ExamDate] [datetime2](7)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exam_date</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Procedure2IEN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[Procedure2IEN] [int]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Procedure2</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Procedure2Name</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[Procedure2Name] [varchar](256)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procedure2x</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ExamStatusIEN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[ExamStatusIEN] [int]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exam_status</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ExamStatus</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[ExamStatus] [varchar](256)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examstatusx</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CategoryofExam</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[CategoryofExam] [varchar](256)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category_of_exam</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WardIEN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[WardIEN] [int]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  ward</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WardName</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[WardName] [varchar](256)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Wardx</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ServiceIEN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[ServiceIEN] [int]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Service</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ServiceName</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[ServiceName] [varchar](256)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servicex</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PrincipalClinicIEN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[PrincipalClinicIEN] [int]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principal_clinic</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PrincipalClinicName</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[PrincipalClinicName] [varchar](256)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principalclinicx</a:t>
                      </a:r>
                      <a:endParaRPr lang="en-US" sz="1050" b="0" i="0" u="none" strike="noStrike">
                        <a:solidFill>
                          <a:srgbClr val="000000"/>
                        </a:solidFill>
                        <a:effectLst/>
                        <a:latin typeface="Calibri"/>
                      </a:endParaRPr>
                    </a:p>
                  </a:txBody>
                  <a:tcPr marL="6679" marR="6679" marT="6679" marB="0" anchor="b"/>
                </a:tc>
              </a:tr>
              <a:tr h="2417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PrimaryDiagnosticCodeIEN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[PrimaryDiagnosticCodeIEN] [int]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 primary_diagnostic_code</a:t>
                      </a:r>
                      <a:endParaRPr lang="en-US" sz="1050" b="0" i="0" u="none" strike="noStrike">
                        <a:solidFill>
                          <a:srgbClr val="000000"/>
                        </a:solidFill>
                        <a:effectLst/>
                        <a:latin typeface="Calibri"/>
                      </a:endParaRPr>
                    </a:p>
                  </a:txBody>
                  <a:tcPr marL="6679" marR="6679" marT="6679" marB="0" anchor="b"/>
                </a:tc>
              </a:tr>
              <a:tr h="2417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PrimaryDiagnosticCode</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[PrimaryDiagnosticCode] [varchar](256)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primarydiagnosticcodex</a:t>
                      </a:r>
                      <a:endParaRPr lang="en-US" sz="1050" b="0" i="0" u="none" strike="noStrike">
                        <a:solidFill>
                          <a:srgbClr val="000000"/>
                        </a:solidFill>
                        <a:effectLst/>
                        <a:latin typeface="Calibri"/>
                      </a:endParaRPr>
                    </a:p>
                  </a:txBody>
                  <a:tcPr marL="6679" marR="6679" marT="6679" marB="0" anchor="b"/>
                </a:tc>
              </a:tr>
              <a:tr h="2417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RequestingPhysicianIEN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[RequestingPhysicianIEN] [int]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requesting_physician</a:t>
                      </a:r>
                      <a:endParaRPr lang="en-US" sz="1050" b="0" i="0" u="none" strike="noStrike">
                        <a:solidFill>
                          <a:srgbClr val="000000"/>
                        </a:solidFill>
                        <a:effectLst/>
                        <a:latin typeface="Calibri"/>
                      </a:endParaRPr>
                    </a:p>
                  </a:txBody>
                  <a:tcPr marL="6679" marR="6679" marT="6679" marB="0" anchor="b"/>
                </a:tc>
              </a:tr>
              <a:tr h="2417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RequestingPhysicianName</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[RequestingPhysicianName] [varchar](100)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requestingphysicianx</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ReportTextIEN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[ReportTextIEN] [int]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report_text </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ReportText</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[ReportText] [varchar](100)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report_textx</a:t>
                      </a:r>
                      <a:endParaRPr lang="en-US" sz="1050" b="0" i="0" u="none" strike="noStrike">
                        <a:solidFill>
                          <a:srgbClr val="000000"/>
                        </a:solidFill>
                        <a:effectLst/>
                        <a:latin typeface="Calibri"/>
                      </a:endParaRPr>
                    </a:p>
                  </a:txBody>
                  <a:tcPr marL="6679" marR="6679" marT="6679" marB="0" anchor="b"/>
                </a:tc>
              </a:tr>
              <a:tr h="2417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PrimaryCameraEquipRmIEN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[PrimaryCameraEquipRmIEN] [int]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primary_cameraequiprm</a:t>
                      </a:r>
                      <a:endParaRPr lang="en-US" sz="1050" b="0" i="0" u="none" strike="noStrike">
                        <a:solidFill>
                          <a:srgbClr val="000000"/>
                        </a:solidFill>
                        <a:effectLst/>
                        <a:latin typeface="Calibri"/>
                      </a:endParaRPr>
                    </a:p>
                  </a:txBody>
                  <a:tcPr marL="6679" marR="6679" marT="6679" marB="0" anchor="b"/>
                </a:tc>
              </a:tr>
              <a:tr h="2417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PrimaryCameraEquipRm</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[PrimaryCameraEquipRm] [varchar](100)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primarycameraequiprmx</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BedSectionIEN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[BedSectionIEN] [varchar](100)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bedsection</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BedSection</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[BedSection] [varchar](256) NULL</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bedsectionx</a:t>
                      </a:r>
                      <a:endParaRPr lang="en-US" sz="1050" b="0" i="0" u="none" strike="noStrike">
                        <a:solidFill>
                          <a:srgbClr val="000000"/>
                        </a:solidFill>
                        <a:effectLst/>
                        <a:latin typeface="Calibri"/>
                      </a:endParaRPr>
                    </a:p>
                  </a:txBody>
                  <a:tcPr marL="6679" marR="6679" marT="6679" marB="0" anchor="b"/>
                </a:tc>
              </a:tr>
              <a:tr h="133580">
                <a:tc>
                  <a:txBody>
                    <a:bodyPr/>
                    <a:lstStyle/>
                    <a:p>
                      <a:pPr algn="l" fontAlgn="b"/>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LastUpdate</a:t>
                      </a:r>
                      <a:endParaRPr lang="en-US" sz="1050" b="0" i="0" u="none" strike="noStrike">
                        <a:solidFill>
                          <a:srgbClr val="000000"/>
                        </a:solidFill>
                        <a:effectLst/>
                        <a:latin typeface="Calibri"/>
                      </a:endParaRPr>
                    </a:p>
                  </a:txBody>
                  <a:tcPr marL="6679" marR="6679" marT="6679" marB="0" anchor="b"/>
                </a:tc>
                <a:tc>
                  <a:txBody>
                    <a:bodyPr/>
                    <a:lstStyle/>
                    <a:p>
                      <a:pPr algn="l" fontAlgn="b"/>
                      <a:r>
                        <a:rPr lang="en-US" sz="1050" u="none" strike="noStrike">
                          <a:effectLst/>
                        </a:rPr>
                        <a:t>[LastUpdate] [datetime2](0) NULL</a:t>
                      </a:r>
                      <a:endParaRPr lang="en-US" sz="1050" b="0" i="0" u="none" strike="noStrike">
                        <a:solidFill>
                          <a:srgbClr val="000000"/>
                        </a:solidFill>
                        <a:effectLst/>
                        <a:latin typeface="Calibri"/>
                      </a:endParaRPr>
                    </a:p>
                  </a:txBody>
                  <a:tcPr marL="6679" marR="6679" marT="6679" marB="0" anchor="b"/>
                </a:tc>
                <a:tc>
                  <a:txBody>
                    <a:bodyPr/>
                    <a:lstStyle/>
                    <a:p>
                      <a:pPr algn="l" fontAlgn="b"/>
                      <a:endParaRPr lang="en-US" sz="1050" b="0" i="0" u="none" strike="noStrike" dirty="0">
                        <a:solidFill>
                          <a:srgbClr val="000000"/>
                        </a:solidFill>
                        <a:effectLst/>
                        <a:latin typeface="Calibri"/>
                      </a:endParaRPr>
                    </a:p>
                  </a:txBody>
                  <a:tcPr marL="6679" marR="6679" marT="6679" marB="0" anchor="b"/>
                </a:tc>
              </a:tr>
            </a:tbl>
          </a:graphicData>
        </a:graphic>
      </p:graphicFrame>
      <p:sp>
        <p:nvSpPr>
          <p:cNvPr id="6" name="TextBox 5"/>
          <p:cNvSpPr txBox="1"/>
          <p:nvPr/>
        </p:nvSpPr>
        <p:spPr>
          <a:xfrm>
            <a:off x="990600" y="762000"/>
            <a:ext cx="6184963" cy="369332"/>
          </a:xfrm>
          <a:prstGeom prst="rect">
            <a:avLst/>
          </a:prstGeom>
          <a:noFill/>
        </p:spPr>
        <p:txBody>
          <a:bodyPr wrap="none" rtlCol="0">
            <a:spAutoFit/>
          </a:bodyPr>
          <a:lstStyle/>
          <a:p>
            <a:r>
              <a:rPr lang="en-US" b="1" dirty="0"/>
              <a:t>Rob Woody, Donna Reagan, Beth </a:t>
            </a:r>
            <a:r>
              <a:rPr lang="en-US" b="1" dirty="0" smtClean="0"/>
              <a:t>Gibson, NVX 130 Team</a:t>
            </a:r>
            <a:endParaRPr lang="en-US" b="1" dirty="0"/>
          </a:p>
        </p:txBody>
      </p:sp>
    </p:spTree>
    <p:extLst>
      <p:ext uri="{BB962C8B-B14F-4D97-AF65-F5344CB8AC3E}">
        <p14:creationId xmlns:p14="http://schemas.microsoft.com/office/powerpoint/2010/main" val="200343721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52400" y="152400"/>
            <a:ext cx="8839200" cy="838200"/>
          </a:xfrm>
        </p:spPr>
        <p:txBody>
          <a:bodyPr>
            <a:noAutofit/>
          </a:bodyPr>
          <a:lstStyle/>
          <a:p>
            <a:pPr algn="ctr"/>
            <a:r>
              <a:rPr lang="en-US" sz="4400" dirty="0" smtClean="0"/>
              <a:t>BISL Enterprise NLP Application</a:t>
            </a:r>
            <a:br>
              <a:rPr lang="en-US" sz="4400" dirty="0" smtClean="0"/>
            </a:br>
            <a:r>
              <a:rPr lang="en-US" sz="2800" dirty="0" smtClean="0"/>
              <a:t>VA CT Awarded a VA Patience Safety Center of Innovation </a:t>
            </a:r>
            <a:endParaRPr lang="en-US" sz="2800" dirty="0"/>
          </a:p>
        </p:txBody>
      </p:sp>
      <p:sp>
        <p:nvSpPr>
          <p:cNvPr id="50" name="TextBox 49"/>
          <p:cNvSpPr txBox="1"/>
          <p:nvPr/>
        </p:nvSpPr>
        <p:spPr>
          <a:xfrm>
            <a:off x="457200" y="990600"/>
            <a:ext cx="6009462" cy="461665"/>
          </a:xfrm>
          <a:prstGeom prst="rect">
            <a:avLst/>
          </a:prstGeom>
          <a:solidFill>
            <a:schemeClr val="accent1"/>
          </a:solidFill>
        </p:spPr>
        <p:txBody>
          <a:bodyPr wrap="square" rtlCol="0">
            <a:spAutoFit/>
          </a:bodyPr>
          <a:lstStyle/>
          <a:p>
            <a:pPr algn="ctr"/>
            <a:r>
              <a:rPr lang="en-US" sz="2400" b="1" dirty="0" smtClean="0"/>
              <a:t>VISTA Shadow System(s</a:t>
            </a:r>
            <a:r>
              <a:rPr lang="en-US" sz="2000" b="1" dirty="0" smtClean="0"/>
              <a:t>)</a:t>
            </a:r>
            <a:endParaRPr lang="en-US" sz="2000" b="1" dirty="0"/>
          </a:p>
        </p:txBody>
      </p:sp>
      <p:sp>
        <p:nvSpPr>
          <p:cNvPr id="26" name="TextBox 25"/>
          <p:cNvSpPr txBox="1"/>
          <p:nvPr/>
        </p:nvSpPr>
        <p:spPr>
          <a:xfrm>
            <a:off x="1809855" y="2057400"/>
            <a:ext cx="704745" cy="369332"/>
          </a:xfrm>
          <a:prstGeom prst="rect">
            <a:avLst/>
          </a:prstGeom>
          <a:solidFill>
            <a:srgbClr val="FF0000"/>
          </a:solidFill>
        </p:spPr>
        <p:txBody>
          <a:bodyPr wrap="none" rtlCol="0">
            <a:spAutoFit/>
          </a:bodyPr>
          <a:lstStyle/>
          <a:p>
            <a:r>
              <a:rPr lang="en-US" b="1" dirty="0" smtClean="0"/>
              <a:t>RAW</a:t>
            </a:r>
            <a:endParaRPr lang="en-US" b="1" dirty="0"/>
          </a:p>
        </p:txBody>
      </p:sp>
      <p:sp>
        <p:nvSpPr>
          <p:cNvPr id="76" name="TextBox 75"/>
          <p:cNvSpPr txBox="1"/>
          <p:nvPr/>
        </p:nvSpPr>
        <p:spPr>
          <a:xfrm>
            <a:off x="457200" y="2057400"/>
            <a:ext cx="766044" cy="369332"/>
          </a:xfrm>
          <a:prstGeom prst="rect">
            <a:avLst/>
          </a:prstGeom>
          <a:solidFill>
            <a:srgbClr val="FF0000"/>
          </a:solidFill>
        </p:spPr>
        <p:txBody>
          <a:bodyPr wrap="none" rtlCol="0">
            <a:spAutoFit/>
          </a:bodyPr>
          <a:lstStyle/>
          <a:p>
            <a:r>
              <a:rPr lang="en-US" b="1" dirty="0" smtClean="0"/>
              <a:t>FDW </a:t>
            </a:r>
            <a:endParaRPr lang="en-US" b="1" dirty="0"/>
          </a:p>
        </p:txBody>
      </p:sp>
      <p:sp>
        <p:nvSpPr>
          <p:cNvPr id="81" name="TextBox 80"/>
          <p:cNvSpPr txBox="1"/>
          <p:nvPr/>
        </p:nvSpPr>
        <p:spPr>
          <a:xfrm>
            <a:off x="3375874" y="2512855"/>
            <a:ext cx="868251" cy="369332"/>
          </a:xfrm>
          <a:prstGeom prst="rect">
            <a:avLst/>
          </a:prstGeom>
          <a:solidFill>
            <a:srgbClr val="FF0000"/>
          </a:solidFill>
        </p:spPr>
        <p:txBody>
          <a:bodyPr wrap="none" rtlCol="0">
            <a:spAutoFit/>
          </a:bodyPr>
          <a:lstStyle/>
          <a:p>
            <a:r>
              <a:rPr lang="en-US" b="1" dirty="0" smtClean="0"/>
              <a:t>VX 130</a:t>
            </a:r>
            <a:endParaRPr lang="en-US" b="1" dirty="0"/>
          </a:p>
        </p:txBody>
      </p:sp>
      <p:sp>
        <p:nvSpPr>
          <p:cNvPr id="33" name="Rectangle 32"/>
          <p:cNvSpPr/>
          <p:nvPr/>
        </p:nvSpPr>
        <p:spPr>
          <a:xfrm>
            <a:off x="457200" y="2895600"/>
            <a:ext cx="1030273" cy="2623595"/>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85" name="Rectangle 84"/>
          <p:cNvSpPr/>
          <p:nvPr/>
        </p:nvSpPr>
        <p:spPr>
          <a:xfrm>
            <a:off x="1487474" y="2895600"/>
            <a:ext cx="1030273" cy="2623595"/>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89" name="TextBox 88"/>
          <p:cNvSpPr txBox="1"/>
          <p:nvPr/>
        </p:nvSpPr>
        <p:spPr>
          <a:xfrm>
            <a:off x="228600" y="5599093"/>
            <a:ext cx="2807142" cy="1169551"/>
          </a:xfrm>
          <a:prstGeom prst="rect">
            <a:avLst/>
          </a:prstGeom>
          <a:solidFill>
            <a:srgbClr val="0070C0"/>
          </a:solidFill>
          <a:ln w="25400">
            <a:solidFill>
              <a:schemeClr val="tx1"/>
            </a:solidFill>
          </a:ln>
        </p:spPr>
        <p:txBody>
          <a:bodyPr wrap="square" rtlCol="0">
            <a:spAutoFit/>
          </a:bodyPr>
          <a:lstStyle/>
          <a:p>
            <a:pPr algn="ctr"/>
            <a:r>
              <a:rPr lang="en-US" sz="1400" b="1" dirty="0" smtClean="0"/>
              <a:t>Hyper-V  Virtual Machine</a:t>
            </a:r>
            <a:endParaRPr lang="en-US" sz="1400" b="1" dirty="0"/>
          </a:p>
          <a:p>
            <a:pPr algn="ctr"/>
            <a:r>
              <a:rPr lang="en-US" sz="1400" b="1" dirty="0"/>
              <a:t>4 Virtual CPU 2.27 GHz</a:t>
            </a:r>
          </a:p>
          <a:p>
            <a:pPr algn="ctr"/>
            <a:r>
              <a:rPr lang="en-US" sz="1400" b="1" dirty="0"/>
              <a:t>Dynamic RAM 8 </a:t>
            </a:r>
            <a:r>
              <a:rPr lang="en-US" sz="1400" b="1" dirty="0" smtClean="0"/>
              <a:t>-16 300 </a:t>
            </a:r>
            <a:r>
              <a:rPr lang="en-US" sz="1400" b="1" dirty="0"/>
              <a:t>GB Hard </a:t>
            </a:r>
            <a:r>
              <a:rPr lang="en-US" sz="1400" b="1" dirty="0" smtClean="0"/>
              <a:t>Drive</a:t>
            </a:r>
          </a:p>
          <a:p>
            <a:pPr algn="ctr"/>
            <a:r>
              <a:rPr lang="en-US" sz="1400" b="1" dirty="0" smtClean="0"/>
              <a:t>Ram </a:t>
            </a:r>
            <a:r>
              <a:rPr lang="en-US" sz="1400" b="1" dirty="0" err="1" smtClean="0"/>
              <a:t>Persaud</a:t>
            </a:r>
            <a:r>
              <a:rPr lang="en-US" sz="1400" b="1" dirty="0" smtClean="0"/>
              <a:t>, </a:t>
            </a:r>
            <a:r>
              <a:rPr lang="en-US" sz="1400" b="1" dirty="0" smtClean="0"/>
              <a:t>Ken </a:t>
            </a:r>
            <a:r>
              <a:rPr lang="en-US" sz="1400" b="1" dirty="0" err="1" smtClean="0"/>
              <a:t>Futchsel</a:t>
            </a:r>
            <a:endParaRPr lang="en-US" sz="1400" b="1" dirty="0"/>
          </a:p>
        </p:txBody>
      </p:sp>
      <p:sp>
        <p:nvSpPr>
          <p:cNvPr id="37" name="TextBox 36"/>
          <p:cNvSpPr txBox="1"/>
          <p:nvPr/>
        </p:nvSpPr>
        <p:spPr>
          <a:xfrm>
            <a:off x="457201" y="3600271"/>
            <a:ext cx="2060546" cy="1200329"/>
          </a:xfrm>
          <a:prstGeom prst="rect">
            <a:avLst/>
          </a:prstGeom>
          <a:noFill/>
        </p:spPr>
        <p:txBody>
          <a:bodyPr wrap="square" rtlCol="0">
            <a:spAutoFit/>
          </a:bodyPr>
          <a:lstStyle/>
          <a:p>
            <a:pPr algn="ctr"/>
            <a:r>
              <a:rPr lang="en-US" b="1" dirty="0" smtClean="0"/>
              <a:t>NLP Application</a:t>
            </a:r>
          </a:p>
          <a:p>
            <a:pPr algn="ctr"/>
            <a:r>
              <a:rPr lang="en-US" b="1" dirty="0" smtClean="0"/>
              <a:t>Server </a:t>
            </a:r>
          </a:p>
          <a:p>
            <a:r>
              <a:rPr lang="en-US" b="1" dirty="0" smtClean="0"/>
              <a:t>vhacdwdwhnlp01</a:t>
            </a:r>
            <a:endParaRPr lang="en-US" b="1" dirty="0"/>
          </a:p>
          <a:p>
            <a:r>
              <a:rPr lang="en-US" b="1" dirty="0" smtClean="0"/>
              <a:t>vhacdwdwhnlp02</a:t>
            </a:r>
            <a:endParaRPr lang="en-US" b="1" dirty="0"/>
          </a:p>
        </p:txBody>
      </p:sp>
      <p:sp>
        <p:nvSpPr>
          <p:cNvPr id="18" name="Rectangle 17"/>
          <p:cNvSpPr/>
          <p:nvPr/>
        </p:nvSpPr>
        <p:spPr>
          <a:xfrm>
            <a:off x="5105400" y="1895563"/>
            <a:ext cx="1447800" cy="3057437"/>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Radiology Project DBs  (A01)</a:t>
            </a:r>
          </a:p>
          <a:p>
            <a:pPr algn="ctr"/>
            <a:r>
              <a:rPr lang="en-US" sz="1600" b="1" dirty="0" smtClean="0"/>
              <a:t>SQL Sever</a:t>
            </a:r>
            <a:endParaRPr lang="en-US" sz="1600" b="1" dirty="0"/>
          </a:p>
        </p:txBody>
      </p:sp>
      <p:sp>
        <p:nvSpPr>
          <p:cNvPr id="19" name="Rectangle 18"/>
          <p:cNvSpPr/>
          <p:nvPr/>
        </p:nvSpPr>
        <p:spPr>
          <a:xfrm>
            <a:off x="6466662" y="2438400"/>
            <a:ext cx="2220138" cy="609600"/>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Radiology DBs</a:t>
            </a:r>
            <a:endParaRPr lang="en-US" sz="1600" b="1" dirty="0"/>
          </a:p>
        </p:txBody>
      </p:sp>
      <p:sp>
        <p:nvSpPr>
          <p:cNvPr id="20" name="Rectangle 19"/>
          <p:cNvSpPr/>
          <p:nvPr/>
        </p:nvSpPr>
        <p:spPr>
          <a:xfrm>
            <a:off x="6466662" y="3200400"/>
            <a:ext cx="2220138" cy="609600"/>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Output DBs</a:t>
            </a:r>
            <a:endParaRPr lang="en-US" sz="1600" b="1" dirty="0"/>
          </a:p>
        </p:txBody>
      </p:sp>
      <p:sp>
        <p:nvSpPr>
          <p:cNvPr id="21" name="Rectangle 20"/>
          <p:cNvSpPr/>
          <p:nvPr/>
        </p:nvSpPr>
        <p:spPr>
          <a:xfrm>
            <a:off x="5029200" y="5562600"/>
            <a:ext cx="1524001" cy="1086653"/>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CDW </a:t>
            </a:r>
            <a:endParaRPr lang="en-US" sz="1600" b="1" dirty="0"/>
          </a:p>
        </p:txBody>
      </p:sp>
      <p:grpSp>
        <p:nvGrpSpPr>
          <p:cNvPr id="25" name="Group 24"/>
          <p:cNvGrpSpPr/>
          <p:nvPr/>
        </p:nvGrpSpPr>
        <p:grpSpPr>
          <a:xfrm>
            <a:off x="2519777" y="2971800"/>
            <a:ext cx="1595023" cy="2209800"/>
            <a:chOff x="2362200" y="3200400"/>
            <a:chExt cx="1595023" cy="2209800"/>
          </a:xfrm>
        </p:grpSpPr>
        <p:grpSp>
          <p:nvGrpSpPr>
            <p:cNvPr id="27" name="Group 26"/>
            <p:cNvGrpSpPr>
              <a:grpSpLocks noChangeAspect="1"/>
            </p:cNvGrpSpPr>
            <p:nvPr/>
          </p:nvGrpSpPr>
          <p:grpSpPr>
            <a:xfrm>
              <a:off x="2362200" y="3200400"/>
              <a:ext cx="685800" cy="698531"/>
              <a:chOff x="3429000" y="3073192"/>
              <a:chExt cx="990600" cy="1029416"/>
            </a:xfrm>
          </p:grpSpPr>
          <p:sp>
            <p:nvSpPr>
              <p:cNvPr id="40" name="Circular Arrow 39"/>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Circular Arrow 40"/>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9" name="Group 28"/>
            <p:cNvGrpSpPr>
              <a:grpSpLocks noChangeAspect="1"/>
            </p:cNvGrpSpPr>
            <p:nvPr/>
          </p:nvGrpSpPr>
          <p:grpSpPr>
            <a:xfrm>
              <a:off x="2362200" y="3949669"/>
              <a:ext cx="685800" cy="698531"/>
              <a:chOff x="3429000" y="3073192"/>
              <a:chExt cx="990600" cy="1029416"/>
            </a:xfrm>
          </p:grpSpPr>
          <p:sp>
            <p:nvSpPr>
              <p:cNvPr id="38" name="Circular Arrow 37"/>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Circular Arrow 38"/>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0" name="Group 29"/>
            <p:cNvGrpSpPr>
              <a:grpSpLocks noChangeAspect="1"/>
            </p:cNvGrpSpPr>
            <p:nvPr/>
          </p:nvGrpSpPr>
          <p:grpSpPr>
            <a:xfrm>
              <a:off x="2362200" y="4711669"/>
              <a:ext cx="685800" cy="698531"/>
              <a:chOff x="3429000" y="3073192"/>
              <a:chExt cx="990600" cy="1029416"/>
            </a:xfrm>
          </p:grpSpPr>
          <p:sp>
            <p:nvSpPr>
              <p:cNvPr id="35" name="Circular Arrow 34"/>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Circular Arrow 35"/>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1" name="TextBox 30"/>
            <p:cNvSpPr txBox="1"/>
            <p:nvPr/>
          </p:nvSpPr>
          <p:spPr>
            <a:xfrm>
              <a:off x="3048000" y="3352800"/>
              <a:ext cx="795411" cy="400110"/>
            </a:xfrm>
            <a:prstGeom prst="rect">
              <a:avLst/>
            </a:prstGeom>
            <a:noFill/>
          </p:spPr>
          <p:txBody>
            <a:bodyPr wrap="none" rtlCol="0">
              <a:spAutoFit/>
            </a:bodyPr>
            <a:lstStyle/>
            <a:p>
              <a:r>
                <a:rPr lang="en-US" sz="2000" b="1" smtClean="0">
                  <a:solidFill>
                    <a:srgbClr val="FFFF00"/>
                  </a:solidFill>
                </a:rPr>
                <a:t>Lung</a:t>
              </a:r>
              <a:endParaRPr lang="en-US" sz="2000" b="1" dirty="0">
                <a:solidFill>
                  <a:srgbClr val="FFFF00"/>
                </a:solidFill>
              </a:endParaRPr>
            </a:p>
          </p:txBody>
        </p:sp>
        <p:sp>
          <p:nvSpPr>
            <p:cNvPr id="32" name="TextBox 31"/>
            <p:cNvSpPr txBox="1"/>
            <p:nvPr/>
          </p:nvSpPr>
          <p:spPr>
            <a:xfrm>
              <a:off x="3048000" y="4095690"/>
              <a:ext cx="789960" cy="400110"/>
            </a:xfrm>
            <a:prstGeom prst="rect">
              <a:avLst/>
            </a:prstGeom>
            <a:noFill/>
          </p:spPr>
          <p:txBody>
            <a:bodyPr wrap="none" rtlCol="0">
              <a:spAutoFit/>
            </a:bodyPr>
            <a:lstStyle/>
            <a:p>
              <a:r>
                <a:rPr lang="en-US" sz="2000" b="1" dirty="0" smtClean="0">
                  <a:solidFill>
                    <a:srgbClr val="FFFF00"/>
                  </a:solidFill>
                </a:rPr>
                <a:t>Liver</a:t>
              </a:r>
              <a:endParaRPr lang="en-US" sz="2000" b="1" dirty="0">
                <a:solidFill>
                  <a:srgbClr val="FFFF00"/>
                </a:solidFill>
              </a:endParaRPr>
            </a:p>
          </p:txBody>
        </p:sp>
        <p:sp>
          <p:nvSpPr>
            <p:cNvPr id="34" name="TextBox 33"/>
            <p:cNvSpPr txBox="1"/>
            <p:nvPr/>
          </p:nvSpPr>
          <p:spPr>
            <a:xfrm>
              <a:off x="3048000" y="4857690"/>
              <a:ext cx="909223" cy="400110"/>
            </a:xfrm>
            <a:prstGeom prst="rect">
              <a:avLst/>
            </a:prstGeom>
            <a:noFill/>
          </p:spPr>
          <p:txBody>
            <a:bodyPr wrap="none" rtlCol="0">
              <a:spAutoFit/>
            </a:bodyPr>
            <a:lstStyle/>
            <a:p>
              <a:r>
                <a:rPr lang="en-US" sz="2000" b="1" dirty="0" smtClean="0">
                  <a:solidFill>
                    <a:srgbClr val="FFFF00"/>
                  </a:solidFill>
                </a:rPr>
                <a:t>Other</a:t>
              </a:r>
              <a:endParaRPr lang="en-US" sz="2000" b="1" dirty="0">
                <a:solidFill>
                  <a:srgbClr val="FFFF00"/>
                </a:solidFill>
              </a:endParaRPr>
            </a:p>
          </p:txBody>
        </p:sp>
      </p:grpSp>
      <p:sp>
        <p:nvSpPr>
          <p:cNvPr id="42" name="TextBox 41"/>
          <p:cNvSpPr txBox="1"/>
          <p:nvPr/>
        </p:nvSpPr>
        <p:spPr>
          <a:xfrm>
            <a:off x="3886200" y="3654623"/>
            <a:ext cx="1244251" cy="307777"/>
          </a:xfrm>
          <a:prstGeom prst="rect">
            <a:avLst/>
          </a:prstGeom>
          <a:noFill/>
        </p:spPr>
        <p:txBody>
          <a:bodyPr wrap="none" rtlCol="0">
            <a:spAutoFit/>
          </a:bodyPr>
          <a:lstStyle/>
          <a:p>
            <a:r>
              <a:rPr lang="en-US" sz="1400" b="1" dirty="0" smtClean="0">
                <a:solidFill>
                  <a:srgbClr val="FFFF00"/>
                </a:solidFill>
              </a:rPr>
              <a:t>Annotations</a:t>
            </a:r>
            <a:endParaRPr lang="en-US" sz="1400" b="1" dirty="0">
              <a:solidFill>
                <a:srgbClr val="FFFF00"/>
              </a:solidFill>
            </a:endParaRPr>
          </a:p>
        </p:txBody>
      </p:sp>
      <p:sp>
        <p:nvSpPr>
          <p:cNvPr id="43" name="Left-Right Arrow 42"/>
          <p:cNvSpPr/>
          <p:nvPr/>
        </p:nvSpPr>
        <p:spPr>
          <a:xfrm rot="18878804">
            <a:off x="1154354" y="1646004"/>
            <a:ext cx="633592"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5" name="Left-Right Arrow 44"/>
          <p:cNvSpPr/>
          <p:nvPr/>
        </p:nvSpPr>
        <p:spPr>
          <a:xfrm>
            <a:off x="2667000" y="2179320"/>
            <a:ext cx="228600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6" name="Left-Right Arrow 45"/>
          <p:cNvSpPr/>
          <p:nvPr/>
        </p:nvSpPr>
        <p:spPr>
          <a:xfrm rot="16200000">
            <a:off x="1935240" y="1651054"/>
            <a:ext cx="453973"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8" name="Left-Right Arrow 47"/>
          <p:cNvSpPr/>
          <p:nvPr/>
        </p:nvSpPr>
        <p:spPr>
          <a:xfrm>
            <a:off x="4018999" y="3961588"/>
            <a:ext cx="1003622"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9" name="TextBox 48"/>
          <p:cNvSpPr txBox="1"/>
          <p:nvPr/>
        </p:nvSpPr>
        <p:spPr>
          <a:xfrm>
            <a:off x="3631963" y="1842760"/>
            <a:ext cx="508473" cy="307777"/>
          </a:xfrm>
          <a:prstGeom prst="rect">
            <a:avLst/>
          </a:prstGeom>
          <a:noFill/>
        </p:spPr>
        <p:txBody>
          <a:bodyPr wrap="none" rtlCol="0">
            <a:spAutoFit/>
          </a:bodyPr>
          <a:lstStyle/>
          <a:p>
            <a:r>
              <a:rPr lang="en-US" sz="1400" b="1" dirty="0" smtClean="0">
                <a:solidFill>
                  <a:srgbClr val="FFFF00"/>
                </a:solidFill>
              </a:rPr>
              <a:t>ETL</a:t>
            </a:r>
            <a:endParaRPr lang="en-US" sz="1400" b="1" dirty="0">
              <a:solidFill>
                <a:srgbClr val="FFFF00"/>
              </a:solidFill>
            </a:endParaRPr>
          </a:p>
        </p:txBody>
      </p:sp>
      <p:sp>
        <p:nvSpPr>
          <p:cNvPr id="51" name="Left-Right Arrow 50"/>
          <p:cNvSpPr/>
          <p:nvPr/>
        </p:nvSpPr>
        <p:spPr>
          <a:xfrm rot="5400000">
            <a:off x="5539186" y="5158187"/>
            <a:ext cx="44085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52" name="Rectangle 51"/>
          <p:cNvSpPr/>
          <p:nvPr/>
        </p:nvSpPr>
        <p:spPr>
          <a:xfrm>
            <a:off x="6937717" y="4539685"/>
            <a:ext cx="1977683" cy="1022915"/>
          </a:xfrm>
          <a:prstGeom prst="rect">
            <a:avLst/>
          </a:prstGeom>
          <a:solidFill>
            <a:srgbClr val="00206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t>Reporting Tools</a:t>
            </a:r>
          </a:p>
          <a:p>
            <a:pPr algn="ctr"/>
            <a:r>
              <a:rPr lang="en-US" sz="1600" b="1" dirty="0" smtClean="0"/>
              <a:t>SSAS, SSRS, SharePoint</a:t>
            </a:r>
          </a:p>
          <a:p>
            <a:pPr algn="ctr"/>
            <a:r>
              <a:rPr lang="en-US" sz="1600" b="1" dirty="0" smtClean="0"/>
              <a:t>Pyramid Analytics</a:t>
            </a:r>
            <a:endParaRPr lang="en-US" sz="1600" b="1" dirty="0"/>
          </a:p>
        </p:txBody>
      </p:sp>
      <p:sp>
        <p:nvSpPr>
          <p:cNvPr id="53" name="Left-Right Arrow 52"/>
          <p:cNvSpPr/>
          <p:nvPr/>
        </p:nvSpPr>
        <p:spPr>
          <a:xfrm rot="8514952">
            <a:off x="6562674" y="5679095"/>
            <a:ext cx="44085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54" name="Left-Right Arrow 53"/>
          <p:cNvSpPr/>
          <p:nvPr/>
        </p:nvSpPr>
        <p:spPr>
          <a:xfrm rot="5400000">
            <a:off x="7442604" y="4099934"/>
            <a:ext cx="583391"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55" name="Left-Right Arrow 54"/>
          <p:cNvSpPr/>
          <p:nvPr/>
        </p:nvSpPr>
        <p:spPr>
          <a:xfrm>
            <a:off x="1255259" y="2179320"/>
            <a:ext cx="50357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56" name="Left-Up Arrow 55"/>
          <p:cNvSpPr/>
          <p:nvPr/>
        </p:nvSpPr>
        <p:spPr>
          <a:xfrm rot="5400000">
            <a:off x="1878225" y="1474152"/>
            <a:ext cx="304800" cy="2385696"/>
          </a:xfrm>
          <a:prstGeom prst="leftUpArrow">
            <a:avLst>
              <a:gd name="adj1" fmla="val 25000"/>
              <a:gd name="adj2" fmla="val 26450"/>
              <a:gd name="adj3" fmla="val 25000"/>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Left-Right Arrow 56"/>
          <p:cNvSpPr/>
          <p:nvPr/>
        </p:nvSpPr>
        <p:spPr>
          <a:xfrm>
            <a:off x="4373230" y="2651760"/>
            <a:ext cx="50357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Tree>
    <p:extLst>
      <p:ext uri="{BB962C8B-B14F-4D97-AF65-F5344CB8AC3E}">
        <p14:creationId xmlns:p14="http://schemas.microsoft.com/office/powerpoint/2010/main" val="319676389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76200"/>
            <a:ext cx="8839200" cy="838200"/>
          </a:xfrm>
        </p:spPr>
        <p:txBody>
          <a:bodyPr>
            <a:noAutofit/>
          </a:bodyPr>
          <a:lstStyle/>
          <a:p>
            <a:pPr algn="ctr"/>
            <a:r>
              <a:rPr lang="en-US" sz="4400" dirty="0" smtClean="0"/>
              <a:t>BISL Enterprise NLP Application</a:t>
            </a:r>
            <a:endParaRPr lang="en-US" sz="4400" dirty="0"/>
          </a:p>
        </p:txBody>
      </p:sp>
      <p:sp>
        <p:nvSpPr>
          <p:cNvPr id="33" name="Rectangle 32"/>
          <p:cNvSpPr/>
          <p:nvPr/>
        </p:nvSpPr>
        <p:spPr>
          <a:xfrm>
            <a:off x="228600" y="1536925"/>
            <a:ext cx="1030273" cy="1649849"/>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85" name="Rectangle 84"/>
          <p:cNvSpPr/>
          <p:nvPr/>
        </p:nvSpPr>
        <p:spPr>
          <a:xfrm>
            <a:off x="1258873" y="1547959"/>
            <a:ext cx="1030273" cy="1638815"/>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7" name="TextBox 36"/>
          <p:cNvSpPr txBox="1"/>
          <p:nvPr/>
        </p:nvSpPr>
        <p:spPr>
          <a:xfrm>
            <a:off x="457200" y="1905000"/>
            <a:ext cx="1524000" cy="923330"/>
          </a:xfrm>
          <a:prstGeom prst="rect">
            <a:avLst/>
          </a:prstGeom>
          <a:noFill/>
        </p:spPr>
        <p:txBody>
          <a:bodyPr wrap="square" rtlCol="0">
            <a:spAutoFit/>
          </a:bodyPr>
          <a:lstStyle/>
          <a:p>
            <a:pPr algn="ctr"/>
            <a:r>
              <a:rPr lang="en-US" b="1" dirty="0" smtClean="0"/>
              <a:t>NLP Application</a:t>
            </a:r>
          </a:p>
          <a:p>
            <a:pPr algn="ctr"/>
            <a:r>
              <a:rPr lang="en-US" b="1" dirty="0" smtClean="0"/>
              <a:t>Server</a:t>
            </a:r>
          </a:p>
        </p:txBody>
      </p:sp>
      <p:grpSp>
        <p:nvGrpSpPr>
          <p:cNvPr id="25" name="Group 24"/>
          <p:cNvGrpSpPr/>
          <p:nvPr/>
        </p:nvGrpSpPr>
        <p:grpSpPr>
          <a:xfrm>
            <a:off x="2519777" y="1219200"/>
            <a:ext cx="1595023" cy="2209800"/>
            <a:chOff x="2362200" y="3200400"/>
            <a:chExt cx="1595023" cy="2209800"/>
          </a:xfrm>
        </p:grpSpPr>
        <p:grpSp>
          <p:nvGrpSpPr>
            <p:cNvPr id="27" name="Group 26"/>
            <p:cNvGrpSpPr>
              <a:grpSpLocks noChangeAspect="1"/>
            </p:cNvGrpSpPr>
            <p:nvPr/>
          </p:nvGrpSpPr>
          <p:grpSpPr>
            <a:xfrm>
              <a:off x="2362200" y="3200400"/>
              <a:ext cx="685800" cy="698531"/>
              <a:chOff x="3429000" y="3073192"/>
              <a:chExt cx="990600" cy="1029416"/>
            </a:xfrm>
          </p:grpSpPr>
          <p:sp>
            <p:nvSpPr>
              <p:cNvPr id="40" name="Circular Arrow 39"/>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Circular Arrow 40"/>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9" name="Group 28"/>
            <p:cNvGrpSpPr>
              <a:grpSpLocks noChangeAspect="1"/>
            </p:cNvGrpSpPr>
            <p:nvPr/>
          </p:nvGrpSpPr>
          <p:grpSpPr>
            <a:xfrm>
              <a:off x="2362200" y="3949669"/>
              <a:ext cx="685800" cy="698531"/>
              <a:chOff x="3429000" y="3073192"/>
              <a:chExt cx="990600" cy="1029416"/>
            </a:xfrm>
          </p:grpSpPr>
          <p:sp>
            <p:nvSpPr>
              <p:cNvPr id="38" name="Circular Arrow 37"/>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Circular Arrow 38"/>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0" name="Group 29"/>
            <p:cNvGrpSpPr>
              <a:grpSpLocks noChangeAspect="1"/>
            </p:cNvGrpSpPr>
            <p:nvPr/>
          </p:nvGrpSpPr>
          <p:grpSpPr>
            <a:xfrm>
              <a:off x="2362200" y="4711669"/>
              <a:ext cx="685800" cy="698531"/>
              <a:chOff x="3429000" y="3073192"/>
              <a:chExt cx="990600" cy="1029416"/>
            </a:xfrm>
          </p:grpSpPr>
          <p:sp>
            <p:nvSpPr>
              <p:cNvPr id="35" name="Circular Arrow 34"/>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Circular Arrow 35"/>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1" name="TextBox 30"/>
            <p:cNvSpPr txBox="1"/>
            <p:nvPr/>
          </p:nvSpPr>
          <p:spPr>
            <a:xfrm>
              <a:off x="3048000" y="3352800"/>
              <a:ext cx="795411" cy="400110"/>
            </a:xfrm>
            <a:prstGeom prst="rect">
              <a:avLst/>
            </a:prstGeom>
            <a:noFill/>
          </p:spPr>
          <p:txBody>
            <a:bodyPr wrap="none" rtlCol="0">
              <a:spAutoFit/>
            </a:bodyPr>
            <a:lstStyle/>
            <a:p>
              <a:r>
                <a:rPr lang="en-US" sz="2000" b="1" smtClean="0">
                  <a:solidFill>
                    <a:srgbClr val="FFFF00"/>
                  </a:solidFill>
                </a:rPr>
                <a:t>Lung</a:t>
              </a:r>
              <a:endParaRPr lang="en-US" sz="2000" b="1" dirty="0">
                <a:solidFill>
                  <a:srgbClr val="FFFF00"/>
                </a:solidFill>
              </a:endParaRPr>
            </a:p>
          </p:txBody>
        </p:sp>
        <p:sp>
          <p:nvSpPr>
            <p:cNvPr id="32" name="TextBox 31"/>
            <p:cNvSpPr txBox="1"/>
            <p:nvPr/>
          </p:nvSpPr>
          <p:spPr>
            <a:xfrm>
              <a:off x="3048000" y="4095690"/>
              <a:ext cx="789960" cy="400110"/>
            </a:xfrm>
            <a:prstGeom prst="rect">
              <a:avLst/>
            </a:prstGeom>
            <a:noFill/>
          </p:spPr>
          <p:txBody>
            <a:bodyPr wrap="none" rtlCol="0">
              <a:spAutoFit/>
            </a:bodyPr>
            <a:lstStyle/>
            <a:p>
              <a:r>
                <a:rPr lang="en-US" sz="2000" b="1" dirty="0" smtClean="0">
                  <a:solidFill>
                    <a:srgbClr val="FFFF00"/>
                  </a:solidFill>
                </a:rPr>
                <a:t>Liver</a:t>
              </a:r>
              <a:endParaRPr lang="en-US" sz="2000" b="1" dirty="0">
                <a:solidFill>
                  <a:srgbClr val="FFFF00"/>
                </a:solidFill>
              </a:endParaRPr>
            </a:p>
          </p:txBody>
        </p:sp>
        <p:sp>
          <p:nvSpPr>
            <p:cNvPr id="34" name="TextBox 33"/>
            <p:cNvSpPr txBox="1"/>
            <p:nvPr/>
          </p:nvSpPr>
          <p:spPr>
            <a:xfrm>
              <a:off x="3048000" y="4857690"/>
              <a:ext cx="909223" cy="400110"/>
            </a:xfrm>
            <a:prstGeom prst="rect">
              <a:avLst/>
            </a:prstGeom>
            <a:noFill/>
          </p:spPr>
          <p:txBody>
            <a:bodyPr wrap="none" rtlCol="0">
              <a:spAutoFit/>
            </a:bodyPr>
            <a:lstStyle/>
            <a:p>
              <a:r>
                <a:rPr lang="en-US" sz="2000" b="1" dirty="0" smtClean="0">
                  <a:solidFill>
                    <a:srgbClr val="FFFF00"/>
                  </a:solidFill>
                </a:rPr>
                <a:t>Other</a:t>
              </a:r>
              <a:endParaRPr lang="en-US" sz="2000" b="1" dirty="0">
                <a:solidFill>
                  <a:srgbClr val="FFFF00"/>
                </a:solidFill>
              </a:endParaRPr>
            </a:p>
          </p:txBody>
        </p:sp>
      </p:grpSp>
      <p:sp>
        <p:nvSpPr>
          <p:cNvPr id="42" name="TextBox 41"/>
          <p:cNvSpPr txBox="1"/>
          <p:nvPr/>
        </p:nvSpPr>
        <p:spPr>
          <a:xfrm>
            <a:off x="3663236" y="1899443"/>
            <a:ext cx="1244251" cy="307777"/>
          </a:xfrm>
          <a:prstGeom prst="rect">
            <a:avLst/>
          </a:prstGeom>
          <a:noFill/>
        </p:spPr>
        <p:txBody>
          <a:bodyPr wrap="none" rtlCol="0">
            <a:spAutoFit/>
          </a:bodyPr>
          <a:lstStyle/>
          <a:p>
            <a:r>
              <a:rPr lang="en-US" sz="1400" b="1" dirty="0" smtClean="0">
                <a:solidFill>
                  <a:srgbClr val="FFFF00"/>
                </a:solidFill>
              </a:rPr>
              <a:t>Annotations</a:t>
            </a:r>
            <a:endParaRPr lang="en-US" sz="1400" b="1" dirty="0">
              <a:solidFill>
                <a:srgbClr val="FFFF00"/>
              </a:solidFill>
            </a:endParaRPr>
          </a:p>
        </p:txBody>
      </p:sp>
      <p:sp>
        <p:nvSpPr>
          <p:cNvPr id="48" name="Left-Right Arrow 47"/>
          <p:cNvSpPr/>
          <p:nvPr/>
        </p:nvSpPr>
        <p:spPr>
          <a:xfrm>
            <a:off x="3796978" y="2496803"/>
            <a:ext cx="1003622"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4" name="Rectangle 43"/>
          <p:cNvSpPr/>
          <p:nvPr/>
        </p:nvSpPr>
        <p:spPr>
          <a:xfrm>
            <a:off x="5105400" y="1524001"/>
            <a:ext cx="1447800" cy="1662773"/>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Radiology Project DBs  (A01)</a:t>
            </a:r>
          </a:p>
          <a:p>
            <a:pPr algn="ctr"/>
            <a:r>
              <a:rPr lang="en-US" sz="1600" b="1" dirty="0" smtClean="0"/>
              <a:t>SQL Sever</a:t>
            </a:r>
            <a:endParaRPr lang="en-US" sz="1600" b="1" dirty="0"/>
          </a:p>
        </p:txBody>
      </p:sp>
      <p:sp>
        <p:nvSpPr>
          <p:cNvPr id="47" name="Rectangle 46"/>
          <p:cNvSpPr/>
          <p:nvPr/>
        </p:nvSpPr>
        <p:spPr>
          <a:xfrm>
            <a:off x="6466662" y="2419814"/>
            <a:ext cx="2067738" cy="399586"/>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Radiology DBs</a:t>
            </a:r>
            <a:endParaRPr lang="en-US" sz="1600" b="1" dirty="0"/>
          </a:p>
        </p:txBody>
      </p:sp>
      <p:sp>
        <p:nvSpPr>
          <p:cNvPr id="58" name="Rectangle 57"/>
          <p:cNvSpPr/>
          <p:nvPr/>
        </p:nvSpPr>
        <p:spPr>
          <a:xfrm>
            <a:off x="6466662" y="2800814"/>
            <a:ext cx="2067738" cy="399586"/>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Output DBs</a:t>
            </a:r>
            <a:endParaRPr lang="en-US" sz="1600" b="1" dirty="0"/>
          </a:p>
        </p:txBody>
      </p:sp>
      <p:sp>
        <p:nvSpPr>
          <p:cNvPr id="3" name="Rectangle 2"/>
          <p:cNvSpPr/>
          <p:nvPr/>
        </p:nvSpPr>
        <p:spPr>
          <a:xfrm>
            <a:off x="152400" y="3352800"/>
            <a:ext cx="8839200" cy="3416320"/>
          </a:xfrm>
          <a:prstGeom prst="rect">
            <a:avLst/>
          </a:prstGeom>
          <a:ln w="25400">
            <a:solidFill>
              <a:schemeClr val="tx1"/>
            </a:solidFill>
          </a:ln>
        </p:spPr>
        <p:txBody>
          <a:bodyPr wrap="square">
            <a:spAutoFit/>
          </a:bodyPr>
          <a:lstStyle/>
          <a:p>
            <a:pPr marL="285750" indent="-285750">
              <a:buFont typeface="Arial" panose="020B0604020202020204" pitchFamily="34" charset="0"/>
              <a:buChar char="•"/>
            </a:pPr>
            <a:r>
              <a:rPr lang="en-US" b="1" dirty="0" smtClean="0"/>
              <a:t>From George Michel: We </a:t>
            </a:r>
            <a:r>
              <a:rPr lang="en-US" b="1" dirty="0"/>
              <a:t>processed 1888 documents in 7778156 </a:t>
            </a:r>
            <a:r>
              <a:rPr lang="en-US" b="1" dirty="0" err="1"/>
              <a:t>ms</a:t>
            </a:r>
            <a:r>
              <a:rPr lang="en-US" b="1" dirty="0"/>
              <a:t> or 129 minutes (~15 docs/minute). </a:t>
            </a:r>
          </a:p>
          <a:p>
            <a:pPr marL="285750" indent="-285750">
              <a:buFont typeface="Arial" panose="020B0604020202020204" pitchFamily="34" charset="0"/>
              <a:buChar char="•"/>
            </a:pPr>
            <a:r>
              <a:rPr lang="en-US" b="1" dirty="0"/>
              <a:t>Current performance in production is 114 docs in 7 minutes (~16 </a:t>
            </a:r>
            <a:r>
              <a:rPr lang="en-US" b="1" dirty="0" smtClean="0"/>
              <a:t>docs /</a:t>
            </a:r>
            <a:r>
              <a:rPr lang="en-US" b="1" dirty="0"/>
              <a:t>minute</a:t>
            </a:r>
            <a:r>
              <a:rPr lang="en-US" b="1" dirty="0" smtClean="0"/>
              <a:t>).</a:t>
            </a:r>
            <a:endParaRPr lang="en-US" b="1" dirty="0"/>
          </a:p>
          <a:p>
            <a:pPr marL="285750" indent="-285750">
              <a:buFont typeface="Arial" panose="020B0604020202020204" pitchFamily="34" charset="0"/>
              <a:buChar char="•"/>
            </a:pPr>
            <a:r>
              <a:rPr lang="en-US" b="1" dirty="0"/>
              <a:t>The majority of the time spent in the NLP pipeline was is in the dictionary lookup, which we are going to focus on improving by indexing the </a:t>
            </a:r>
            <a:r>
              <a:rPr lang="en-US" b="1" dirty="0" err="1"/>
              <a:t>umls</a:t>
            </a:r>
            <a:r>
              <a:rPr lang="en-US" b="1" dirty="0"/>
              <a:t> temp table</a:t>
            </a:r>
            <a:r>
              <a:rPr lang="en-US" b="1" dirty="0" smtClean="0"/>
              <a:t>.</a:t>
            </a:r>
            <a:endParaRPr lang="en-US" b="1" dirty="0"/>
          </a:p>
          <a:p>
            <a:pPr marL="285750" indent="-285750">
              <a:buFont typeface="Arial" panose="020B0604020202020204" pitchFamily="34" charset="0"/>
              <a:buChar char="•"/>
            </a:pPr>
            <a:r>
              <a:rPr lang="en-US" b="1" dirty="0"/>
              <a:t>The modules (stored procedures that run after the </a:t>
            </a:r>
            <a:r>
              <a:rPr lang="en-US" b="1" dirty="0" err="1"/>
              <a:t>nlp</a:t>
            </a:r>
            <a:r>
              <a:rPr lang="en-US" b="1" dirty="0"/>
              <a:t> pipeline) elapsed times (taken from the </a:t>
            </a:r>
            <a:r>
              <a:rPr lang="en-US" b="1" dirty="0" err="1"/>
              <a:t>stex.logentry</a:t>
            </a:r>
            <a:r>
              <a:rPr lang="en-US" b="1" dirty="0"/>
              <a:t> data table) were</a:t>
            </a:r>
            <a:r>
              <a:rPr lang="en-US" b="1" dirty="0" smtClean="0"/>
              <a:t>:</a:t>
            </a:r>
            <a:endParaRPr lang="en-US" b="1" dirty="0"/>
          </a:p>
          <a:p>
            <a:pPr marL="742950" lvl="1" indent="-285750">
              <a:buFont typeface="Arial" panose="020B0604020202020204" pitchFamily="34" charset="0"/>
              <a:buChar char="•"/>
            </a:pPr>
            <a:r>
              <a:rPr lang="en-US" b="1" dirty="0"/>
              <a:t>Lung: 33 seconds</a:t>
            </a:r>
          </a:p>
          <a:p>
            <a:pPr marL="742950" lvl="1" indent="-285750">
              <a:buFont typeface="Arial" panose="020B0604020202020204" pitchFamily="34" charset="0"/>
              <a:buChar char="•"/>
            </a:pPr>
            <a:r>
              <a:rPr lang="en-US" b="1" dirty="0"/>
              <a:t>Liver: 5 min 28 sec</a:t>
            </a:r>
          </a:p>
          <a:p>
            <a:pPr marL="742950" lvl="1" indent="-285750">
              <a:buFont typeface="Arial" panose="020B0604020202020204" pitchFamily="34" charset="0"/>
              <a:buChar char="•"/>
            </a:pPr>
            <a:r>
              <a:rPr lang="en-US" b="1" dirty="0"/>
              <a:t>Other: 53 min 35 sec</a:t>
            </a:r>
          </a:p>
        </p:txBody>
      </p:sp>
    </p:spTree>
    <p:extLst>
      <p:ext uri="{BB962C8B-B14F-4D97-AF65-F5344CB8AC3E}">
        <p14:creationId xmlns:p14="http://schemas.microsoft.com/office/powerpoint/2010/main" val="20005838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76200"/>
            <a:ext cx="8839200" cy="838200"/>
          </a:xfrm>
        </p:spPr>
        <p:txBody>
          <a:bodyPr>
            <a:noAutofit/>
          </a:bodyPr>
          <a:lstStyle/>
          <a:p>
            <a:pPr algn="ctr"/>
            <a:r>
              <a:rPr lang="en-US" sz="4400" dirty="0" smtClean="0"/>
              <a:t>BISL Enterprise NLP Application</a:t>
            </a:r>
            <a:endParaRPr lang="en-US" sz="4400" dirty="0"/>
          </a:p>
        </p:txBody>
      </p:sp>
      <p:graphicFrame>
        <p:nvGraphicFramePr>
          <p:cNvPr id="4" name="Table 3"/>
          <p:cNvGraphicFramePr>
            <a:graphicFrameLocks noGrp="1"/>
          </p:cNvGraphicFramePr>
          <p:nvPr>
            <p:extLst>
              <p:ext uri="{D42A27DB-BD31-4B8C-83A1-F6EECF244321}">
                <p14:modId xmlns:p14="http://schemas.microsoft.com/office/powerpoint/2010/main" val="813533960"/>
              </p:ext>
            </p:extLst>
          </p:nvPr>
        </p:nvGraphicFramePr>
        <p:xfrm>
          <a:off x="304801" y="1905000"/>
          <a:ext cx="6324599" cy="1203960"/>
        </p:xfrm>
        <a:graphic>
          <a:graphicData uri="http://schemas.openxmlformats.org/drawingml/2006/table">
            <a:tbl>
              <a:tblPr firstRow="1" firstCol="1" bandRow="1">
                <a:tableStyleId>{5C22544A-7EE6-4342-B048-85BDC9FD1C3A}</a:tableStyleId>
              </a:tblPr>
              <a:tblGrid>
                <a:gridCol w="1879351"/>
                <a:gridCol w="2222624"/>
                <a:gridCol w="2222624"/>
              </a:tblGrid>
              <a:tr h="381000">
                <a:tc>
                  <a:txBody>
                    <a:bodyPr/>
                    <a:lstStyle/>
                    <a:p>
                      <a:pPr marL="0" marR="0">
                        <a:spcBef>
                          <a:spcPts val="0"/>
                        </a:spcBef>
                        <a:spcAft>
                          <a:spcPts val="0"/>
                        </a:spcAft>
                      </a:pPr>
                      <a:r>
                        <a:rPr lang="en-US" sz="1600" b="1" dirty="0" err="1">
                          <a:effectLst/>
                        </a:rPr>
                        <a:t>CalendarYear</a:t>
                      </a:r>
                      <a:endParaRPr lang="en-US" sz="16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Radiology Reports</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Radiology Exams</a:t>
                      </a:r>
                      <a:endParaRPr lang="en-US" sz="1600" b="1" dirty="0">
                        <a:effectLst/>
                        <a:latin typeface="Calibri"/>
                        <a:ea typeface="Calibri"/>
                        <a:cs typeface="Times New Roman"/>
                      </a:endParaRPr>
                    </a:p>
                  </a:txBody>
                  <a:tcPr marL="68580" marR="68580" marT="0" marB="0"/>
                </a:tc>
              </a:tr>
              <a:tr h="274320">
                <a:tc>
                  <a:txBody>
                    <a:bodyPr/>
                    <a:lstStyle/>
                    <a:p>
                      <a:pPr marL="0" marR="0">
                        <a:spcBef>
                          <a:spcPts val="0"/>
                        </a:spcBef>
                        <a:spcAft>
                          <a:spcPts val="0"/>
                        </a:spcAft>
                      </a:pPr>
                      <a:r>
                        <a:rPr lang="en-US" sz="1600" b="1">
                          <a:effectLst/>
                        </a:rPr>
                        <a:t>2014</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7154310</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8339425</a:t>
                      </a:r>
                      <a:endParaRPr lang="en-US" sz="1600" b="1" dirty="0">
                        <a:effectLst/>
                        <a:latin typeface="Calibri"/>
                        <a:ea typeface="Calibri"/>
                        <a:cs typeface="Times New Roman"/>
                      </a:endParaRPr>
                    </a:p>
                  </a:txBody>
                  <a:tcPr marL="68580" marR="68580" marT="0" marB="0"/>
                </a:tc>
              </a:tr>
              <a:tr h="274320">
                <a:tc>
                  <a:txBody>
                    <a:bodyPr/>
                    <a:lstStyle/>
                    <a:p>
                      <a:pPr marL="0" marR="0">
                        <a:spcBef>
                          <a:spcPts val="0"/>
                        </a:spcBef>
                        <a:spcAft>
                          <a:spcPts val="0"/>
                        </a:spcAft>
                      </a:pPr>
                      <a:r>
                        <a:rPr lang="en-US" sz="1600" b="1">
                          <a:effectLst/>
                        </a:rPr>
                        <a:t>2015</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7367169</a:t>
                      </a:r>
                      <a:endParaRPr lang="en-US" sz="16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8570418</a:t>
                      </a:r>
                      <a:endParaRPr lang="en-US" sz="1600" b="1" dirty="0">
                        <a:effectLst/>
                        <a:latin typeface="Calibri"/>
                        <a:ea typeface="Calibri"/>
                        <a:cs typeface="Times New Roman"/>
                      </a:endParaRPr>
                    </a:p>
                  </a:txBody>
                  <a:tcPr marL="68580" marR="68580" marT="0" marB="0"/>
                </a:tc>
              </a:tr>
              <a:tr h="274320">
                <a:tc>
                  <a:txBody>
                    <a:bodyPr/>
                    <a:lstStyle/>
                    <a:p>
                      <a:pPr marL="0" marR="0">
                        <a:spcBef>
                          <a:spcPts val="0"/>
                        </a:spcBef>
                        <a:spcAft>
                          <a:spcPts val="0"/>
                        </a:spcAft>
                      </a:pPr>
                      <a:r>
                        <a:rPr lang="en-US" sz="1600" b="1" dirty="0">
                          <a:effectLst/>
                        </a:rPr>
                        <a:t>2016</a:t>
                      </a:r>
                      <a:endParaRPr lang="en-US" sz="16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5318024</a:t>
                      </a:r>
                      <a:endParaRPr lang="en-US" sz="16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6179310</a:t>
                      </a:r>
                      <a:endParaRPr lang="en-US" sz="1600" b="1" dirty="0">
                        <a:effectLst/>
                        <a:latin typeface="Calibri"/>
                        <a:ea typeface="Calibri"/>
                        <a:cs typeface="Times New Roman"/>
                      </a:endParaRPr>
                    </a:p>
                  </a:txBody>
                  <a:tcPr marL="68580" marR="68580" marT="0" marB="0"/>
                </a:tc>
              </a:tr>
            </a:tbl>
          </a:graphicData>
        </a:graphic>
      </p:graphicFrame>
      <p:sp>
        <p:nvSpPr>
          <p:cNvPr id="8" name="Rectangle 7"/>
          <p:cNvSpPr/>
          <p:nvPr/>
        </p:nvSpPr>
        <p:spPr>
          <a:xfrm>
            <a:off x="199767" y="3465255"/>
            <a:ext cx="8763000" cy="2554545"/>
          </a:xfrm>
          <a:prstGeom prst="rect">
            <a:avLst/>
          </a:prstGeom>
          <a:ln w="25400">
            <a:solidFill>
              <a:schemeClr val="tx1"/>
            </a:solidFill>
          </a:ln>
        </p:spPr>
        <p:txBody>
          <a:bodyPr wrap="square">
            <a:spAutoFit/>
          </a:bodyPr>
          <a:lstStyle/>
          <a:p>
            <a:pPr marL="342900" indent="-342900">
              <a:buFont typeface="Arial" panose="020B0604020202020204" pitchFamily="34" charset="0"/>
              <a:buChar char="•"/>
            </a:pPr>
            <a:r>
              <a:rPr lang="en-US" sz="2000" b="1" dirty="0" smtClean="0"/>
              <a:t>From Donna Reagan: For </a:t>
            </a:r>
            <a:r>
              <a:rPr lang="en-US" sz="2000" b="1" dirty="0"/>
              <a:t>the CCTS project we are only importing the data since 1/1/2014.  These are the yearly counts in the CCTS </a:t>
            </a:r>
            <a:r>
              <a:rPr lang="en-US" sz="2000" b="1" dirty="0" smtClean="0"/>
              <a:t>database. </a:t>
            </a:r>
          </a:p>
          <a:p>
            <a:pPr marL="342900" indent="-342900">
              <a:buFont typeface="Arial" panose="020B0604020202020204" pitchFamily="34" charset="0"/>
              <a:buChar char="•"/>
            </a:pPr>
            <a:r>
              <a:rPr lang="en-US" sz="2000" b="1" dirty="0"/>
              <a:t>Radiology for all </a:t>
            </a:r>
            <a:r>
              <a:rPr lang="en-US" sz="2000" b="1" dirty="0" smtClean="0"/>
              <a:t>the nation </a:t>
            </a:r>
            <a:r>
              <a:rPr lang="en-US" sz="2000" b="1" dirty="0"/>
              <a:t>is </a:t>
            </a:r>
            <a:r>
              <a:rPr lang="en-US" sz="2000" b="1" dirty="0" smtClean="0"/>
              <a:t>done</a:t>
            </a:r>
            <a:endParaRPr lang="en-US" sz="2000" b="1" dirty="0"/>
          </a:p>
          <a:p>
            <a:pPr marL="342900" indent="-342900">
              <a:buFont typeface="Arial" panose="020B0604020202020204" pitchFamily="34" charset="0"/>
              <a:buChar char="•"/>
            </a:pPr>
            <a:r>
              <a:rPr lang="en-US" sz="2000" b="1" dirty="0" smtClean="0"/>
              <a:t>We are only processing  stations </a:t>
            </a:r>
            <a:r>
              <a:rPr lang="en-US" sz="2000" b="1" dirty="0"/>
              <a:t>that are part of </a:t>
            </a:r>
            <a:r>
              <a:rPr lang="en-US" sz="2000" b="1" dirty="0" smtClean="0"/>
              <a:t>the project</a:t>
            </a:r>
            <a:endParaRPr lang="en-US" sz="2000" b="1" dirty="0"/>
          </a:p>
          <a:p>
            <a:pPr marL="342900" indent="-342900">
              <a:buFont typeface="Arial" panose="020B0604020202020204" pitchFamily="34" charset="0"/>
              <a:buChar char="•"/>
            </a:pPr>
            <a:r>
              <a:rPr lang="en-US" sz="2000" b="1" dirty="0"/>
              <a:t>Procedures (local VistA) need to be defined and mapped</a:t>
            </a:r>
          </a:p>
          <a:p>
            <a:pPr marL="800100" lvl="1" indent="-342900">
              <a:buFont typeface="Arial" panose="020B0604020202020204" pitchFamily="34" charset="0"/>
              <a:buChar char="•"/>
            </a:pPr>
            <a:r>
              <a:rPr lang="en-US" sz="2000" b="1" dirty="0"/>
              <a:t>1800 procedures that radiologists do (CPT codes)</a:t>
            </a:r>
          </a:p>
          <a:p>
            <a:pPr marL="800100" lvl="1" indent="-342900">
              <a:buFont typeface="Arial" panose="020B0604020202020204" pitchFamily="34" charset="0"/>
              <a:buChar char="•"/>
            </a:pPr>
            <a:r>
              <a:rPr lang="en-US" sz="2000" b="1" dirty="0"/>
              <a:t>Not standardized (One VA rule) </a:t>
            </a:r>
            <a:r>
              <a:rPr lang="en-US" sz="2000" b="1" dirty="0" smtClean="0"/>
              <a:t>nothing </a:t>
            </a:r>
            <a:r>
              <a:rPr lang="en-US" sz="2000" b="1" dirty="0"/>
              <a:t>is generalizable</a:t>
            </a:r>
          </a:p>
          <a:p>
            <a:pPr marL="800100" lvl="1" indent="-342900">
              <a:buFont typeface="Arial" panose="020B0604020202020204" pitchFamily="34" charset="0"/>
              <a:buChar char="•"/>
            </a:pPr>
            <a:r>
              <a:rPr lang="en-US" sz="2000" b="1" dirty="0"/>
              <a:t>Eventually map them to concept </a:t>
            </a:r>
            <a:r>
              <a:rPr lang="en-US" sz="2000" b="1" dirty="0" smtClean="0"/>
              <a:t>table</a:t>
            </a:r>
            <a:endParaRPr lang="en-US" sz="2000" b="1" dirty="0"/>
          </a:p>
        </p:txBody>
      </p:sp>
    </p:spTree>
    <p:extLst>
      <p:ext uri="{BB962C8B-B14F-4D97-AF65-F5344CB8AC3E}">
        <p14:creationId xmlns:p14="http://schemas.microsoft.com/office/powerpoint/2010/main" val="35688339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76200"/>
            <a:ext cx="8839200" cy="838200"/>
          </a:xfrm>
        </p:spPr>
        <p:txBody>
          <a:bodyPr>
            <a:noAutofit/>
          </a:bodyPr>
          <a:lstStyle/>
          <a:p>
            <a:pPr algn="ctr"/>
            <a:r>
              <a:rPr lang="en-US" sz="4400" dirty="0" smtClean="0"/>
              <a:t>BISL Enterprise NLP Application</a:t>
            </a:r>
            <a:endParaRPr lang="en-US" sz="4400" dirty="0"/>
          </a:p>
        </p:txBody>
      </p:sp>
      <p:graphicFrame>
        <p:nvGraphicFramePr>
          <p:cNvPr id="6" name="Table 5"/>
          <p:cNvGraphicFramePr>
            <a:graphicFrameLocks noGrp="1"/>
          </p:cNvGraphicFramePr>
          <p:nvPr>
            <p:extLst>
              <p:ext uri="{D42A27DB-BD31-4B8C-83A1-F6EECF244321}">
                <p14:modId xmlns:p14="http://schemas.microsoft.com/office/powerpoint/2010/main" val="2540297609"/>
              </p:ext>
            </p:extLst>
          </p:nvPr>
        </p:nvGraphicFramePr>
        <p:xfrm>
          <a:off x="533400" y="1257300"/>
          <a:ext cx="5943601" cy="2926080"/>
        </p:xfrm>
        <a:graphic>
          <a:graphicData uri="http://schemas.openxmlformats.org/drawingml/2006/table">
            <a:tbl>
              <a:tblPr firstRow="1" firstCol="1" bandRow="1">
                <a:tableStyleId>{5C22544A-7EE6-4342-B048-85BDC9FD1C3A}</a:tableStyleId>
              </a:tblPr>
              <a:tblGrid>
                <a:gridCol w="1881879"/>
                <a:gridCol w="1929842"/>
                <a:gridCol w="2131880"/>
              </a:tblGrid>
              <a:tr h="241313">
                <a:tc>
                  <a:txBody>
                    <a:bodyPr/>
                    <a:lstStyle/>
                    <a:p>
                      <a:pPr marL="0" marR="0">
                        <a:spcBef>
                          <a:spcPts val="0"/>
                        </a:spcBef>
                        <a:spcAft>
                          <a:spcPts val="0"/>
                        </a:spcAft>
                      </a:pPr>
                      <a:r>
                        <a:rPr lang="en-US" sz="1600" b="1" dirty="0" err="1">
                          <a:effectLst/>
                        </a:rPr>
                        <a:t>CalendarYear</a:t>
                      </a:r>
                      <a:endParaRPr lang="en-US" sz="16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Radiology Reports</a:t>
                      </a:r>
                      <a:endParaRPr lang="en-US" sz="16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Radiology Exams</a:t>
                      </a:r>
                      <a:endParaRPr lang="en-US" sz="1600" b="1" dirty="0">
                        <a:effectLst/>
                        <a:latin typeface="Calibri"/>
                        <a:ea typeface="Calibri"/>
                        <a:cs typeface="Times New Roman"/>
                      </a:endParaRPr>
                    </a:p>
                  </a:txBody>
                  <a:tcPr marL="68580" marR="68580" marT="0" marB="0"/>
                </a:tc>
              </a:tr>
              <a:tr h="241313">
                <a:tc>
                  <a:txBody>
                    <a:bodyPr/>
                    <a:lstStyle/>
                    <a:p>
                      <a:pPr marL="0" marR="0">
                        <a:spcBef>
                          <a:spcPts val="0"/>
                        </a:spcBef>
                        <a:spcAft>
                          <a:spcPts val="0"/>
                        </a:spcAft>
                      </a:pPr>
                      <a:r>
                        <a:rPr lang="en-US" sz="1600" b="1">
                          <a:effectLst/>
                        </a:rPr>
                        <a:t>2006</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7024309</a:t>
                      </a:r>
                      <a:endParaRPr lang="en-US" sz="16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8430091</a:t>
                      </a:r>
                      <a:endParaRPr lang="en-US" sz="1600" b="1" dirty="0">
                        <a:effectLst/>
                        <a:latin typeface="Calibri"/>
                        <a:ea typeface="Calibri"/>
                        <a:cs typeface="Times New Roman"/>
                      </a:endParaRPr>
                    </a:p>
                  </a:txBody>
                  <a:tcPr marL="68580" marR="68580" marT="0" marB="0"/>
                </a:tc>
              </a:tr>
              <a:tr h="241313">
                <a:tc>
                  <a:txBody>
                    <a:bodyPr/>
                    <a:lstStyle/>
                    <a:p>
                      <a:pPr marL="0" marR="0">
                        <a:spcBef>
                          <a:spcPts val="0"/>
                        </a:spcBef>
                        <a:spcAft>
                          <a:spcPts val="0"/>
                        </a:spcAft>
                      </a:pPr>
                      <a:r>
                        <a:rPr lang="en-US" sz="1600" b="1">
                          <a:effectLst/>
                        </a:rPr>
                        <a:t>2007</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7334970</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8831038</a:t>
                      </a:r>
                      <a:endParaRPr lang="en-US" sz="1600" b="1">
                        <a:effectLst/>
                        <a:latin typeface="Calibri"/>
                        <a:ea typeface="Calibri"/>
                        <a:cs typeface="Times New Roman"/>
                      </a:endParaRPr>
                    </a:p>
                  </a:txBody>
                  <a:tcPr marL="68580" marR="68580" marT="0" marB="0"/>
                </a:tc>
              </a:tr>
              <a:tr h="241313">
                <a:tc>
                  <a:txBody>
                    <a:bodyPr/>
                    <a:lstStyle/>
                    <a:p>
                      <a:pPr marL="0" marR="0">
                        <a:spcBef>
                          <a:spcPts val="0"/>
                        </a:spcBef>
                        <a:spcAft>
                          <a:spcPts val="0"/>
                        </a:spcAft>
                      </a:pPr>
                      <a:r>
                        <a:rPr lang="en-US" sz="1600" b="1">
                          <a:effectLst/>
                        </a:rPr>
                        <a:t>2008</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7726985</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9313330</a:t>
                      </a:r>
                      <a:endParaRPr lang="en-US" sz="1600" b="1" dirty="0">
                        <a:effectLst/>
                        <a:latin typeface="Calibri"/>
                        <a:ea typeface="Calibri"/>
                        <a:cs typeface="Times New Roman"/>
                      </a:endParaRPr>
                    </a:p>
                  </a:txBody>
                  <a:tcPr marL="68580" marR="68580" marT="0" marB="0"/>
                </a:tc>
              </a:tr>
              <a:tr h="241313">
                <a:tc>
                  <a:txBody>
                    <a:bodyPr/>
                    <a:lstStyle/>
                    <a:p>
                      <a:pPr marL="0" marR="0">
                        <a:spcBef>
                          <a:spcPts val="0"/>
                        </a:spcBef>
                        <a:spcAft>
                          <a:spcPts val="0"/>
                        </a:spcAft>
                      </a:pPr>
                      <a:r>
                        <a:rPr lang="en-US" sz="1600" b="1">
                          <a:effectLst/>
                        </a:rPr>
                        <a:t>2009</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8229630</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9942665</a:t>
                      </a:r>
                      <a:endParaRPr lang="en-US" sz="1600" b="1">
                        <a:effectLst/>
                        <a:latin typeface="Calibri"/>
                        <a:ea typeface="Calibri"/>
                        <a:cs typeface="Times New Roman"/>
                      </a:endParaRPr>
                    </a:p>
                  </a:txBody>
                  <a:tcPr marL="68580" marR="68580" marT="0" marB="0"/>
                </a:tc>
              </a:tr>
              <a:tr h="241313">
                <a:tc>
                  <a:txBody>
                    <a:bodyPr/>
                    <a:lstStyle/>
                    <a:p>
                      <a:pPr marL="0" marR="0">
                        <a:spcBef>
                          <a:spcPts val="0"/>
                        </a:spcBef>
                        <a:spcAft>
                          <a:spcPts val="0"/>
                        </a:spcAft>
                      </a:pPr>
                      <a:r>
                        <a:rPr lang="en-US" sz="1600" b="1">
                          <a:effectLst/>
                        </a:rPr>
                        <a:t>2010</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8381179</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9953139</a:t>
                      </a:r>
                      <a:endParaRPr lang="en-US" sz="1600" b="1" dirty="0">
                        <a:effectLst/>
                        <a:latin typeface="Calibri"/>
                        <a:ea typeface="Calibri"/>
                        <a:cs typeface="Times New Roman"/>
                      </a:endParaRPr>
                    </a:p>
                  </a:txBody>
                  <a:tcPr marL="68580" marR="68580" marT="0" marB="0"/>
                </a:tc>
              </a:tr>
              <a:tr h="241313">
                <a:tc>
                  <a:txBody>
                    <a:bodyPr/>
                    <a:lstStyle/>
                    <a:p>
                      <a:pPr marL="0" marR="0">
                        <a:spcBef>
                          <a:spcPts val="0"/>
                        </a:spcBef>
                        <a:spcAft>
                          <a:spcPts val="0"/>
                        </a:spcAft>
                      </a:pPr>
                      <a:r>
                        <a:rPr lang="en-US" sz="1600" b="1">
                          <a:effectLst/>
                        </a:rPr>
                        <a:t>2011</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8429802</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9881707</a:t>
                      </a:r>
                      <a:endParaRPr lang="en-US" sz="1600" b="1" dirty="0">
                        <a:effectLst/>
                        <a:latin typeface="Calibri"/>
                        <a:ea typeface="Calibri"/>
                        <a:cs typeface="Times New Roman"/>
                      </a:endParaRPr>
                    </a:p>
                  </a:txBody>
                  <a:tcPr marL="68580" marR="68580" marT="0" marB="0"/>
                </a:tc>
              </a:tr>
              <a:tr h="241313">
                <a:tc>
                  <a:txBody>
                    <a:bodyPr/>
                    <a:lstStyle/>
                    <a:p>
                      <a:pPr marL="0" marR="0">
                        <a:spcBef>
                          <a:spcPts val="0"/>
                        </a:spcBef>
                        <a:spcAft>
                          <a:spcPts val="0"/>
                        </a:spcAft>
                      </a:pPr>
                      <a:r>
                        <a:rPr lang="en-US" sz="1600" b="1">
                          <a:effectLst/>
                        </a:rPr>
                        <a:t>2012</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8386321</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9763019</a:t>
                      </a:r>
                      <a:endParaRPr lang="en-US" sz="1600" b="1">
                        <a:effectLst/>
                        <a:latin typeface="Calibri"/>
                        <a:ea typeface="Calibri"/>
                        <a:cs typeface="Times New Roman"/>
                      </a:endParaRPr>
                    </a:p>
                  </a:txBody>
                  <a:tcPr marL="68580" marR="68580" marT="0" marB="0"/>
                </a:tc>
              </a:tr>
              <a:tr h="241313">
                <a:tc>
                  <a:txBody>
                    <a:bodyPr/>
                    <a:lstStyle/>
                    <a:p>
                      <a:pPr marL="0" marR="0">
                        <a:spcBef>
                          <a:spcPts val="0"/>
                        </a:spcBef>
                        <a:spcAft>
                          <a:spcPts val="0"/>
                        </a:spcAft>
                      </a:pPr>
                      <a:r>
                        <a:rPr lang="en-US" sz="1600" b="1" dirty="0">
                          <a:effectLst/>
                        </a:rPr>
                        <a:t>2013</a:t>
                      </a:r>
                      <a:endParaRPr lang="en-US" sz="16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8423268</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9776684</a:t>
                      </a:r>
                      <a:endParaRPr lang="en-US" sz="1600" b="1" dirty="0">
                        <a:effectLst/>
                        <a:latin typeface="Calibri"/>
                        <a:ea typeface="Calibri"/>
                        <a:cs typeface="Times New Roman"/>
                      </a:endParaRPr>
                    </a:p>
                  </a:txBody>
                  <a:tcPr marL="68580" marR="68580" marT="0" marB="0"/>
                </a:tc>
              </a:tr>
              <a:tr h="241313">
                <a:tc>
                  <a:txBody>
                    <a:bodyPr/>
                    <a:lstStyle/>
                    <a:p>
                      <a:pPr marL="0" marR="0">
                        <a:spcBef>
                          <a:spcPts val="0"/>
                        </a:spcBef>
                        <a:spcAft>
                          <a:spcPts val="0"/>
                        </a:spcAft>
                      </a:pPr>
                      <a:r>
                        <a:rPr lang="en-US" sz="1600" b="1">
                          <a:effectLst/>
                        </a:rPr>
                        <a:t>2014</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8802671</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10242612</a:t>
                      </a:r>
                      <a:endParaRPr lang="en-US" sz="1600" b="1">
                        <a:effectLst/>
                        <a:latin typeface="Calibri"/>
                        <a:ea typeface="Calibri"/>
                        <a:cs typeface="Times New Roman"/>
                      </a:endParaRPr>
                    </a:p>
                  </a:txBody>
                  <a:tcPr marL="68580" marR="68580" marT="0" marB="0"/>
                </a:tc>
              </a:tr>
              <a:tr h="241313">
                <a:tc>
                  <a:txBody>
                    <a:bodyPr/>
                    <a:lstStyle/>
                    <a:p>
                      <a:pPr marL="0" marR="0">
                        <a:spcBef>
                          <a:spcPts val="0"/>
                        </a:spcBef>
                        <a:spcAft>
                          <a:spcPts val="0"/>
                        </a:spcAft>
                      </a:pPr>
                      <a:r>
                        <a:rPr lang="en-US" sz="1600" b="1">
                          <a:effectLst/>
                        </a:rPr>
                        <a:t>2015</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9045548</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10501485</a:t>
                      </a:r>
                      <a:endParaRPr lang="en-US" sz="1600" b="1" dirty="0">
                        <a:effectLst/>
                        <a:latin typeface="Calibri"/>
                        <a:ea typeface="Calibri"/>
                        <a:cs typeface="Times New Roman"/>
                      </a:endParaRPr>
                    </a:p>
                  </a:txBody>
                  <a:tcPr marL="68580" marR="68580" marT="0" marB="0"/>
                </a:tc>
              </a:tr>
              <a:tr h="241313">
                <a:tc>
                  <a:txBody>
                    <a:bodyPr/>
                    <a:lstStyle/>
                    <a:p>
                      <a:pPr marL="0" marR="0">
                        <a:spcBef>
                          <a:spcPts val="0"/>
                        </a:spcBef>
                        <a:spcAft>
                          <a:spcPts val="0"/>
                        </a:spcAft>
                      </a:pPr>
                      <a:r>
                        <a:rPr lang="en-US" sz="1600" b="1">
                          <a:effectLst/>
                        </a:rPr>
                        <a:t>2016</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a:effectLst/>
                        </a:rPr>
                        <a:t>6225357</a:t>
                      </a:r>
                      <a:endParaRPr lang="en-US" sz="1600" b="1">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600" b="1" dirty="0">
                          <a:effectLst/>
                        </a:rPr>
                        <a:t>7221986</a:t>
                      </a:r>
                      <a:endParaRPr lang="en-US" sz="1600" b="1" dirty="0">
                        <a:effectLst/>
                        <a:latin typeface="Calibri"/>
                        <a:ea typeface="Calibri"/>
                        <a:cs typeface="Times New Roman"/>
                      </a:endParaRPr>
                    </a:p>
                  </a:txBody>
                  <a:tcPr marL="68580" marR="68580" marT="0" marB="0"/>
                </a:tc>
              </a:tr>
            </a:tbl>
          </a:graphicData>
        </a:graphic>
      </p:graphicFrame>
      <p:sp>
        <p:nvSpPr>
          <p:cNvPr id="9" name="Rectangle 8"/>
          <p:cNvSpPr/>
          <p:nvPr/>
        </p:nvSpPr>
        <p:spPr>
          <a:xfrm>
            <a:off x="381000" y="4614208"/>
            <a:ext cx="8534400" cy="1938992"/>
          </a:xfrm>
          <a:prstGeom prst="rect">
            <a:avLst/>
          </a:prstGeom>
          <a:noFill/>
          <a:ln w="25400">
            <a:solidFill>
              <a:schemeClr val="tx1"/>
            </a:solidFill>
          </a:ln>
        </p:spPr>
        <p:txBody>
          <a:bodyPr wrap="square">
            <a:spAutoFit/>
          </a:bodyPr>
          <a:lstStyle/>
          <a:p>
            <a:r>
              <a:rPr lang="en-US" sz="2000" b="1" dirty="0"/>
              <a:t>We are processing (importing) about 1.5 million row of data each evening.   We are importing a rolling last 30 days of radiology reports and radiology exams.  The SSIS import is scheduled to run at 4:00 AM each day, typically takes between 30 minutes and an </a:t>
            </a:r>
            <a:r>
              <a:rPr lang="en-US" sz="2000" b="1" dirty="0" smtClean="0"/>
              <a:t>hour. We </a:t>
            </a:r>
            <a:r>
              <a:rPr lang="en-US" sz="2000" b="1" dirty="0"/>
              <a:t>are importing all the stations (national data).  </a:t>
            </a:r>
            <a:r>
              <a:rPr lang="en-US" sz="2000" b="1" dirty="0" smtClean="0"/>
              <a:t>In CDW RAW</a:t>
            </a:r>
            <a:r>
              <a:rPr lang="en-US" sz="2000" b="1" dirty="0"/>
              <a:t>, these are the row counts for the last 10 years:</a:t>
            </a:r>
          </a:p>
        </p:txBody>
      </p:sp>
    </p:spTree>
    <p:extLst>
      <p:ext uri="{BB962C8B-B14F-4D97-AF65-F5344CB8AC3E}">
        <p14:creationId xmlns:p14="http://schemas.microsoft.com/office/powerpoint/2010/main" val="13944053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vhaconerdosj\Desktop\nlp_conference\donna_outpu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276600"/>
            <a:ext cx="6792774" cy="342899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vhaconerdosj\Desktop\nlp_conference\cdw_logo_update_p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76200"/>
            <a:ext cx="8839200" cy="838200"/>
          </a:xfrm>
        </p:spPr>
        <p:txBody>
          <a:bodyPr>
            <a:noAutofit/>
          </a:bodyPr>
          <a:lstStyle/>
          <a:p>
            <a:pPr algn="ctr"/>
            <a:r>
              <a:rPr lang="en-US" sz="4400" dirty="0" smtClean="0"/>
              <a:t>BISL Enterprise NLP Application</a:t>
            </a:r>
            <a:endParaRPr lang="en-US" sz="4400" dirty="0"/>
          </a:p>
        </p:txBody>
      </p:sp>
      <p:sp>
        <p:nvSpPr>
          <p:cNvPr id="33" name="Rectangle 32"/>
          <p:cNvSpPr/>
          <p:nvPr/>
        </p:nvSpPr>
        <p:spPr>
          <a:xfrm>
            <a:off x="228600" y="1536925"/>
            <a:ext cx="1030273" cy="1649849"/>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85" name="Rectangle 84"/>
          <p:cNvSpPr/>
          <p:nvPr/>
        </p:nvSpPr>
        <p:spPr>
          <a:xfrm>
            <a:off x="1258873" y="1547959"/>
            <a:ext cx="1030273" cy="1638815"/>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7" name="TextBox 36"/>
          <p:cNvSpPr txBox="1"/>
          <p:nvPr/>
        </p:nvSpPr>
        <p:spPr>
          <a:xfrm>
            <a:off x="457200" y="1905000"/>
            <a:ext cx="1524000" cy="923330"/>
          </a:xfrm>
          <a:prstGeom prst="rect">
            <a:avLst/>
          </a:prstGeom>
          <a:noFill/>
        </p:spPr>
        <p:txBody>
          <a:bodyPr wrap="square" rtlCol="0">
            <a:spAutoFit/>
          </a:bodyPr>
          <a:lstStyle/>
          <a:p>
            <a:pPr algn="ctr"/>
            <a:r>
              <a:rPr lang="en-US" b="1" dirty="0" smtClean="0"/>
              <a:t>NLP Application</a:t>
            </a:r>
          </a:p>
          <a:p>
            <a:pPr algn="ctr"/>
            <a:r>
              <a:rPr lang="en-US" b="1" dirty="0" smtClean="0"/>
              <a:t>Server</a:t>
            </a:r>
          </a:p>
        </p:txBody>
      </p:sp>
      <p:grpSp>
        <p:nvGrpSpPr>
          <p:cNvPr id="25" name="Group 24"/>
          <p:cNvGrpSpPr/>
          <p:nvPr/>
        </p:nvGrpSpPr>
        <p:grpSpPr>
          <a:xfrm>
            <a:off x="2519777" y="1219200"/>
            <a:ext cx="1595023" cy="2209800"/>
            <a:chOff x="2362200" y="3200400"/>
            <a:chExt cx="1595023" cy="2209800"/>
          </a:xfrm>
        </p:grpSpPr>
        <p:grpSp>
          <p:nvGrpSpPr>
            <p:cNvPr id="27" name="Group 26"/>
            <p:cNvGrpSpPr>
              <a:grpSpLocks noChangeAspect="1"/>
            </p:cNvGrpSpPr>
            <p:nvPr/>
          </p:nvGrpSpPr>
          <p:grpSpPr>
            <a:xfrm>
              <a:off x="2362200" y="3200400"/>
              <a:ext cx="685800" cy="698531"/>
              <a:chOff x="3429000" y="3073192"/>
              <a:chExt cx="990600" cy="1029416"/>
            </a:xfrm>
          </p:grpSpPr>
          <p:sp>
            <p:nvSpPr>
              <p:cNvPr id="40" name="Circular Arrow 39"/>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Circular Arrow 40"/>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9" name="Group 28"/>
            <p:cNvGrpSpPr>
              <a:grpSpLocks noChangeAspect="1"/>
            </p:cNvGrpSpPr>
            <p:nvPr/>
          </p:nvGrpSpPr>
          <p:grpSpPr>
            <a:xfrm>
              <a:off x="2362200" y="3949669"/>
              <a:ext cx="685800" cy="698531"/>
              <a:chOff x="3429000" y="3073192"/>
              <a:chExt cx="990600" cy="1029416"/>
            </a:xfrm>
          </p:grpSpPr>
          <p:sp>
            <p:nvSpPr>
              <p:cNvPr id="38" name="Circular Arrow 37"/>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Circular Arrow 38"/>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0" name="Group 29"/>
            <p:cNvGrpSpPr>
              <a:grpSpLocks noChangeAspect="1"/>
            </p:cNvGrpSpPr>
            <p:nvPr/>
          </p:nvGrpSpPr>
          <p:grpSpPr>
            <a:xfrm>
              <a:off x="2362200" y="4711669"/>
              <a:ext cx="685800" cy="698531"/>
              <a:chOff x="3429000" y="3073192"/>
              <a:chExt cx="990600" cy="1029416"/>
            </a:xfrm>
          </p:grpSpPr>
          <p:sp>
            <p:nvSpPr>
              <p:cNvPr id="35" name="Circular Arrow 34"/>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Circular Arrow 35"/>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1" name="TextBox 30"/>
            <p:cNvSpPr txBox="1"/>
            <p:nvPr/>
          </p:nvSpPr>
          <p:spPr>
            <a:xfrm>
              <a:off x="3048000" y="3352800"/>
              <a:ext cx="795411" cy="400110"/>
            </a:xfrm>
            <a:prstGeom prst="rect">
              <a:avLst/>
            </a:prstGeom>
            <a:noFill/>
          </p:spPr>
          <p:txBody>
            <a:bodyPr wrap="none" rtlCol="0">
              <a:spAutoFit/>
            </a:bodyPr>
            <a:lstStyle/>
            <a:p>
              <a:r>
                <a:rPr lang="en-US" sz="2000" b="1" smtClean="0">
                  <a:solidFill>
                    <a:srgbClr val="FFFF00"/>
                  </a:solidFill>
                </a:rPr>
                <a:t>Lung</a:t>
              </a:r>
              <a:endParaRPr lang="en-US" sz="2000" b="1" dirty="0">
                <a:solidFill>
                  <a:srgbClr val="FFFF00"/>
                </a:solidFill>
              </a:endParaRPr>
            </a:p>
          </p:txBody>
        </p:sp>
        <p:sp>
          <p:nvSpPr>
            <p:cNvPr id="32" name="TextBox 31"/>
            <p:cNvSpPr txBox="1"/>
            <p:nvPr/>
          </p:nvSpPr>
          <p:spPr>
            <a:xfrm>
              <a:off x="3048000" y="4095690"/>
              <a:ext cx="789960" cy="400110"/>
            </a:xfrm>
            <a:prstGeom prst="rect">
              <a:avLst/>
            </a:prstGeom>
            <a:noFill/>
          </p:spPr>
          <p:txBody>
            <a:bodyPr wrap="none" rtlCol="0">
              <a:spAutoFit/>
            </a:bodyPr>
            <a:lstStyle/>
            <a:p>
              <a:r>
                <a:rPr lang="en-US" sz="2000" b="1" dirty="0" smtClean="0">
                  <a:solidFill>
                    <a:srgbClr val="FFFF00"/>
                  </a:solidFill>
                </a:rPr>
                <a:t>Liver</a:t>
              </a:r>
              <a:endParaRPr lang="en-US" sz="2000" b="1" dirty="0">
                <a:solidFill>
                  <a:srgbClr val="FFFF00"/>
                </a:solidFill>
              </a:endParaRPr>
            </a:p>
          </p:txBody>
        </p:sp>
        <p:sp>
          <p:nvSpPr>
            <p:cNvPr id="34" name="TextBox 33"/>
            <p:cNvSpPr txBox="1"/>
            <p:nvPr/>
          </p:nvSpPr>
          <p:spPr>
            <a:xfrm>
              <a:off x="3048000" y="4857690"/>
              <a:ext cx="909223" cy="400110"/>
            </a:xfrm>
            <a:prstGeom prst="rect">
              <a:avLst/>
            </a:prstGeom>
            <a:noFill/>
          </p:spPr>
          <p:txBody>
            <a:bodyPr wrap="none" rtlCol="0">
              <a:spAutoFit/>
            </a:bodyPr>
            <a:lstStyle/>
            <a:p>
              <a:r>
                <a:rPr lang="en-US" sz="2000" b="1" dirty="0" smtClean="0">
                  <a:solidFill>
                    <a:srgbClr val="FFFF00"/>
                  </a:solidFill>
                </a:rPr>
                <a:t>Other</a:t>
              </a:r>
              <a:endParaRPr lang="en-US" sz="2000" b="1" dirty="0">
                <a:solidFill>
                  <a:srgbClr val="FFFF00"/>
                </a:solidFill>
              </a:endParaRPr>
            </a:p>
          </p:txBody>
        </p:sp>
      </p:grpSp>
      <p:sp>
        <p:nvSpPr>
          <p:cNvPr id="42" name="TextBox 41"/>
          <p:cNvSpPr txBox="1"/>
          <p:nvPr/>
        </p:nvSpPr>
        <p:spPr>
          <a:xfrm>
            <a:off x="3663236" y="1899443"/>
            <a:ext cx="1244251" cy="307777"/>
          </a:xfrm>
          <a:prstGeom prst="rect">
            <a:avLst/>
          </a:prstGeom>
          <a:noFill/>
        </p:spPr>
        <p:txBody>
          <a:bodyPr wrap="none" rtlCol="0">
            <a:spAutoFit/>
          </a:bodyPr>
          <a:lstStyle/>
          <a:p>
            <a:r>
              <a:rPr lang="en-US" sz="1400" b="1" dirty="0" smtClean="0">
                <a:solidFill>
                  <a:srgbClr val="FFFF00"/>
                </a:solidFill>
              </a:rPr>
              <a:t>Annotations</a:t>
            </a:r>
            <a:endParaRPr lang="en-US" sz="1400" b="1" dirty="0">
              <a:solidFill>
                <a:srgbClr val="FFFF00"/>
              </a:solidFill>
            </a:endParaRPr>
          </a:p>
        </p:txBody>
      </p:sp>
      <p:sp>
        <p:nvSpPr>
          <p:cNvPr id="48" name="Left-Right Arrow 47"/>
          <p:cNvSpPr/>
          <p:nvPr/>
        </p:nvSpPr>
        <p:spPr>
          <a:xfrm>
            <a:off x="3796978" y="2496803"/>
            <a:ext cx="1003622"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4" name="Rectangle 43"/>
          <p:cNvSpPr/>
          <p:nvPr/>
        </p:nvSpPr>
        <p:spPr>
          <a:xfrm>
            <a:off x="5105400" y="1524001"/>
            <a:ext cx="1447800" cy="1662773"/>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Radiology Project DBs  (A01)</a:t>
            </a:r>
          </a:p>
          <a:p>
            <a:pPr algn="ctr"/>
            <a:r>
              <a:rPr lang="en-US" sz="1600" b="1" dirty="0" smtClean="0"/>
              <a:t>SQL Sever</a:t>
            </a:r>
            <a:endParaRPr lang="en-US" sz="1600" b="1" dirty="0"/>
          </a:p>
        </p:txBody>
      </p:sp>
      <p:sp>
        <p:nvSpPr>
          <p:cNvPr id="47" name="Rectangle 46"/>
          <p:cNvSpPr/>
          <p:nvPr/>
        </p:nvSpPr>
        <p:spPr>
          <a:xfrm>
            <a:off x="6466662" y="2419814"/>
            <a:ext cx="2067738" cy="399586"/>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Radiology DBs</a:t>
            </a:r>
            <a:endParaRPr lang="en-US" sz="1600" b="1" dirty="0"/>
          </a:p>
        </p:txBody>
      </p:sp>
      <p:sp>
        <p:nvSpPr>
          <p:cNvPr id="58" name="Rectangle 57"/>
          <p:cNvSpPr/>
          <p:nvPr/>
        </p:nvSpPr>
        <p:spPr>
          <a:xfrm>
            <a:off x="6466662" y="2800814"/>
            <a:ext cx="2067738" cy="399586"/>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Output DBs</a:t>
            </a:r>
            <a:endParaRPr lang="en-US" sz="1600" b="1" dirty="0"/>
          </a:p>
        </p:txBody>
      </p:sp>
      <p:sp>
        <p:nvSpPr>
          <p:cNvPr id="28" name="Rectangle 27"/>
          <p:cNvSpPr/>
          <p:nvPr/>
        </p:nvSpPr>
        <p:spPr>
          <a:xfrm>
            <a:off x="7500530" y="3810000"/>
            <a:ext cx="1414869" cy="685800"/>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CDW </a:t>
            </a:r>
            <a:endParaRPr lang="en-US" sz="1600" b="1" dirty="0"/>
          </a:p>
        </p:txBody>
      </p:sp>
      <p:sp>
        <p:nvSpPr>
          <p:cNvPr id="43" name="Left-Right Arrow 42"/>
          <p:cNvSpPr/>
          <p:nvPr/>
        </p:nvSpPr>
        <p:spPr>
          <a:xfrm rot="5400000">
            <a:off x="7941872" y="4660620"/>
            <a:ext cx="44085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5" name="Rectangle 44"/>
          <p:cNvSpPr/>
          <p:nvPr/>
        </p:nvSpPr>
        <p:spPr>
          <a:xfrm>
            <a:off x="7500531" y="5052059"/>
            <a:ext cx="1506412" cy="1523999"/>
          </a:xfrm>
          <a:prstGeom prst="rect">
            <a:avLst/>
          </a:prstGeom>
          <a:solidFill>
            <a:srgbClr val="00206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t>Reporting Tools</a:t>
            </a:r>
          </a:p>
          <a:p>
            <a:pPr algn="ctr"/>
            <a:r>
              <a:rPr lang="en-US" sz="1600" b="1" dirty="0" smtClean="0"/>
              <a:t>SSAS, SSRS, SharePoint</a:t>
            </a:r>
          </a:p>
          <a:p>
            <a:pPr algn="ctr"/>
            <a:r>
              <a:rPr lang="en-US" sz="1600" b="1" dirty="0" smtClean="0"/>
              <a:t>Pyramid Analytics</a:t>
            </a:r>
            <a:endParaRPr lang="en-US" sz="1600" b="1" dirty="0"/>
          </a:p>
        </p:txBody>
      </p:sp>
      <p:sp>
        <p:nvSpPr>
          <p:cNvPr id="46" name="Left-Right Arrow 45"/>
          <p:cNvSpPr/>
          <p:nvPr/>
        </p:nvSpPr>
        <p:spPr>
          <a:xfrm rot="10800000">
            <a:off x="7026750" y="5410200"/>
            <a:ext cx="44085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9" name="Left-Right Arrow 48"/>
          <p:cNvSpPr/>
          <p:nvPr/>
        </p:nvSpPr>
        <p:spPr>
          <a:xfrm rot="5400000">
            <a:off x="7941873" y="3405585"/>
            <a:ext cx="44085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Tree>
    <p:extLst>
      <p:ext uri="{BB962C8B-B14F-4D97-AF65-F5344CB8AC3E}">
        <p14:creationId xmlns:p14="http://schemas.microsoft.com/office/powerpoint/2010/main" val="7212510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vhaconerdosj\Desktop\nlp_conference\donna_output.PNG"/>
          <p:cNvPicPr>
            <a:picLocks noChangeAspect="1" noChangeArrowheads="1"/>
          </p:cNvPicPr>
          <p:nvPr/>
        </p:nvPicPr>
        <p:blipFill rotWithShape="1">
          <a:blip r:embed="rId2">
            <a:extLst>
              <a:ext uri="{28A0092B-C50C-407E-A947-70E740481C1C}">
                <a14:useLocalDpi xmlns:a14="http://schemas.microsoft.com/office/drawing/2010/main" val="0"/>
              </a:ext>
            </a:extLst>
          </a:blip>
          <a:srcRect l="60281" t="20195"/>
          <a:stretch/>
        </p:blipFill>
        <p:spPr bwMode="auto">
          <a:xfrm>
            <a:off x="200635" y="1257300"/>
            <a:ext cx="5243912" cy="531875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vhaconerdosj\Desktop\nlp_conference\cdw_logo_update_p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76200"/>
            <a:ext cx="8839200" cy="838200"/>
          </a:xfrm>
        </p:spPr>
        <p:txBody>
          <a:bodyPr>
            <a:noAutofit/>
          </a:bodyPr>
          <a:lstStyle/>
          <a:p>
            <a:pPr algn="ctr"/>
            <a:r>
              <a:rPr lang="en-US" sz="4400" dirty="0" smtClean="0"/>
              <a:t>BISL Enterprise NLP Application</a:t>
            </a:r>
            <a:endParaRPr lang="en-US" sz="4400" dirty="0"/>
          </a:p>
        </p:txBody>
      </p:sp>
      <p:sp>
        <p:nvSpPr>
          <p:cNvPr id="44" name="Rectangle 43"/>
          <p:cNvSpPr/>
          <p:nvPr/>
        </p:nvSpPr>
        <p:spPr>
          <a:xfrm>
            <a:off x="5181600" y="1524001"/>
            <a:ext cx="1371600" cy="1662773"/>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Radiology Project DBs  (A01)</a:t>
            </a:r>
          </a:p>
          <a:p>
            <a:pPr algn="ctr"/>
            <a:r>
              <a:rPr lang="en-US" sz="1600" b="1" dirty="0" smtClean="0"/>
              <a:t>SQL Sever</a:t>
            </a:r>
            <a:endParaRPr lang="en-US" sz="1600" b="1" dirty="0"/>
          </a:p>
        </p:txBody>
      </p:sp>
      <p:sp>
        <p:nvSpPr>
          <p:cNvPr id="47" name="Rectangle 46"/>
          <p:cNvSpPr/>
          <p:nvPr/>
        </p:nvSpPr>
        <p:spPr>
          <a:xfrm>
            <a:off x="6466662" y="2419814"/>
            <a:ext cx="2067738" cy="399586"/>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Radiology DBs</a:t>
            </a:r>
            <a:endParaRPr lang="en-US" sz="1600" b="1" dirty="0"/>
          </a:p>
        </p:txBody>
      </p:sp>
      <p:sp>
        <p:nvSpPr>
          <p:cNvPr id="58" name="Rectangle 57"/>
          <p:cNvSpPr/>
          <p:nvPr/>
        </p:nvSpPr>
        <p:spPr>
          <a:xfrm>
            <a:off x="6466662" y="2800814"/>
            <a:ext cx="2067738" cy="399586"/>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Output DBs</a:t>
            </a:r>
            <a:endParaRPr lang="en-US" sz="1600" b="1" dirty="0"/>
          </a:p>
        </p:txBody>
      </p:sp>
      <p:sp>
        <p:nvSpPr>
          <p:cNvPr id="28" name="Rectangle 27"/>
          <p:cNvSpPr/>
          <p:nvPr/>
        </p:nvSpPr>
        <p:spPr>
          <a:xfrm>
            <a:off x="7500530" y="3810000"/>
            <a:ext cx="1414869" cy="685800"/>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CDW </a:t>
            </a:r>
            <a:endParaRPr lang="en-US" sz="1600" b="1" dirty="0"/>
          </a:p>
        </p:txBody>
      </p:sp>
      <p:sp>
        <p:nvSpPr>
          <p:cNvPr id="43" name="Left-Right Arrow 42"/>
          <p:cNvSpPr/>
          <p:nvPr/>
        </p:nvSpPr>
        <p:spPr>
          <a:xfrm rot="5400000">
            <a:off x="7941872" y="4660620"/>
            <a:ext cx="44085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5" name="Rectangle 44"/>
          <p:cNvSpPr/>
          <p:nvPr/>
        </p:nvSpPr>
        <p:spPr>
          <a:xfrm>
            <a:off x="7500531" y="5052059"/>
            <a:ext cx="1506412" cy="1523999"/>
          </a:xfrm>
          <a:prstGeom prst="rect">
            <a:avLst/>
          </a:prstGeom>
          <a:solidFill>
            <a:srgbClr val="00206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t>Reporting Tools</a:t>
            </a:r>
          </a:p>
          <a:p>
            <a:pPr algn="ctr"/>
            <a:r>
              <a:rPr lang="en-US" sz="1600" b="1" dirty="0" smtClean="0"/>
              <a:t>SSAS, SSRS, SharePoint</a:t>
            </a:r>
          </a:p>
          <a:p>
            <a:pPr algn="ctr"/>
            <a:r>
              <a:rPr lang="en-US" sz="1600" b="1" dirty="0" smtClean="0"/>
              <a:t>Pyramid Analytics</a:t>
            </a:r>
            <a:endParaRPr lang="en-US" sz="1600" b="1" dirty="0"/>
          </a:p>
        </p:txBody>
      </p:sp>
      <p:sp>
        <p:nvSpPr>
          <p:cNvPr id="46" name="Left-Right Arrow 45"/>
          <p:cNvSpPr/>
          <p:nvPr/>
        </p:nvSpPr>
        <p:spPr>
          <a:xfrm rot="10800000">
            <a:off x="5410201" y="5410200"/>
            <a:ext cx="198120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9" name="Left-Right Arrow 48"/>
          <p:cNvSpPr/>
          <p:nvPr/>
        </p:nvSpPr>
        <p:spPr>
          <a:xfrm rot="5400000">
            <a:off x="7941873" y="3405585"/>
            <a:ext cx="440850"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Tree>
    <p:extLst>
      <p:ext uri="{BB962C8B-B14F-4D97-AF65-F5344CB8AC3E}">
        <p14:creationId xmlns:p14="http://schemas.microsoft.com/office/powerpoint/2010/main" val="425975610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76200"/>
            <a:ext cx="8839200" cy="838200"/>
          </a:xfrm>
        </p:spPr>
        <p:txBody>
          <a:bodyPr>
            <a:noAutofit/>
          </a:bodyPr>
          <a:lstStyle/>
          <a:p>
            <a:pPr algn="ctr"/>
            <a:r>
              <a:rPr lang="en-US" sz="4400" dirty="0" smtClean="0"/>
              <a:t>BISL Enterprise NLP Application</a:t>
            </a:r>
            <a:endParaRPr lang="en-US" sz="4400" dirty="0"/>
          </a:p>
        </p:txBody>
      </p:sp>
      <p:sp>
        <p:nvSpPr>
          <p:cNvPr id="6" name="Rectangle 5"/>
          <p:cNvSpPr/>
          <p:nvPr/>
        </p:nvSpPr>
        <p:spPr>
          <a:xfrm>
            <a:off x="228600" y="1295400"/>
            <a:ext cx="8610600" cy="4278094"/>
          </a:xfrm>
          <a:prstGeom prst="rect">
            <a:avLst/>
          </a:prstGeom>
          <a:ln w="25400">
            <a:solidFill>
              <a:schemeClr val="tx1"/>
            </a:solidFill>
          </a:ln>
        </p:spPr>
        <p:txBody>
          <a:bodyPr wrap="square">
            <a:spAutoFit/>
          </a:bodyPr>
          <a:lstStyle/>
          <a:p>
            <a:r>
              <a:rPr lang="en-US" sz="1600" b="1" dirty="0"/>
              <a:t>To use HTML to format a text field in an SSRS report,  first add HTML markup tags to a field in your dataset,  create a textbox in the report,   </a:t>
            </a:r>
            <a:r>
              <a:rPr lang="en-US" sz="1600" b="1" u="sng" dirty="0">
                <a:hlinkClick r:id="rId3"/>
              </a:rPr>
              <a:t>define a report textbox as HTML</a:t>
            </a:r>
            <a:r>
              <a:rPr lang="en-US" sz="1600" b="1" dirty="0"/>
              <a:t>,  and then </a:t>
            </a:r>
            <a:r>
              <a:rPr lang="en-US" sz="1600" b="1" u="sng" dirty="0">
                <a:hlinkClick r:id="rId4"/>
              </a:rPr>
              <a:t>Import HTML into the Report</a:t>
            </a:r>
            <a:r>
              <a:rPr lang="en-US" sz="1600" b="1" dirty="0"/>
              <a:t>.</a:t>
            </a:r>
          </a:p>
          <a:p>
            <a:r>
              <a:rPr lang="en-US" sz="1600" b="1" dirty="0"/>
              <a:t> </a:t>
            </a:r>
          </a:p>
          <a:p>
            <a:r>
              <a:rPr lang="en-US" sz="1600" b="1" dirty="0"/>
              <a:t>Here is an example of formatting a field in a dataset to HTML:</a:t>
            </a:r>
          </a:p>
          <a:p>
            <a:r>
              <a:rPr lang="en-US" sz="1600" b="1" dirty="0"/>
              <a:t> </a:t>
            </a:r>
          </a:p>
          <a:p>
            <a:r>
              <a:rPr lang="en-US" sz="1600" b="1" dirty="0"/>
              <a:t>Case when </a:t>
            </a:r>
            <a:r>
              <a:rPr lang="en-US" sz="1600" b="1" dirty="0" err="1"/>
              <a:t>d.document_type_name</a:t>
            </a:r>
            <a:r>
              <a:rPr lang="en-US" sz="1600" b="1" dirty="0"/>
              <a:t>='RADIOLOGY_IMPRESSION' then </a:t>
            </a:r>
          </a:p>
          <a:p>
            <a:r>
              <a:rPr lang="en-US" sz="1600" b="1" dirty="0"/>
              <a:t>    '&lt;p&gt;' + Left(F74.IMPRESSIONTEXTWP,h.span_begin) + '&lt;</a:t>
            </a:r>
            <a:r>
              <a:rPr lang="en-US" sz="1600" b="1" dirty="0" err="1"/>
              <a:t>i</a:t>
            </a:r>
            <a:r>
              <a:rPr lang="en-US" sz="1600" b="1" dirty="0"/>
              <a:t>&gt;&lt;b&gt;' + SUBSTRING(F74.IMPRESSIONTEXTWP,h.Span_begin,h.Span_end-h.span_begin)</a:t>
            </a:r>
          </a:p>
          <a:p>
            <a:r>
              <a:rPr lang="en-US" sz="1600" b="1" dirty="0"/>
              <a:t>                + '&lt;/</a:t>
            </a:r>
            <a:r>
              <a:rPr lang="en-US" sz="1600" b="1" dirty="0" err="1"/>
              <a:t>i</a:t>
            </a:r>
            <a:r>
              <a:rPr lang="en-US" sz="1600" b="1" dirty="0"/>
              <a:t>&gt;&lt;/b&gt;' +  SUBSTRING(F74.IMPRESSIONTEXTWP,h.span_end,99999) + '&lt;/p&gt;'</a:t>
            </a:r>
          </a:p>
          <a:p>
            <a:r>
              <a:rPr lang="en-US" sz="1600" b="1" dirty="0"/>
              <a:t>   when </a:t>
            </a:r>
            <a:r>
              <a:rPr lang="en-US" sz="1600" b="1" dirty="0" err="1"/>
              <a:t>d.document_type_name</a:t>
            </a:r>
            <a:r>
              <a:rPr lang="en-US" sz="1600" b="1" dirty="0"/>
              <a:t>='RADIOLOGY_REPORT' then     '&lt;p&gt;' + Left(F74.REPORTTEXTWP,h.span_begin) + '&lt;</a:t>
            </a:r>
            <a:r>
              <a:rPr lang="en-US" sz="1600" b="1" dirty="0" err="1"/>
              <a:t>i</a:t>
            </a:r>
            <a:r>
              <a:rPr lang="en-US" sz="1600" b="1" dirty="0"/>
              <a:t>&gt;&lt;b&gt;' + SUBSTRING(F74.REPORTTEXTWP,h.Span_begin,h.Span_end-h.span_begin)</a:t>
            </a:r>
          </a:p>
          <a:p>
            <a:r>
              <a:rPr lang="en-US" sz="1600" b="1" dirty="0"/>
              <a:t>                + '&lt;/</a:t>
            </a:r>
            <a:r>
              <a:rPr lang="en-US" sz="1600" b="1" dirty="0" err="1"/>
              <a:t>i</a:t>
            </a:r>
            <a:r>
              <a:rPr lang="en-US" sz="1600" b="1" dirty="0"/>
              <a:t>&gt;&lt;/b&gt;' +  SUBSTRING(F74.REPORTTEXTWP,h.span_end,99999) + '&lt;/p&gt;' end as </a:t>
            </a:r>
            <a:r>
              <a:rPr lang="en-US" sz="1600" b="1" dirty="0" err="1"/>
              <a:t>RadiologyHTML</a:t>
            </a:r>
            <a:endParaRPr lang="en-US" sz="1600" b="1" dirty="0"/>
          </a:p>
          <a:p>
            <a:r>
              <a:rPr lang="en-US" sz="1600" b="1" dirty="0"/>
              <a:t> </a:t>
            </a:r>
          </a:p>
          <a:p>
            <a:r>
              <a:rPr lang="en-US" sz="1600" b="1" dirty="0"/>
              <a:t>Here is part of a sample field displayed on a report (note the Italic &amp; bold text)</a:t>
            </a:r>
          </a:p>
        </p:txBody>
      </p:sp>
      <p:pic>
        <p:nvPicPr>
          <p:cNvPr id="12292" name="Picture 1" descr="image0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5715000"/>
            <a:ext cx="8910181"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5817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52400" y="0"/>
            <a:ext cx="7924800" cy="910116"/>
          </a:xfrm>
        </p:spPr>
        <p:txBody>
          <a:bodyPr>
            <a:noAutofit/>
          </a:bodyPr>
          <a:lstStyle/>
          <a:p>
            <a:pPr lvl="0" algn="ctr"/>
            <a:r>
              <a:rPr lang="en-US" sz="4400" dirty="0"/>
              <a:t>R</a:t>
            </a:r>
            <a:r>
              <a:rPr lang="en-US" sz="4400" dirty="0" smtClean="0"/>
              <a:t>ats Head Oxen Neck</a:t>
            </a:r>
            <a:endParaRPr lang="en-US" sz="4400" dirty="0"/>
          </a:p>
        </p:txBody>
      </p:sp>
      <p:pic>
        <p:nvPicPr>
          <p:cNvPr id="43" name="Picture 4" descr="http://toshidama.files.wordpress.com/2011/11/kunisada_nikki_danjo_giant_ra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0892" y="958193"/>
            <a:ext cx="6215928" cy="298515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47650" y="4092476"/>
            <a:ext cx="8591550" cy="2585323"/>
          </a:xfrm>
          <a:prstGeom prst="rect">
            <a:avLst/>
          </a:prstGeom>
          <a:noFill/>
          <a:ln w="25400">
            <a:solidFill>
              <a:schemeClr val="tx1"/>
            </a:solidFill>
          </a:ln>
        </p:spPr>
        <p:txBody>
          <a:bodyPr wrap="square" rtlCol="0">
            <a:spAutoFit/>
          </a:bodyPr>
          <a:lstStyle/>
          <a:p>
            <a:pPr lvl="0" fontAlgn="base">
              <a:spcBef>
                <a:spcPct val="0"/>
              </a:spcBef>
              <a:spcAft>
                <a:spcPct val="0"/>
              </a:spcAft>
            </a:pPr>
            <a:r>
              <a:rPr lang="en-US" altLang="en-US" b="1" dirty="0" smtClean="0">
                <a:ea typeface="Times New Roman" pitchFamily="18" charset="0"/>
                <a:cs typeface="Arial" pitchFamily="34" charset="0"/>
              </a:rPr>
              <a:t>Rat's </a:t>
            </a:r>
            <a:r>
              <a:rPr lang="en-US" altLang="en-US" b="1" dirty="0">
                <a:ea typeface="Times New Roman" pitchFamily="18" charset="0"/>
                <a:cs typeface="Arial" pitchFamily="34" charset="0"/>
              </a:rPr>
              <a:t>head and ox's neck" means that, when we are fighting with the enemy and both he and we have become occupied with small points in an entangled spirit, we must always think of the Way of strategy as being both a rat's head and an ox's neck. Whenever we have become preoccupied with small detail, we must suddenly change into a large spirit, interchanging large with small. </a:t>
            </a:r>
            <a:endParaRPr lang="en-US" altLang="en-US" b="1" dirty="0" smtClean="0">
              <a:ea typeface="Times New Roman" pitchFamily="18" charset="0"/>
              <a:cs typeface="Arial" pitchFamily="34" charset="0"/>
            </a:endParaRPr>
          </a:p>
          <a:p>
            <a:pPr lvl="0" fontAlgn="base">
              <a:spcBef>
                <a:spcPct val="0"/>
              </a:spcBef>
              <a:spcAft>
                <a:spcPct val="0"/>
              </a:spcAft>
            </a:pPr>
            <a:endParaRPr lang="en-US" altLang="en-US" b="1" dirty="0">
              <a:cs typeface="Arial" pitchFamily="34" charset="0"/>
            </a:endParaRPr>
          </a:p>
          <a:p>
            <a:pPr lvl="0" eaLnBrk="0" fontAlgn="base" hangingPunct="0">
              <a:spcBef>
                <a:spcPct val="0"/>
              </a:spcBef>
              <a:spcAft>
                <a:spcPct val="0"/>
              </a:spcAft>
            </a:pPr>
            <a:r>
              <a:rPr lang="en-US" altLang="en-US" b="1" dirty="0">
                <a:ea typeface="Times New Roman" pitchFamily="18" charset="0"/>
                <a:cs typeface="Arial" pitchFamily="34" charset="0"/>
              </a:rPr>
              <a:t>This is one of the essences of strategy. It is necessary that the warrior think in this spirit in everyday life. You must not depart from this spirit in large-scale strategy nor in single combat.  </a:t>
            </a:r>
            <a:r>
              <a:rPr lang="en-US" altLang="en-US" b="1" dirty="0" smtClean="0">
                <a:ea typeface="Times New Roman" pitchFamily="18" charset="0"/>
                <a:cs typeface="Arial" pitchFamily="34" charset="0"/>
              </a:rPr>
              <a:t>Miyamoto </a:t>
            </a:r>
            <a:r>
              <a:rPr lang="en-US" altLang="en-US" b="1" dirty="0" err="1">
                <a:ea typeface="Times New Roman" pitchFamily="18" charset="0"/>
                <a:cs typeface="Arial" pitchFamily="34" charset="0"/>
              </a:rPr>
              <a:t>Musashi</a:t>
            </a:r>
            <a:r>
              <a:rPr lang="en-US" altLang="en-US" b="1" dirty="0">
                <a:ea typeface="Times New Roman" pitchFamily="18" charset="0"/>
                <a:cs typeface="Arial" pitchFamily="34" charset="0"/>
              </a:rPr>
              <a:t> </a:t>
            </a:r>
            <a:r>
              <a:rPr lang="en-US" altLang="en-US" b="1" dirty="0" smtClean="0">
                <a:cs typeface="Arial" pitchFamily="34" charset="0"/>
              </a:rPr>
              <a:t> </a:t>
            </a:r>
            <a:r>
              <a:rPr lang="en-US" altLang="en-US" b="1" dirty="0" smtClean="0">
                <a:ea typeface="Times New Roman" pitchFamily="18" charset="0"/>
                <a:cs typeface="Arial" pitchFamily="34" charset="0"/>
              </a:rPr>
              <a:t>1584 </a:t>
            </a:r>
            <a:r>
              <a:rPr lang="en-US" altLang="en-US" b="1" dirty="0">
                <a:ea typeface="Times New Roman" pitchFamily="18" charset="0"/>
                <a:cs typeface="Arial" pitchFamily="34" charset="0"/>
              </a:rPr>
              <a:t>– </a:t>
            </a:r>
            <a:r>
              <a:rPr lang="en-US" altLang="en-US" b="1" dirty="0" smtClean="0">
                <a:ea typeface="Times New Roman" pitchFamily="18" charset="0"/>
                <a:cs typeface="Arial" pitchFamily="34" charset="0"/>
              </a:rPr>
              <a:t>1645</a:t>
            </a:r>
            <a:endParaRPr lang="en-US" altLang="en-US" b="1" dirty="0">
              <a:cs typeface="Arial" pitchFamily="34" charset="0"/>
            </a:endParaRPr>
          </a:p>
        </p:txBody>
      </p:sp>
      <p:pic>
        <p:nvPicPr>
          <p:cNvPr id="46" name="Picture 7" descr="Hiroshige II, 36 Views of the Eastern Capital - The Shoreline at Takanawa-Utagawa Hiroshige II, 36 Views of the Eastern Capital, The Shoreline at Takanawa, japanese woodblock prints, ukiyo-e woodcuts for sale, japanese prints, asian ar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7650" y="958193"/>
            <a:ext cx="2038350" cy="2985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7709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304800" y="76200"/>
            <a:ext cx="8839200" cy="1143000"/>
          </a:xfrm>
        </p:spPr>
        <p:txBody>
          <a:bodyPr>
            <a:noAutofit/>
          </a:bodyPr>
          <a:lstStyle/>
          <a:p>
            <a:pPr algn="ctr"/>
            <a:r>
              <a:rPr lang="en-US" sz="4400" dirty="0" smtClean="0"/>
              <a:t>BISL Enterprise NLP Application</a:t>
            </a:r>
            <a:br>
              <a:rPr lang="en-US" sz="4400" dirty="0" smtClean="0"/>
            </a:br>
            <a:r>
              <a:rPr lang="en-US" sz="4400" dirty="0" smtClean="0"/>
              <a:t>Where to go?</a:t>
            </a:r>
            <a:endParaRPr lang="en-US" sz="4400" dirty="0"/>
          </a:p>
        </p:txBody>
      </p:sp>
      <p:sp>
        <p:nvSpPr>
          <p:cNvPr id="33" name="Rectangle 32"/>
          <p:cNvSpPr/>
          <p:nvPr/>
        </p:nvSpPr>
        <p:spPr>
          <a:xfrm>
            <a:off x="228600" y="1524000"/>
            <a:ext cx="1030273" cy="1649849"/>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85" name="Rectangle 84"/>
          <p:cNvSpPr/>
          <p:nvPr/>
        </p:nvSpPr>
        <p:spPr>
          <a:xfrm>
            <a:off x="1258873" y="1524000"/>
            <a:ext cx="1030273" cy="1638815"/>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7" name="TextBox 36"/>
          <p:cNvSpPr txBox="1"/>
          <p:nvPr/>
        </p:nvSpPr>
        <p:spPr>
          <a:xfrm>
            <a:off x="457200" y="1905000"/>
            <a:ext cx="1524000" cy="923330"/>
          </a:xfrm>
          <a:prstGeom prst="rect">
            <a:avLst/>
          </a:prstGeom>
          <a:noFill/>
        </p:spPr>
        <p:txBody>
          <a:bodyPr wrap="square" rtlCol="0">
            <a:spAutoFit/>
          </a:bodyPr>
          <a:lstStyle/>
          <a:p>
            <a:pPr algn="ctr"/>
            <a:r>
              <a:rPr lang="en-US" b="1" dirty="0" smtClean="0"/>
              <a:t>NLP Application</a:t>
            </a:r>
          </a:p>
          <a:p>
            <a:pPr algn="ctr"/>
            <a:r>
              <a:rPr lang="en-US" b="1" dirty="0" smtClean="0"/>
              <a:t>Servers</a:t>
            </a:r>
          </a:p>
        </p:txBody>
      </p:sp>
      <p:grpSp>
        <p:nvGrpSpPr>
          <p:cNvPr id="25" name="Group 24"/>
          <p:cNvGrpSpPr/>
          <p:nvPr/>
        </p:nvGrpSpPr>
        <p:grpSpPr>
          <a:xfrm>
            <a:off x="2519777" y="1219200"/>
            <a:ext cx="1712043" cy="2209800"/>
            <a:chOff x="2362200" y="3200400"/>
            <a:chExt cx="1712043" cy="2209800"/>
          </a:xfrm>
        </p:grpSpPr>
        <p:grpSp>
          <p:nvGrpSpPr>
            <p:cNvPr id="27" name="Group 26"/>
            <p:cNvGrpSpPr>
              <a:grpSpLocks noChangeAspect="1"/>
            </p:cNvGrpSpPr>
            <p:nvPr/>
          </p:nvGrpSpPr>
          <p:grpSpPr>
            <a:xfrm>
              <a:off x="2362200" y="3200400"/>
              <a:ext cx="685800" cy="698531"/>
              <a:chOff x="3429000" y="3073192"/>
              <a:chExt cx="990600" cy="1029416"/>
            </a:xfrm>
          </p:grpSpPr>
          <p:sp>
            <p:nvSpPr>
              <p:cNvPr id="40" name="Circular Arrow 39"/>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Circular Arrow 40"/>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9" name="Group 28"/>
            <p:cNvGrpSpPr>
              <a:grpSpLocks noChangeAspect="1"/>
            </p:cNvGrpSpPr>
            <p:nvPr/>
          </p:nvGrpSpPr>
          <p:grpSpPr>
            <a:xfrm>
              <a:off x="2362200" y="3949669"/>
              <a:ext cx="685800" cy="698531"/>
              <a:chOff x="3429000" y="3073192"/>
              <a:chExt cx="990600" cy="1029416"/>
            </a:xfrm>
          </p:grpSpPr>
          <p:sp>
            <p:nvSpPr>
              <p:cNvPr id="38" name="Circular Arrow 37"/>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Circular Arrow 38"/>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0" name="Group 29"/>
            <p:cNvGrpSpPr>
              <a:grpSpLocks noChangeAspect="1"/>
            </p:cNvGrpSpPr>
            <p:nvPr/>
          </p:nvGrpSpPr>
          <p:grpSpPr>
            <a:xfrm>
              <a:off x="2362200" y="4711669"/>
              <a:ext cx="685800" cy="698531"/>
              <a:chOff x="3429000" y="3073192"/>
              <a:chExt cx="990600" cy="1029416"/>
            </a:xfrm>
          </p:grpSpPr>
          <p:sp>
            <p:nvSpPr>
              <p:cNvPr id="35" name="Circular Arrow 34"/>
              <p:cNvSpPr/>
              <p:nvPr/>
            </p:nvSpPr>
            <p:spPr>
              <a:xfrm>
                <a:off x="3429000" y="3073192"/>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Circular Arrow 35"/>
              <p:cNvSpPr/>
              <p:nvPr/>
            </p:nvSpPr>
            <p:spPr>
              <a:xfrm rot="10800000">
                <a:off x="3441192" y="3124200"/>
                <a:ext cx="978408" cy="978408"/>
              </a:xfrm>
              <a:prstGeom prst="circular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1" name="TextBox 30"/>
            <p:cNvSpPr txBox="1"/>
            <p:nvPr/>
          </p:nvSpPr>
          <p:spPr>
            <a:xfrm>
              <a:off x="3048000" y="3352800"/>
              <a:ext cx="795411" cy="400110"/>
            </a:xfrm>
            <a:prstGeom prst="rect">
              <a:avLst/>
            </a:prstGeom>
            <a:noFill/>
          </p:spPr>
          <p:txBody>
            <a:bodyPr wrap="none" rtlCol="0">
              <a:spAutoFit/>
            </a:bodyPr>
            <a:lstStyle/>
            <a:p>
              <a:r>
                <a:rPr lang="en-US" sz="2000" b="1" smtClean="0">
                  <a:solidFill>
                    <a:srgbClr val="FFFF00"/>
                  </a:solidFill>
                </a:rPr>
                <a:t>Lung</a:t>
              </a:r>
              <a:endParaRPr lang="en-US" sz="2000" b="1" dirty="0">
                <a:solidFill>
                  <a:srgbClr val="FFFF00"/>
                </a:solidFill>
              </a:endParaRPr>
            </a:p>
          </p:txBody>
        </p:sp>
        <p:sp>
          <p:nvSpPr>
            <p:cNvPr id="32" name="TextBox 31"/>
            <p:cNvSpPr txBox="1"/>
            <p:nvPr/>
          </p:nvSpPr>
          <p:spPr>
            <a:xfrm>
              <a:off x="3048000" y="4095690"/>
              <a:ext cx="789960" cy="400110"/>
            </a:xfrm>
            <a:prstGeom prst="rect">
              <a:avLst/>
            </a:prstGeom>
            <a:noFill/>
          </p:spPr>
          <p:txBody>
            <a:bodyPr wrap="none" rtlCol="0">
              <a:spAutoFit/>
            </a:bodyPr>
            <a:lstStyle/>
            <a:p>
              <a:r>
                <a:rPr lang="en-US" sz="2000" b="1" dirty="0" smtClean="0">
                  <a:solidFill>
                    <a:srgbClr val="FFFF00"/>
                  </a:solidFill>
                </a:rPr>
                <a:t>Liver</a:t>
              </a:r>
              <a:endParaRPr lang="en-US" sz="2000" b="1" dirty="0">
                <a:solidFill>
                  <a:srgbClr val="FFFF00"/>
                </a:solidFill>
              </a:endParaRPr>
            </a:p>
          </p:txBody>
        </p:sp>
        <p:sp>
          <p:nvSpPr>
            <p:cNvPr id="34" name="TextBox 33"/>
            <p:cNvSpPr txBox="1"/>
            <p:nvPr/>
          </p:nvSpPr>
          <p:spPr>
            <a:xfrm>
              <a:off x="3048000" y="4857690"/>
              <a:ext cx="1026243" cy="400110"/>
            </a:xfrm>
            <a:prstGeom prst="rect">
              <a:avLst/>
            </a:prstGeom>
            <a:noFill/>
          </p:spPr>
          <p:txBody>
            <a:bodyPr wrap="none" rtlCol="0">
              <a:spAutoFit/>
            </a:bodyPr>
            <a:lstStyle/>
            <a:p>
              <a:r>
                <a:rPr lang="en-US" sz="2000" b="1" dirty="0" smtClean="0">
                  <a:solidFill>
                    <a:srgbClr val="FFFF00"/>
                  </a:solidFill>
                </a:rPr>
                <a:t>Others</a:t>
              </a:r>
              <a:endParaRPr lang="en-US" sz="2000" b="1" dirty="0">
                <a:solidFill>
                  <a:srgbClr val="FFFF00"/>
                </a:solidFill>
              </a:endParaRPr>
            </a:p>
          </p:txBody>
        </p:sp>
      </p:grpSp>
      <p:sp>
        <p:nvSpPr>
          <p:cNvPr id="42" name="TextBox 41"/>
          <p:cNvSpPr txBox="1"/>
          <p:nvPr/>
        </p:nvSpPr>
        <p:spPr>
          <a:xfrm>
            <a:off x="3708749" y="1905000"/>
            <a:ext cx="1244251" cy="307777"/>
          </a:xfrm>
          <a:prstGeom prst="rect">
            <a:avLst/>
          </a:prstGeom>
          <a:noFill/>
        </p:spPr>
        <p:txBody>
          <a:bodyPr wrap="none" rtlCol="0">
            <a:spAutoFit/>
          </a:bodyPr>
          <a:lstStyle/>
          <a:p>
            <a:r>
              <a:rPr lang="en-US" sz="1400" b="1" dirty="0" smtClean="0">
                <a:solidFill>
                  <a:srgbClr val="FFFF00"/>
                </a:solidFill>
              </a:rPr>
              <a:t>Annotations</a:t>
            </a:r>
            <a:endParaRPr lang="en-US" sz="1400" b="1" dirty="0">
              <a:solidFill>
                <a:srgbClr val="FFFF00"/>
              </a:solidFill>
            </a:endParaRPr>
          </a:p>
        </p:txBody>
      </p:sp>
      <p:sp>
        <p:nvSpPr>
          <p:cNvPr id="48" name="Left-Right Arrow 47"/>
          <p:cNvSpPr/>
          <p:nvPr/>
        </p:nvSpPr>
        <p:spPr>
          <a:xfrm>
            <a:off x="3873178" y="2514600"/>
            <a:ext cx="1003622" cy="182880"/>
          </a:xfrm>
          <a:prstGeom prst="leftRightArrow">
            <a:avLst>
              <a:gd name="adj1" fmla="val 44490"/>
              <a:gd name="adj2" fmla="val 3775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solidFill>
            </a:endParaRPr>
          </a:p>
        </p:txBody>
      </p:sp>
      <p:sp>
        <p:nvSpPr>
          <p:cNvPr id="44" name="Rectangle 43"/>
          <p:cNvSpPr/>
          <p:nvPr/>
        </p:nvSpPr>
        <p:spPr>
          <a:xfrm>
            <a:off x="5105400" y="1219200"/>
            <a:ext cx="1447800" cy="2165866"/>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Radiology</a:t>
            </a:r>
          </a:p>
          <a:p>
            <a:pPr algn="ctr"/>
            <a:r>
              <a:rPr lang="en-US" b="1" dirty="0" smtClean="0"/>
              <a:t>Pathology</a:t>
            </a:r>
          </a:p>
          <a:p>
            <a:pPr algn="ctr"/>
            <a:r>
              <a:rPr lang="en-US" b="1" dirty="0" smtClean="0"/>
              <a:t>Progress Notes </a:t>
            </a:r>
          </a:p>
          <a:p>
            <a:pPr algn="ctr"/>
            <a:r>
              <a:rPr lang="en-US" b="1" dirty="0" smtClean="0"/>
              <a:t> Projects </a:t>
            </a:r>
          </a:p>
        </p:txBody>
      </p:sp>
      <p:sp>
        <p:nvSpPr>
          <p:cNvPr id="47" name="Rectangle 46"/>
          <p:cNvSpPr/>
          <p:nvPr/>
        </p:nvSpPr>
        <p:spPr>
          <a:xfrm>
            <a:off x="6548031" y="1660417"/>
            <a:ext cx="2372538" cy="399586"/>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Radiology DBs</a:t>
            </a:r>
            <a:endParaRPr lang="en-US" sz="1600" b="1" dirty="0"/>
          </a:p>
        </p:txBody>
      </p:sp>
      <p:sp>
        <p:nvSpPr>
          <p:cNvPr id="58" name="Rectangle 57"/>
          <p:cNvSpPr/>
          <p:nvPr/>
        </p:nvSpPr>
        <p:spPr>
          <a:xfrm>
            <a:off x="6548031" y="2877945"/>
            <a:ext cx="2372538" cy="399586"/>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Output DBs</a:t>
            </a:r>
            <a:endParaRPr lang="en-US" sz="1600" b="1" dirty="0"/>
          </a:p>
        </p:txBody>
      </p:sp>
      <p:sp>
        <p:nvSpPr>
          <p:cNvPr id="3" name="Rectangle 2"/>
          <p:cNvSpPr/>
          <p:nvPr/>
        </p:nvSpPr>
        <p:spPr>
          <a:xfrm>
            <a:off x="248045" y="3352800"/>
            <a:ext cx="8610600" cy="3416320"/>
          </a:xfrm>
          <a:prstGeom prst="rect">
            <a:avLst/>
          </a:prstGeom>
          <a:ln w="25400">
            <a:solidFill>
              <a:schemeClr val="tx1"/>
            </a:solidFill>
          </a:ln>
        </p:spPr>
        <p:txBody>
          <a:bodyPr wrap="square">
            <a:spAutoFit/>
          </a:bodyPr>
          <a:lstStyle/>
          <a:p>
            <a:pPr marL="285750" indent="-285750">
              <a:buFont typeface="Arial" panose="020B0604020202020204" pitchFamily="34" charset="0"/>
              <a:buChar char="•"/>
            </a:pPr>
            <a:r>
              <a:rPr lang="en-US" b="1" dirty="0" smtClean="0"/>
              <a:t>The architecture is scalable allowing for other text domains to be processed</a:t>
            </a:r>
          </a:p>
          <a:p>
            <a:pPr marL="285750" indent="-285750">
              <a:buFont typeface="Arial" panose="020B0604020202020204" pitchFamily="34" charset="0"/>
              <a:buChar char="•"/>
            </a:pPr>
            <a:r>
              <a:rPr lang="en-US" b="1" dirty="0" smtClean="0"/>
              <a:t>Virtual Machines (clustered for failover and dynamic allowing for expansion) will allow more than one NLP engine (or versions )to be run for comparisons. Movement to the “cloud” is easier. </a:t>
            </a:r>
          </a:p>
          <a:p>
            <a:pPr marL="285750" indent="-285750">
              <a:buFont typeface="Arial" panose="020B0604020202020204" pitchFamily="34" charset="0"/>
              <a:buChar char="•"/>
            </a:pPr>
            <a:r>
              <a:rPr lang="en-US" b="1" dirty="0" smtClean="0"/>
              <a:t>Rules are being modularized and optimized to be able to run sequentially for different subject domains or versions. </a:t>
            </a:r>
          </a:p>
          <a:p>
            <a:pPr marL="285750" indent="-285750">
              <a:buFont typeface="Arial" panose="020B0604020202020204" pitchFamily="34" charset="0"/>
              <a:buChar char="•"/>
            </a:pPr>
            <a:r>
              <a:rPr lang="en-US" b="1" dirty="0" smtClean="0"/>
              <a:t>Governance (where to go) needs to be established</a:t>
            </a:r>
          </a:p>
          <a:p>
            <a:pPr marL="285750" indent="-285750">
              <a:buFont typeface="Arial" panose="020B0604020202020204" pitchFamily="34" charset="0"/>
              <a:buChar char="•"/>
            </a:pPr>
            <a:r>
              <a:rPr lang="en-US" b="1" dirty="0" smtClean="0"/>
              <a:t>Making use of research innovation.</a:t>
            </a:r>
          </a:p>
          <a:p>
            <a:pPr marL="285750" indent="-285750">
              <a:buFont typeface="Arial" panose="020B0604020202020204" pitchFamily="34" charset="0"/>
              <a:buChar char="•"/>
            </a:pPr>
            <a:r>
              <a:rPr lang="en-US" b="1" dirty="0" smtClean="0"/>
              <a:t>Reusable products and sharing. Export of annotations. </a:t>
            </a:r>
          </a:p>
          <a:p>
            <a:pPr marL="285750" indent="-285750">
              <a:buFont typeface="Arial" panose="020B0604020202020204" pitchFamily="34" charset="0"/>
              <a:buChar char="•"/>
            </a:pPr>
            <a:r>
              <a:rPr lang="en-US" b="1" dirty="0" smtClean="0"/>
              <a:t>Domain development</a:t>
            </a:r>
            <a:endParaRPr lang="en-US" b="1" dirty="0"/>
          </a:p>
          <a:p>
            <a:pPr marL="742950" lvl="1" indent="-285750">
              <a:buFont typeface="Arial" panose="020B0604020202020204" pitchFamily="34" charset="0"/>
              <a:buChar char="•"/>
            </a:pPr>
            <a:r>
              <a:rPr lang="en-US" b="1" dirty="0" smtClean="0"/>
              <a:t>Progress notes</a:t>
            </a:r>
          </a:p>
          <a:p>
            <a:pPr marL="742950" lvl="1" indent="-285750">
              <a:buFont typeface="Arial" panose="020B0604020202020204" pitchFamily="34" charset="0"/>
              <a:buChar char="•"/>
            </a:pPr>
            <a:r>
              <a:rPr lang="en-US" b="1" dirty="0" smtClean="0"/>
              <a:t>Pathology Reports</a:t>
            </a:r>
          </a:p>
        </p:txBody>
      </p:sp>
      <p:sp>
        <p:nvSpPr>
          <p:cNvPr id="26" name="Rectangle 25"/>
          <p:cNvSpPr/>
          <p:nvPr/>
        </p:nvSpPr>
        <p:spPr>
          <a:xfrm>
            <a:off x="6548031" y="1248937"/>
            <a:ext cx="2372538" cy="399586"/>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Progress Note DB</a:t>
            </a:r>
            <a:endParaRPr lang="en-US" sz="1600" b="1" dirty="0"/>
          </a:p>
        </p:txBody>
      </p:sp>
      <p:sp>
        <p:nvSpPr>
          <p:cNvPr id="28" name="Rectangle 27"/>
          <p:cNvSpPr/>
          <p:nvPr/>
        </p:nvSpPr>
        <p:spPr>
          <a:xfrm>
            <a:off x="6548031" y="2044763"/>
            <a:ext cx="2372538" cy="399586"/>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Pathology DBs</a:t>
            </a:r>
            <a:endParaRPr lang="en-US" sz="1600" b="1" dirty="0"/>
          </a:p>
        </p:txBody>
      </p:sp>
      <p:sp>
        <p:nvSpPr>
          <p:cNvPr id="45" name="Rectangle 44"/>
          <p:cNvSpPr/>
          <p:nvPr/>
        </p:nvSpPr>
        <p:spPr>
          <a:xfrm>
            <a:off x="6548031" y="2449551"/>
            <a:ext cx="2372538" cy="399586"/>
          </a:xfrm>
          <a:prstGeom prst="rect">
            <a:avLst/>
          </a:prstGeom>
          <a:solidFill>
            <a:srgbClr val="00B05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Other DBs</a:t>
            </a:r>
            <a:endParaRPr lang="en-US" sz="1600" b="1" dirty="0"/>
          </a:p>
        </p:txBody>
      </p:sp>
    </p:spTree>
    <p:extLst>
      <p:ext uri="{BB962C8B-B14F-4D97-AF65-F5344CB8AC3E}">
        <p14:creationId xmlns:p14="http://schemas.microsoft.com/office/powerpoint/2010/main" val="362298793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vhaconerdosj\Desktop\nlp_conference\train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81918"/>
            <a:ext cx="5943600" cy="212788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vhaconerdosj\Desktop\nlp_conference\cdw_logo_update_p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vhaconerdosj\Desktop\nlp_conference\sikorsk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286000"/>
            <a:ext cx="6592784" cy="214152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vhaconerdosj\Desktop\nlp_conference\indian wells.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4519149"/>
            <a:ext cx="6592784" cy="21864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821384" y="3356761"/>
            <a:ext cx="2246416" cy="2031325"/>
          </a:xfrm>
          <a:prstGeom prst="rect">
            <a:avLst/>
          </a:prstGeom>
          <a:noFill/>
          <a:ln w="25400">
            <a:solidFill>
              <a:schemeClr val="tx1"/>
            </a:solidFill>
          </a:ln>
        </p:spPr>
        <p:txBody>
          <a:bodyPr wrap="square" rtlCol="0">
            <a:spAutoFit/>
          </a:bodyPr>
          <a:lstStyle/>
          <a:p>
            <a:pPr algn="ctr"/>
            <a:r>
              <a:rPr lang="en-US" b="1" dirty="0" smtClean="0"/>
              <a:t>Using </a:t>
            </a:r>
            <a:r>
              <a:rPr lang="en-US" b="1" dirty="0"/>
              <a:t>d</a:t>
            </a:r>
            <a:r>
              <a:rPr lang="en-US" b="1" dirty="0" smtClean="0"/>
              <a:t>ata to drive Performance</a:t>
            </a:r>
          </a:p>
          <a:p>
            <a:pPr algn="ctr"/>
            <a:endParaRPr lang="en-US" b="1" dirty="0" smtClean="0"/>
          </a:p>
          <a:p>
            <a:pPr algn="ctr"/>
            <a:r>
              <a:rPr lang="en-US" b="1" dirty="0" smtClean="0"/>
              <a:t>Training </a:t>
            </a:r>
            <a:r>
              <a:rPr lang="en-US" b="1" dirty="0" smtClean="0"/>
              <a:t>Intervals: </a:t>
            </a:r>
            <a:endParaRPr lang="en-US" b="1" dirty="0" smtClean="0"/>
          </a:p>
          <a:p>
            <a:pPr algn="ctr"/>
            <a:r>
              <a:rPr lang="en-US" b="1" dirty="0" smtClean="0"/>
              <a:t>Stationary</a:t>
            </a:r>
          </a:p>
          <a:p>
            <a:pPr algn="ctr"/>
            <a:r>
              <a:rPr lang="en-US" b="1" dirty="0" smtClean="0"/>
              <a:t>Medium Road</a:t>
            </a:r>
          </a:p>
          <a:p>
            <a:pPr algn="ctr"/>
            <a:r>
              <a:rPr lang="en-US" b="1" dirty="0" smtClean="0"/>
              <a:t>Long Road </a:t>
            </a:r>
            <a:endParaRPr lang="en-US" b="1" dirty="0"/>
          </a:p>
        </p:txBody>
      </p:sp>
    </p:spTree>
    <p:extLst>
      <p:ext uri="{BB962C8B-B14F-4D97-AF65-F5344CB8AC3E}">
        <p14:creationId xmlns:p14="http://schemas.microsoft.com/office/powerpoint/2010/main" val="19734359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vhaconerdosj\Desktop\nlp_conference\cdw_logo_update_pn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Chart 6"/>
          <p:cNvGraphicFramePr>
            <a:graphicFrameLocks/>
          </p:cNvGraphicFramePr>
          <p:nvPr>
            <p:extLst>
              <p:ext uri="{D42A27DB-BD31-4B8C-83A1-F6EECF244321}">
                <p14:modId xmlns:p14="http://schemas.microsoft.com/office/powerpoint/2010/main" val="3022390028"/>
              </p:ext>
            </p:extLst>
          </p:nvPr>
        </p:nvGraphicFramePr>
        <p:xfrm>
          <a:off x="76200" y="2514600"/>
          <a:ext cx="8899566" cy="4191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735657003"/>
              </p:ext>
            </p:extLst>
          </p:nvPr>
        </p:nvGraphicFramePr>
        <p:xfrm>
          <a:off x="2819400" y="838200"/>
          <a:ext cx="2971800" cy="1576120"/>
        </p:xfrm>
        <a:graphic>
          <a:graphicData uri="http://schemas.openxmlformats.org/drawingml/2006/table">
            <a:tbl>
              <a:tblPr/>
              <a:tblGrid>
                <a:gridCol w="990600"/>
                <a:gridCol w="937054"/>
                <a:gridCol w="1044146"/>
              </a:tblGrid>
              <a:tr h="266456">
                <a:tc>
                  <a:txBody>
                    <a:bodyPr/>
                    <a:lstStyle/>
                    <a:p>
                      <a:pPr algn="ctr" fontAlgn="b"/>
                      <a:endParaRPr lang="en-US" sz="1600" b="1" i="0" u="none" strike="noStrike" baseline="0" dirty="0">
                        <a:solidFill>
                          <a:schemeClr val="tx1"/>
                        </a:solidFill>
                        <a:latin typeface="+mj-lt"/>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baseline="0" dirty="0">
                          <a:solidFill>
                            <a:schemeClr val="tx1"/>
                          </a:solidFill>
                          <a:latin typeface="+mj-lt"/>
                        </a:rPr>
                        <a:t>Max</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baseline="0" dirty="0">
                          <a:solidFill>
                            <a:schemeClr val="tx1"/>
                          </a:solidFill>
                          <a:latin typeface="+mj-lt"/>
                        </a:rPr>
                        <a:t>Average</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66456">
                <a:tc>
                  <a:txBody>
                    <a:bodyPr/>
                    <a:lstStyle/>
                    <a:p>
                      <a:pPr algn="ctr" fontAlgn="b"/>
                      <a:r>
                        <a:rPr lang="en-US" sz="1600" b="1" i="0" u="none" strike="noStrike" baseline="0" dirty="0">
                          <a:solidFill>
                            <a:schemeClr val="tx1"/>
                          </a:solidFill>
                          <a:latin typeface="+mj-lt"/>
                        </a:rPr>
                        <a:t>Speed</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baseline="0" dirty="0">
                          <a:solidFill>
                            <a:schemeClr val="tx1"/>
                          </a:solidFill>
                          <a:latin typeface="+mj-lt"/>
                        </a:rPr>
                        <a:t>11.9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baseline="0" dirty="0">
                          <a:solidFill>
                            <a:schemeClr val="tx1"/>
                          </a:solidFill>
                          <a:latin typeface="+mj-lt"/>
                        </a:rPr>
                        <a:t>4.67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66456">
                <a:tc>
                  <a:txBody>
                    <a:bodyPr/>
                    <a:lstStyle/>
                    <a:p>
                      <a:pPr algn="ctr" fontAlgn="b"/>
                      <a:r>
                        <a:rPr lang="en-US" sz="1600" b="1" i="0" u="none" strike="noStrike" baseline="0">
                          <a:solidFill>
                            <a:schemeClr val="tx1"/>
                          </a:solidFill>
                          <a:latin typeface="+mj-lt"/>
                        </a:rPr>
                        <a:t>Cadence</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600" b="1" i="0" u="none" strike="noStrike" baseline="0" dirty="0">
                        <a:solidFill>
                          <a:schemeClr val="tx1"/>
                        </a:solidFill>
                        <a:latin typeface="+mj-lt"/>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baseline="0" dirty="0">
                          <a:solidFill>
                            <a:schemeClr val="tx1"/>
                          </a:solidFill>
                          <a:latin typeface="+mj-lt"/>
                        </a:rPr>
                        <a:t>79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66456">
                <a:tc>
                  <a:txBody>
                    <a:bodyPr/>
                    <a:lstStyle/>
                    <a:p>
                      <a:pPr algn="ctr" fontAlgn="b"/>
                      <a:r>
                        <a:rPr lang="en-US" sz="1600" b="1" i="0" u="none" strike="noStrike" baseline="0">
                          <a:solidFill>
                            <a:schemeClr val="tx1"/>
                          </a:solidFill>
                          <a:latin typeface="+mj-lt"/>
                        </a:rPr>
                        <a:t>HR</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baseline="0">
                          <a:solidFill>
                            <a:schemeClr val="tx1"/>
                          </a:solidFill>
                          <a:latin typeface="+mj-lt"/>
                        </a:rPr>
                        <a:t>177</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baseline="0" dirty="0">
                          <a:solidFill>
                            <a:schemeClr val="tx1"/>
                          </a:solidFill>
                          <a:latin typeface="+mj-lt"/>
                        </a:rPr>
                        <a:t>165</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66456">
                <a:tc>
                  <a:txBody>
                    <a:bodyPr/>
                    <a:lstStyle/>
                    <a:p>
                      <a:pPr algn="ctr" fontAlgn="b"/>
                      <a:r>
                        <a:rPr lang="en-US" sz="1600" b="1" i="0" u="none" strike="noStrike" baseline="0">
                          <a:solidFill>
                            <a:schemeClr val="tx1"/>
                          </a:solidFill>
                          <a:latin typeface="+mj-lt"/>
                        </a:rPr>
                        <a:t>Watts</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baseline="0">
                          <a:solidFill>
                            <a:schemeClr val="tx1"/>
                          </a:solidFill>
                          <a:latin typeface="+mj-lt"/>
                        </a:rPr>
                        <a:t>485</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baseline="0">
                          <a:solidFill>
                            <a:schemeClr val="tx1"/>
                          </a:solidFill>
                          <a:latin typeface="+mj-lt"/>
                        </a:rPr>
                        <a:t>239</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95160">
                <a:tc>
                  <a:txBody>
                    <a:bodyPr/>
                    <a:lstStyle/>
                    <a:p>
                      <a:pPr algn="ctr" fontAlgn="b"/>
                      <a:r>
                        <a:rPr lang="en-US" sz="1600" b="1" i="0" u="none" strike="noStrike" baseline="0">
                          <a:solidFill>
                            <a:schemeClr val="tx1"/>
                          </a:solidFill>
                          <a:latin typeface="+mj-lt"/>
                        </a:rPr>
                        <a:t>kJoules</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600" b="1" i="0" u="none" strike="noStrike" baseline="0" dirty="0" smtClean="0">
                          <a:solidFill>
                            <a:schemeClr val="tx1"/>
                          </a:solidFill>
                          <a:latin typeface="+mj-lt"/>
                        </a:rPr>
                        <a:t>1436</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en-US" sz="1600" b="1" i="0" u="none" strike="noStrike" baseline="0" dirty="0">
                        <a:solidFill>
                          <a:schemeClr val="tx1"/>
                        </a:solidFill>
                        <a:latin typeface="+mj-lt"/>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Title 1"/>
          <p:cNvSpPr>
            <a:spLocks noGrp="1"/>
          </p:cNvSpPr>
          <p:nvPr>
            <p:ph type="ctrTitle"/>
          </p:nvPr>
        </p:nvSpPr>
        <p:spPr>
          <a:xfrm>
            <a:off x="304800" y="0"/>
            <a:ext cx="8534400" cy="838200"/>
          </a:xfrm>
        </p:spPr>
        <p:txBody>
          <a:bodyPr>
            <a:noAutofit/>
          </a:bodyPr>
          <a:lstStyle/>
          <a:p>
            <a:pPr algn="ctr"/>
            <a:r>
              <a:rPr lang="en-US" sz="4400" dirty="0" smtClean="0"/>
              <a:t>Mount Washington Race</a:t>
            </a:r>
            <a:endParaRPr lang="en-US" sz="4400" dirty="0"/>
          </a:p>
        </p:txBody>
      </p:sp>
    </p:spTree>
    <p:extLst>
      <p:ext uri="{BB962C8B-B14F-4D97-AF65-F5344CB8AC3E}">
        <p14:creationId xmlns:p14="http://schemas.microsoft.com/office/powerpoint/2010/main" val="9516623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ctrTitle"/>
          </p:nvPr>
        </p:nvSpPr>
        <p:spPr>
          <a:xfrm>
            <a:off x="283771" y="228600"/>
            <a:ext cx="8534400" cy="762000"/>
          </a:xfrm>
        </p:spPr>
        <p:txBody>
          <a:bodyPr>
            <a:noAutofit/>
          </a:bodyPr>
          <a:lstStyle/>
          <a:p>
            <a:pPr algn="ctr"/>
            <a:r>
              <a:rPr lang="en-US" sz="4400" dirty="0" smtClean="0"/>
              <a:t>Finished</a:t>
            </a:r>
            <a:endParaRPr lang="en-US" sz="4400" dirty="0"/>
          </a:p>
        </p:txBody>
      </p:sp>
      <p:pic>
        <p:nvPicPr>
          <p:cNvPr id="2050" name="Picture 2" descr="C:\Users\vhaconerdosj\Desktop\nlp_conference\14_08_16_mount_washington\IMG-20140816-0042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8542" y="1314450"/>
            <a:ext cx="7204858" cy="540364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vhaconerdosj\Desktop\nlp_conference\cdw_logo_update_p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152400"/>
            <a:ext cx="220980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29050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Flow</Template>
  <TotalTime>1966</TotalTime>
  <Words>3542</Words>
  <Application>Microsoft Office PowerPoint</Application>
  <PresentationFormat>On-screen Show (4:3)</PresentationFormat>
  <Paragraphs>834</Paragraphs>
  <Slides>40</Slides>
  <Notes>2</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Flow</vt:lpstr>
      <vt:lpstr>Building an Enterprise Natural Language Processing Solution for the VA</vt:lpstr>
      <vt:lpstr>Who am I ?</vt:lpstr>
      <vt:lpstr>Goal Race Mount Washington</vt:lpstr>
      <vt:lpstr>VA Corporate Data Warehouse</vt:lpstr>
      <vt:lpstr>VA Corporate Data Warehouse</vt:lpstr>
      <vt:lpstr>BISL Enterprise Enclaves &amp; Applications</vt:lpstr>
      <vt:lpstr>VA CT NLP Cancer Care Tracking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 CT NLP Cancer Care Tracking System</vt:lpstr>
      <vt:lpstr>BISL Enterprise Enclaves &amp; Applications</vt:lpstr>
      <vt:lpstr>Reflections on Enterprise</vt:lpstr>
      <vt:lpstr>USS Enterprise and USS Nehenta Bay</vt:lpstr>
      <vt:lpstr>BISL Enterprise Domain Development</vt:lpstr>
      <vt:lpstr>BISL Enterprise Radiology Domain Built in Raw and NVX 130 and here is the Metadata</vt:lpstr>
      <vt:lpstr>BISL Enterprise Radiology Domain</vt:lpstr>
      <vt:lpstr>BISL Enterprise Radiology Domain</vt:lpstr>
      <vt:lpstr>BISL Enterprise NLP Application VA CT Awarded a VA Patience Safety Center of Innovation </vt:lpstr>
      <vt:lpstr>BISL Enterprise NLP Application</vt:lpstr>
      <vt:lpstr>BISL Enterprise NLP Application</vt:lpstr>
      <vt:lpstr>BISL Enterprise NLP Application</vt:lpstr>
      <vt:lpstr>BISL Enterprise NLP Application</vt:lpstr>
      <vt:lpstr>BISL Enterprise NLP Application</vt:lpstr>
      <vt:lpstr>BISL Enterprise NLP Application</vt:lpstr>
      <vt:lpstr>Rats Head Oxen Neck</vt:lpstr>
      <vt:lpstr>BISL Enterprise NLP Application Where to go?</vt:lpstr>
      <vt:lpstr>PowerPoint Presentation</vt:lpstr>
      <vt:lpstr>Mount Washington Race</vt:lpstr>
      <vt:lpstr>Finished</vt:lpstr>
    </vt:vector>
  </TitlesOfParts>
  <Company>Veteran Affairs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Erdos, Joseph MD</dc:creator>
  <cp:lastModifiedBy>Erdos, Joseph MD</cp:lastModifiedBy>
  <cp:revision>122</cp:revision>
  <dcterms:created xsi:type="dcterms:W3CDTF">2016-09-10T12:54:01Z</dcterms:created>
  <dcterms:modified xsi:type="dcterms:W3CDTF">2016-09-16T17:33:41Z</dcterms:modified>
</cp:coreProperties>
</file>